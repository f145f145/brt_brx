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9" r:id="rId3"/>
    <p:sldId id="278" r:id="rId4"/>
    <p:sldId id="260" r:id="rId5"/>
    <p:sldId id="258" r:id="rId6"/>
    <p:sldId id="280" r:id="rId7"/>
    <p:sldId id="281" r:id="rId8"/>
    <p:sldId id="279" r:id="rId9"/>
    <p:sldId id="261" r:id="rId10"/>
    <p:sldId id="262" r:id="rId11"/>
    <p:sldId id="264" r:id="rId12"/>
    <p:sldId id="274" r:id="rId13"/>
    <p:sldId id="267" r:id="rId14"/>
    <p:sldId id="270" r:id="rId15"/>
    <p:sldId id="271" r:id="rId16"/>
    <p:sldId id="265" r:id="rId17"/>
    <p:sldId id="275" r:id="rId18"/>
    <p:sldId id="273" r:id="rId19"/>
    <p:sldId id="272" r:id="rId20"/>
    <p:sldId id="263" r:id="rId21"/>
    <p:sldId id="266" r:id="rId22"/>
    <p:sldId id="276" r:id="rId23"/>
    <p:sldId id="257" r:id="rId24"/>
    <p:sldId id="277" r:id="rId25"/>
    <p:sldId id="268" r:id="rId26"/>
    <p:sldId id="269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8146"/>
    <a:srgbClr val="95C53E"/>
    <a:srgbClr val="0D7A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44" autoAdjust="0"/>
    <p:restoredTop sz="94660"/>
  </p:normalViewPr>
  <p:slideViewPr>
    <p:cSldViewPr snapToGrid="0">
      <p:cViewPr>
        <p:scale>
          <a:sx n="100" d="100"/>
          <a:sy n="100" d="100"/>
        </p:scale>
        <p:origin x="3846" y="15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E7-4B46-8011-F7F8ED68EE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0E814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E7-4B46-8011-F7F8ED68EE0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rgbClr val="95C53E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CE7-4B46-8011-F7F8ED68EE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94217088"/>
        <c:axId val="194218624"/>
      </c:barChart>
      <c:catAx>
        <c:axId val="194217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4218624"/>
        <c:crosses val="autoZero"/>
        <c:auto val="1"/>
        <c:lblAlgn val="ctr"/>
        <c:lblOffset val="100"/>
        <c:noMultiLvlLbl val="0"/>
      </c:catAx>
      <c:valAx>
        <c:axId val="1942186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1942170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2022-6-10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2022-6-10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F09A-6E5B-4FEB-AC5A-DD2C1C7CEF6C}" type="datetimeFigureOut">
              <a:rPr lang="zh-CN" altLang="en-US" smtClean="0"/>
              <a:t>2022-6-10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A6907-9D50-4539-BE1A-4BFAE235E6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443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F09A-6E5B-4FEB-AC5A-DD2C1C7CEF6C}" type="datetimeFigureOut">
              <a:rPr lang="zh-CN" altLang="en-US" smtClean="0"/>
              <a:t>2022-6-10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A6907-9D50-4539-BE1A-4BFAE235E6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509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F09A-6E5B-4FEB-AC5A-DD2C1C7CEF6C}" type="datetimeFigureOut">
              <a:rPr lang="zh-CN" altLang="en-US" smtClean="0"/>
              <a:t>2022-6-10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A6907-9D50-4539-BE1A-4BFAE235E6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6721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F09A-6E5B-4FEB-AC5A-DD2C1C7CEF6C}" type="datetimeFigureOut">
              <a:rPr lang="zh-CN" altLang="en-US" smtClean="0"/>
              <a:t>2022-6-10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A6907-9D50-4539-BE1A-4BFAE235E6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656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F09A-6E5B-4FEB-AC5A-DD2C1C7CEF6C}" type="datetimeFigureOut">
              <a:rPr lang="zh-CN" altLang="en-US" smtClean="0"/>
              <a:t>2022-6-10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A6907-9D50-4539-BE1A-4BFAE235E6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7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F09A-6E5B-4FEB-AC5A-DD2C1C7CEF6C}" type="datetimeFigureOut">
              <a:rPr lang="zh-CN" altLang="en-US" smtClean="0"/>
              <a:t>2022-6-10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A6907-9D50-4539-BE1A-4BFAE235E6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934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F09A-6E5B-4FEB-AC5A-DD2C1C7CEF6C}" type="datetimeFigureOut">
              <a:rPr lang="zh-CN" altLang="en-US" smtClean="0"/>
              <a:t>2022-6-10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A6907-9D50-4539-BE1A-4BFAE235E6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586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F09A-6E5B-4FEB-AC5A-DD2C1C7CEF6C}" type="datetimeFigureOut">
              <a:rPr lang="zh-CN" altLang="en-US" smtClean="0"/>
              <a:t>2022-6-10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A6907-9D50-4539-BE1A-4BFAE235E6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308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F09A-6E5B-4FEB-AC5A-DD2C1C7CEF6C}" type="datetimeFigureOut">
              <a:rPr lang="zh-CN" altLang="en-US" smtClean="0"/>
              <a:t>2022-6-10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A6907-9D50-4539-BE1A-4BFAE235E6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957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F09A-6E5B-4FEB-AC5A-DD2C1C7CEF6C}" type="datetimeFigureOut">
              <a:rPr lang="zh-CN" altLang="en-US" smtClean="0"/>
              <a:t>2022-6-10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A6907-9D50-4539-BE1A-4BFAE235E6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971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F09A-6E5B-4FEB-AC5A-DD2C1C7CEF6C}" type="datetimeFigureOut">
              <a:rPr lang="zh-CN" altLang="en-US" smtClean="0"/>
              <a:t>2022-6-10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A6907-9D50-4539-BE1A-4BFAE235E6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806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B8F09A-6E5B-4FEB-AC5A-DD2C1C7CEF6C}" type="datetimeFigureOut">
              <a:rPr lang="zh-CN" altLang="en-US" smtClean="0"/>
              <a:t>2022-6-10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A6907-9D50-4539-BE1A-4BFAE235E6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6028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857250"/>
            <a:ext cx="9144000" cy="5143500"/>
          </a:xfrm>
          <a:prstGeom prst="rect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梯形 12"/>
          <p:cNvSpPr/>
          <p:nvPr/>
        </p:nvSpPr>
        <p:spPr>
          <a:xfrm>
            <a:off x="1632857" y="5004708"/>
            <a:ext cx="5878287" cy="653143"/>
          </a:xfrm>
          <a:custGeom>
            <a:avLst/>
            <a:gdLst>
              <a:gd name="connsiteX0" fmla="*/ 0 w 1936750"/>
              <a:gd name="connsiteY0" fmla="*/ 434975 h 434975"/>
              <a:gd name="connsiteX1" fmla="*/ 337345 w 1936750"/>
              <a:gd name="connsiteY1" fmla="*/ 0 h 434975"/>
              <a:gd name="connsiteX2" fmla="*/ 1599405 w 1936750"/>
              <a:gd name="connsiteY2" fmla="*/ 0 h 434975"/>
              <a:gd name="connsiteX3" fmla="*/ 1936750 w 1936750"/>
              <a:gd name="connsiteY3" fmla="*/ 434975 h 434975"/>
              <a:gd name="connsiteX4" fmla="*/ 0 w 1936750"/>
              <a:gd name="connsiteY4" fmla="*/ 434975 h 434975"/>
              <a:gd name="connsiteX0-1" fmla="*/ 0 w 1936750"/>
              <a:gd name="connsiteY0-2" fmla="*/ 434977 h 434977"/>
              <a:gd name="connsiteX1-3" fmla="*/ 337345 w 1936750"/>
              <a:gd name="connsiteY1-4" fmla="*/ 2 h 434977"/>
              <a:gd name="connsiteX2-5" fmla="*/ 1599405 w 1936750"/>
              <a:gd name="connsiteY2-6" fmla="*/ 2 h 434977"/>
              <a:gd name="connsiteX3-7" fmla="*/ 1936750 w 1936750"/>
              <a:gd name="connsiteY3-8" fmla="*/ 434977 h 434977"/>
              <a:gd name="connsiteX4-9" fmla="*/ 0 w 1936750"/>
              <a:gd name="connsiteY4-10" fmla="*/ 434977 h 434977"/>
              <a:gd name="connsiteX0-11" fmla="*/ 0 w 1936750"/>
              <a:gd name="connsiteY0-12" fmla="*/ 434977 h 434977"/>
              <a:gd name="connsiteX1-13" fmla="*/ 337345 w 1936750"/>
              <a:gd name="connsiteY1-14" fmla="*/ 2 h 434977"/>
              <a:gd name="connsiteX2-15" fmla="*/ 1599405 w 1936750"/>
              <a:gd name="connsiteY2-16" fmla="*/ 2 h 434977"/>
              <a:gd name="connsiteX3-17" fmla="*/ 1936750 w 1936750"/>
              <a:gd name="connsiteY3-18" fmla="*/ 434977 h 434977"/>
              <a:gd name="connsiteX4-19" fmla="*/ 0 w 1936750"/>
              <a:gd name="connsiteY4-20" fmla="*/ 434977 h 434977"/>
              <a:gd name="connsiteX0-21" fmla="*/ 0 w 1936750"/>
              <a:gd name="connsiteY0-22" fmla="*/ 435016 h 435016"/>
              <a:gd name="connsiteX1-23" fmla="*/ 337345 w 1936750"/>
              <a:gd name="connsiteY1-24" fmla="*/ 41 h 435016"/>
              <a:gd name="connsiteX2-25" fmla="*/ 1599405 w 1936750"/>
              <a:gd name="connsiteY2-26" fmla="*/ 41 h 435016"/>
              <a:gd name="connsiteX3-27" fmla="*/ 1936750 w 1936750"/>
              <a:gd name="connsiteY3-28" fmla="*/ 435016 h 435016"/>
              <a:gd name="connsiteX4-29" fmla="*/ 0 w 1936750"/>
              <a:gd name="connsiteY4-30" fmla="*/ 435016 h 435016"/>
              <a:gd name="connsiteX0-31" fmla="*/ 0 w 1936750"/>
              <a:gd name="connsiteY0-32" fmla="*/ 435016 h 435016"/>
              <a:gd name="connsiteX1-33" fmla="*/ 337345 w 1936750"/>
              <a:gd name="connsiteY1-34" fmla="*/ 41 h 435016"/>
              <a:gd name="connsiteX2-35" fmla="*/ 1599405 w 1936750"/>
              <a:gd name="connsiteY2-36" fmla="*/ 41 h 435016"/>
              <a:gd name="connsiteX3-37" fmla="*/ 1936750 w 1936750"/>
              <a:gd name="connsiteY3-38" fmla="*/ 435016 h 435016"/>
              <a:gd name="connsiteX4-39" fmla="*/ 0 w 1936750"/>
              <a:gd name="connsiteY4-40" fmla="*/ 435016 h 435016"/>
              <a:gd name="connsiteX0-41" fmla="*/ 0 w 1936750"/>
              <a:gd name="connsiteY0-42" fmla="*/ 435016 h 435016"/>
              <a:gd name="connsiteX1-43" fmla="*/ 337345 w 1936750"/>
              <a:gd name="connsiteY1-44" fmla="*/ 41 h 435016"/>
              <a:gd name="connsiteX2-45" fmla="*/ 1599405 w 1936750"/>
              <a:gd name="connsiteY2-46" fmla="*/ 41 h 435016"/>
              <a:gd name="connsiteX3-47" fmla="*/ 1936750 w 1936750"/>
              <a:gd name="connsiteY3-48" fmla="*/ 435016 h 435016"/>
              <a:gd name="connsiteX4-49" fmla="*/ 0 w 1936750"/>
              <a:gd name="connsiteY4-50" fmla="*/ 435016 h 435016"/>
              <a:gd name="connsiteX0-51" fmla="*/ 0 w 1936750"/>
              <a:gd name="connsiteY0-52" fmla="*/ 435016 h 435016"/>
              <a:gd name="connsiteX1-53" fmla="*/ 337345 w 1936750"/>
              <a:gd name="connsiteY1-54" fmla="*/ 41 h 435016"/>
              <a:gd name="connsiteX2-55" fmla="*/ 1599405 w 1936750"/>
              <a:gd name="connsiteY2-56" fmla="*/ 41 h 435016"/>
              <a:gd name="connsiteX3-57" fmla="*/ 1936750 w 1936750"/>
              <a:gd name="connsiteY3-58" fmla="*/ 435016 h 435016"/>
              <a:gd name="connsiteX4-59" fmla="*/ 0 w 1936750"/>
              <a:gd name="connsiteY4-60" fmla="*/ 435016 h 435016"/>
              <a:gd name="connsiteX0-61" fmla="*/ 0 w 1936750"/>
              <a:gd name="connsiteY0-62" fmla="*/ 435016 h 435016"/>
              <a:gd name="connsiteX1-63" fmla="*/ 337345 w 1936750"/>
              <a:gd name="connsiteY1-64" fmla="*/ 41 h 435016"/>
              <a:gd name="connsiteX2-65" fmla="*/ 1599405 w 1936750"/>
              <a:gd name="connsiteY2-66" fmla="*/ 41 h 435016"/>
              <a:gd name="connsiteX3-67" fmla="*/ 1936750 w 1936750"/>
              <a:gd name="connsiteY3-68" fmla="*/ 435016 h 435016"/>
              <a:gd name="connsiteX4-69" fmla="*/ 0 w 1936750"/>
              <a:gd name="connsiteY4-70" fmla="*/ 435016 h 4350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936750" h="435016">
                <a:moveTo>
                  <a:pt x="0" y="435016"/>
                </a:moveTo>
                <a:cubicBezTo>
                  <a:pt x="201348" y="315424"/>
                  <a:pt x="110597" y="-4192"/>
                  <a:pt x="337345" y="41"/>
                </a:cubicBezTo>
                <a:lnTo>
                  <a:pt x="1599405" y="41"/>
                </a:lnTo>
                <a:cubicBezTo>
                  <a:pt x="1838853" y="-1017"/>
                  <a:pt x="1729052" y="305899"/>
                  <a:pt x="1936750" y="435016"/>
                </a:cubicBezTo>
                <a:lnTo>
                  <a:pt x="0" y="435016"/>
                </a:lnTo>
                <a:close/>
              </a:path>
            </a:pathLst>
          </a:custGeom>
          <a:solidFill>
            <a:srgbClr val="95C53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5657850"/>
            <a:ext cx="9144000" cy="342900"/>
          </a:xfrm>
          <a:prstGeom prst="rect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12" name="组合 11"/>
          <p:cNvGrpSpPr/>
          <p:nvPr/>
        </p:nvGrpSpPr>
        <p:grpSpPr>
          <a:xfrm>
            <a:off x="3792346" y="2067496"/>
            <a:ext cx="1559309" cy="1175765"/>
            <a:chOff x="5316341" y="1613662"/>
            <a:chExt cx="2079078" cy="1567686"/>
          </a:xfrm>
        </p:grpSpPr>
        <p:sp>
          <p:nvSpPr>
            <p:cNvPr id="9" name="Freeform 899"/>
            <p:cNvSpPr>
              <a:spLocks noEditPoints="1"/>
            </p:cNvSpPr>
            <p:nvPr/>
          </p:nvSpPr>
          <p:spPr bwMode="auto">
            <a:xfrm>
              <a:off x="5316341" y="1883341"/>
              <a:ext cx="2079078" cy="1041614"/>
            </a:xfrm>
            <a:custGeom>
              <a:avLst/>
              <a:gdLst>
                <a:gd name="T0" fmla="*/ 71 w 212"/>
                <a:gd name="T1" fmla="*/ 17 h 106"/>
                <a:gd name="T2" fmla="*/ 70 w 212"/>
                <a:gd name="T3" fmla="*/ 8 h 106"/>
                <a:gd name="T4" fmla="*/ 65 w 212"/>
                <a:gd name="T5" fmla="*/ 6 h 106"/>
                <a:gd name="T6" fmla="*/ 34 w 212"/>
                <a:gd name="T7" fmla="*/ 33 h 106"/>
                <a:gd name="T8" fmla="*/ 36 w 212"/>
                <a:gd name="T9" fmla="*/ 50 h 106"/>
                <a:gd name="T10" fmla="*/ 39 w 212"/>
                <a:gd name="T11" fmla="*/ 60 h 106"/>
                <a:gd name="T12" fmla="*/ 39 w 212"/>
                <a:gd name="T13" fmla="*/ 65 h 106"/>
                <a:gd name="T14" fmla="*/ 30 w 212"/>
                <a:gd name="T15" fmla="*/ 74 h 106"/>
                <a:gd name="T16" fmla="*/ 1 w 212"/>
                <a:gd name="T17" fmla="*/ 89 h 106"/>
                <a:gd name="T18" fmla="*/ 25 w 212"/>
                <a:gd name="T19" fmla="*/ 106 h 106"/>
                <a:gd name="T20" fmla="*/ 25 w 212"/>
                <a:gd name="T21" fmla="*/ 93 h 106"/>
                <a:gd name="T22" fmla="*/ 25 w 212"/>
                <a:gd name="T23" fmla="*/ 91 h 106"/>
                <a:gd name="T24" fmla="*/ 46 w 212"/>
                <a:gd name="T25" fmla="*/ 76 h 106"/>
                <a:gd name="T26" fmla="*/ 69 w 212"/>
                <a:gd name="T27" fmla="*/ 67 h 106"/>
                <a:gd name="T28" fmla="*/ 66 w 212"/>
                <a:gd name="T29" fmla="*/ 65 h 106"/>
                <a:gd name="T30" fmla="*/ 70 w 212"/>
                <a:gd name="T31" fmla="*/ 52 h 106"/>
                <a:gd name="T32" fmla="*/ 75 w 212"/>
                <a:gd name="T33" fmla="*/ 45 h 106"/>
                <a:gd name="T34" fmla="*/ 70 w 212"/>
                <a:gd name="T35" fmla="*/ 24 h 106"/>
                <a:gd name="T36" fmla="*/ 211 w 212"/>
                <a:gd name="T37" fmla="*/ 89 h 106"/>
                <a:gd name="T38" fmla="*/ 182 w 212"/>
                <a:gd name="T39" fmla="*/ 74 h 106"/>
                <a:gd name="T40" fmla="*/ 173 w 212"/>
                <a:gd name="T41" fmla="*/ 65 h 106"/>
                <a:gd name="T42" fmla="*/ 173 w 212"/>
                <a:gd name="T43" fmla="*/ 59 h 106"/>
                <a:gd name="T44" fmla="*/ 177 w 212"/>
                <a:gd name="T45" fmla="*/ 49 h 106"/>
                <a:gd name="T46" fmla="*/ 178 w 212"/>
                <a:gd name="T47" fmla="*/ 37 h 106"/>
                <a:gd name="T48" fmla="*/ 178 w 212"/>
                <a:gd name="T49" fmla="*/ 23 h 106"/>
                <a:gd name="T50" fmla="*/ 174 w 212"/>
                <a:gd name="T51" fmla="*/ 8 h 106"/>
                <a:gd name="T52" fmla="*/ 168 w 212"/>
                <a:gd name="T53" fmla="*/ 6 h 106"/>
                <a:gd name="T54" fmla="*/ 139 w 212"/>
                <a:gd name="T55" fmla="*/ 12 h 106"/>
                <a:gd name="T56" fmla="*/ 139 w 212"/>
                <a:gd name="T57" fmla="*/ 15 h 106"/>
                <a:gd name="T58" fmla="*/ 140 w 212"/>
                <a:gd name="T59" fmla="*/ 17 h 106"/>
                <a:gd name="T60" fmla="*/ 138 w 212"/>
                <a:gd name="T61" fmla="*/ 41 h 106"/>
                <a:gd name="T62" fmla="*/ 139 w 212"/>
                <a:gd name="T63" fmla="*/ 50 h 106"/>
                <a:gd name="T64" fmla="*/ 142 w 212"/>
                <a:gd name="T65" fmla="*/ 60 h 106"/>
                <a:gd name="T66" fmla="*/ 143 w 212"/>
                <a:gd name="T67" fmla="*/ 65 h 106"/>
                <a:gd name="T68" fmla="*/ 156 w 212"/>
                <a:gd name="T69" fmla="*/ 72 h 106"/>
                <a:gd name="T70" fmla="*/ 170 w 212"/>
                <a:gd name="T71" fmla="*/ 78 h 106"/>
                <a:gd name="T72" fmla="*/ 187 w 212"/>
                <a:gd name="T73" fmla="*/ 92 h 106"/>
                <a:gd name="T74" fmla="*/ 187 w 212"/>
                <a:gd name="T75" fmla="*/ 101 h 106"/>
                <a:gd name="T76" fmla="*/ 212 w 212"/>
                <a:gd name="T77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12" h="106">
                  <a:moveTo>
                    <a:pt x="69" y="22"/>
                  </a:moveTo>
                  <a:cubicBezTo>
                    <a:pt x="69" y="20"/>
                    <a:pt x="70" y="18"/>
                    <a:pt x="71" y="17"/>
                  </a:cubicBezTo>
                  <a:cubicBezTo>
                    <a:pt x="71" y="16"/>
                    <a:pt x="71" y="16"/>
                    <a:pt x="71" y="16"/>
                  </a:cubicBezTo>
                  <a:cubicBezTo>
                    <a:pt x="71" y="13"/>
                    <a:pt x="70" y="11"/>
                    <a:pt x="70" y="8"/>
                  </a:cubicBezTo>
                  <a:cubicBezTo>
                    <a:pt x="67" y="8"/>
                    <a:pt x="67" y="8"/>
                    <a:pt x="67" y="8"/>
                  </a:cubicBezTo>
                  <a:cubicBezTo>
                    <a:pt x="65" y="6"/>
                    <a:pt x="65" y="6"/>
                    <a:pt x="65" y="6"/>
                  </a:cubicBezTo>
                  <a:cubicBezTo>
                    <a:pt x="56" y="0"/>
                    <a:pt x="47" y="4"/>
                    <a:pt x="42" y="6"/>
                  </a:cubicBezTo>
                  <a:cubicBezTo>
                    <a:pt x="35" y="8"/>
                    <a:pt x="30" y="18"/>
                    <a:pt x="34" y="33"/>
                  </a:cubicBezTo>
                  <a:cubicBezTo>
                    <a:pt x="34" y="36"/>
                    <a:pt x="32" y="37"/>
                    <a:pt x="32" y="38"/>
                  </a:cubicBezTo>
                  <a:cubicBezTo>
                    <a:pt x="33" y="41"/>
                    <a:pt x="33" y="49"/>
                    <a:pt x="36" y="50"/>
                  </a:cubicBezTo>
                  <a:cubicBezTo>
                    <a:pt x="36" y="51"/>
                    <a:pt x="38" y="51"/>
                    <a:pt x="38" y="51"/>
                  </a:cubicBezTo>
                  <a:cubicBezTo>
                    <a:pt x="38" y="54"/>
                    <a:pt x="38" y="57"/>
                    <a:pt x="39" y="60"/>
                  </a:cubicBezTo>
                  <a:cubicBezTo>
                    <a:pt x="39" y="62"/>
                    <a:pt x="41" y="62"/>
                    <a:pt x="42" y="65"/>
                  </a:cubicBezTo>
                  <a:cubicBezTo>
                    <a:pt x="39" y="65"/>
                    <a:pt x="39" y="65"/>
                    <a:pt x="39" y="65"/>
                  </a:cubicBezTo>
                  <a:cubicBezTo>
                    <a:pt x="38" y="67"/>
                    <a:pt x="37" y="72"/>
                    <a:pt x="35" y="73"/>
                  </a:cubicBezTo>
                  <a:cubicBezTo>
                    <a:pt x="33" y="73"/>
                    <a:pt x="32" y="74"/>
                    <a:pt x="30" y="74"/>
                  </a:cubicBezTo>
                  <a:cubicBezTo>
                    <a:pt x="25" y="76"/>
                    <a:pt x="19" y="79"/>
                    <a:pt x="13" y="81"/>
                  </a:cubicBezTo>
                  <a:cubicBezTo>
                    <a:pt x="8" y="83"/>
                    <a:pt x="2" y="84"/>
                    <a:pt x="1" y="89"/>
                  </a:cubicBezTo>
                  <a:cubicBezTo>
                    <a:pt x="1" y="93"/>
                    <a:pt x="0" y="101"/>
                    <a:pt x="0" y="106"/>
                  </a:cubicBezTo>
                  <a:cubicBezTo>
                    <a:pt x="25" y="106"/>
                    <a:pt x="25" y="106"/>
                    <a:pt x="25" y="106"/>
                  </a:cubicBezTo>
                  <a:cubicBezTo>
                    <a:pt x="25" y="104"/>
                    <a:pt x="25" y="103"/>
                    <a:pt x="25" y="101"/>
                  </a:cubicBezTo>
                  <a:cubicBezTo>
                    <a:pt x="25" y="98"/>
                    <a:pt x="25" y="95"/>
                    <a:pt x="25" y="93"/>
                  </a:cubicBezTo>
                  <a:cubicBezTo>
                    <a:pt x="25" y="92"/>
                    <a:pt x="25" y="92"/>
                    <a:pt x="25" y="92"/>
                  </a:cubicBezTo>
                  <a:cubicBezTo>
                    <a:pt x="25" y="91"/>
                    <a:pt x="25" y="91"/>
                    <a:pt x="25" y="91"/>
                  </a:cubicBezTo>
                  <a:cubicBezTo>
                    <a:pt x="28" y="83"/>
                    <a:pt x="36" y="80"/>
                    <a:pt x="42" y="78"/>
                  </a:cubicBezTo>
                  <a:cubicBezTo>
                    <a:pt x="44" y="77"/>
                    <a:pt x="45" y="77"/>
                    <a:pt x="46" y="76"/>
                  </a:cubicBezTo>
                  <a:cubicBezTo>
                    <a:pt x="49" y="75"/>
                    <a:pt x="53" y="74"/>
                    <a:pt x="56" y="72"/>
                  </a:cubicBezTo>
                  <a:cubicBezTo>
                    <a:pt x="60" y="70"/>
                    <a:pt x="65" y="68"/>
                    <a:pt x="69" y="67"/>
                  </a:cubicBezTo>
                  <a:cubicBezTo>
                    <a:pt x="69" y="66"/>
                    <a:pt x="69" y="66"/>
                    <a:pt x="69" y="65"/>
                  </a:cubicBezTo>
                  <a:cubicBezTo>
                    <a:pt x="68" y="65"/>
                    <a:pt x="67" y="65"/>
                    <a:pt x="66" y="65"/>
                  </a:cubicBezTo>
                  <a:cubicBezTo>
                    <a:pt x="66" y="62"/>
                    <a:pt x="68" y="61"/>
                    <a:pt x="69" y="59"/>
                  </a:cubicBezTo>
                  <a:cubicBezTo>
                    <a:pt x="70" y="57"/>
                    <a:pt x="69" y="54"/>
                    <a:pt x="70" y="52"/>
                  </a:cubicBezTo>
                  <a:cubicBezTo>
                    <a:pt x="71" y="51"/>
                    <a:pt x="73" y="50"/>
                    <a:pt x="73" y="49"/>
                  </a:cubicBezTo>
                  <a:cubicBezTo>
                    <a:pt x="74" y="48"/>
                    <a:pt x="75" y="46"/>
                    <a:pt x="75" y="45"/>
                  </a:cubicBezTo>
                  <a:cubicBezTo>
                    <a:pt x="75" y="44"/>
                    <a:pt x="75" y="43"/>
                    <a:pt x="75" y="43"/>
                  </a:cubicBezTo>
                  <a:cubicBezTo>
                    <a:pt x="71" y="38"/>
                    <a:pt x="70" y="30"/>
                    <a:pt x="70" y="24"/>
                  </a:cubicBezTo>
                  <a:cubicBezTo>
                    <a:pt x="70" y="23"/>
                    <a:pt x="70" y="23"/>
                    <a:pt x="69" y="22"/>
                  </a:cubicBezTo>
                  <a:close/>
                  <a:moveTo>
                    <a:pt x="211" y="89"/>
                  </a:moveTo>
                  <a:cubicBezTo>
                    <a:pt x="210" y="84"/>
                    <a:pt x="204" y="83"/>
                    <a:pt x="199" y="81"/>
                  </a:cubicBezTo>
                  <a:cubicBezTo>
                    <a:pt x="193" y="79"/>
                    <a:pt x="187" y="76"/>
                    <a:pt x="182" y="74"/>
                  </a:cubicBezTo>
                  <a:cubicBezTo>
                    <a:pt x="180" y="74"/>
                    <a:pt x="179" y="73"/>
                    <a:pt x="177" y="73"/>
                  </a:cubicBezTo>
                  <a:cubicBezTo>
                    <a:pt x="175" y="72"/>
                    <a:pt x="174" y="67"/>
                    <a:pt x="173" y="65"/>
                  </a:cubicBezTo>
                  <a:cubicBezTo>
                    <a:pt x="172" y="65"/>
                    <a:pt x="171" y="65"/>
                    <a:pt x="170" y="65"/>
                  </a:cubicBezTo>
                  <a:cubicBezTo>
                    <a:pt x="170" y="62"/>
                    <a:pt x="172" y="61"/>
                    <a:pt x="173" y="59"/>
                  </a:cubicBezTo>
                  <a:cubicBezTo>
                    <a:pt x="173" y="57"/>
                    <a:pt x="173" y="54"/>
                    <a:pt x="174" y="52"/>
                  </a:cubicBezTo>
                  <a:cubicBezTo>
                    <a:pt x="175" y="51"/>
                    <a:pt x="176" y="50"/>
                    <a:pt x="177" y="49"/>
                  </a:cubicBezTo>
                  <a:cubicBezTo>
                    <a:pt x="178" y="48"/>
                    <a:pt x="178" y="46"/>
                    <a:pt x="179" y="45"/>
                  </a:cubicBezTo>
                  <a:cubicBezTo>
                    <a:pt x="179" y="43"/>
                    <a:pt x="180" y="39"/>
                    <a:pt x="178" y="37"/>
                  </a:cubicBezTo>
                  <a:cubicBezTo>
                    <a:pt x="178" y="35"/>
                    <a:pt x="177" y="35"/>
                    <a:pt x="177" y="34"/>
                  </a:cubicBezTo>
                  <a:cubicBezTo>
                    <a:pt x="177" y="31"/>
                    <a:pt x="178" y="25"/>
                    <a:pt x="178" y="23"/>
                  </a:cubicBezTo>
                  <a:cubicBezTo>
                    <a:pt x="178" y="20"/>
                    <a:pt x="178" y="16"/>
                    <a:pt x="177" y="13"/>
                  </a:cubicBezTo>
                  <a:cubicBezTo>
                    <a:pt x="177" y="13"/>
                    <a:pt x="176" y="9"/>
                    <a:pt x="174" y="8"/>
                  </a:cubicBezTo>
                  <a:cubicBezTo>
                    <a:pt x="171" y="8"/>
                    <a:pt x="171" y="8"/>
                    <a:pt x="171" y="8"/>
                  </a:cubicBezTo>
                  <a:cubicBezTo>
                    <a:pt x="168" y="6"/>
                    <a:pt x="168" y="6"/>
                    <a:pt x="168" y="6"/>
                  </a:cubicBezTo>
                  <a:cubicBezTo>
                    <a:pt x="160" y="0"/>
                    <a:pt x="151" y="4"/>
                    <a:pt x="146" y="6"/>
                  </a:cubicBezTo>
                  <a:cubicBezTo>
                    <a:pt x="143" y="7"/>
                    <a:pt x="141" y="9"/>
                    <a:pt x="139" y="12"/>
                  </a:cubicBezTo>
                  <a:cubicBezTo>
                    <a:pt x="139" y="13"/>
                    <a:pt x="139" y="14"/>
                    <a:pt x="139" y="14"/>
                  </a:cubicBezTo>
                  <a:cubicBezTo>
                    <a:pt x="139" y="15"/>
                    <a:pt x="139" y="15"/>
                    <a:pt x="139" y="15"/>
                  </a:cubicBezTo>
                  <a:cubicBezTo>
                    <a:pt x="139" y="15"/>
                    <a:pt x="139" y="15"/>
                    <a:pt x="139" y="15"/>
                  </a:cubicBezTo>
                  <a:cubicBezTo>
                    <a:pt x="140" y="16"/>
                    <a:pt x="140" y="16"/>
                    <a:pt x="140" y="17"/>
                  </a:cubicBezTo>
                  <a:cubicBezTo>
                    <a:pt x="143" y="22"/>
                    <a:pt x="142" y="28"/>
                    <a:pt x="141" y="32"/>
                  </a:cubicBezTo>
                  <a:cubicBezTo>
                    <a:pt x="141" y="34"/>
                    <a:pt x="140" y="38"/>
                    <a:pt x="138" y="41"/>
                  </a:cubicBezTo>
                  <a:cubicBezTo>
                    <a:pt x="137" y="41"/>
                    <a:pt x="137" y="42"/>
                    <a:pt x="136" y="42"/>
                  </a:cubicBezTo>
                  <a:cubicBezTo>
                    <a:pt x="137" y="46"/>
                    <a:pt x="137" y="49"/>
                    <a:pt x="139" y="50"/>
                  </a:cubicBezTo>
                  <a:cubicBezTo>
                    <a:pt x="140" y="51"/>
                    <a:pt x="142" y="51"/>
                    <a:pt x="142" y="51"/>
                  </a:cubicBezTo>
                  <a:cubicBezTo>
                    <a:pt x="142" y="54"/>
                    <a:pt x="142" y="57"/>
                    <a:pt x="142" y="60"/>
                  </a:cubicBezTo>
                  <a:cubicBezTo>
                    <a:pt x="143" y="62"/>
                    <a:pt x="145" y="62"/>
                    <a:pt x="145" y="65"/>
                  </a:cubicBezTo>
                  <a:cubicBezTo>
                    <a:pt x="143" y="65"/>
                    <a:pt x="143" y="65"/>
                    <a:pt x="143" y="65"/>
                  </a:cubicBezTo>
                  <a:cubicBezTo>
                    <a:pt x="143" y="66"/>
                    <a:pt x="143" y="66"/>
                    <a:pt x="143" y="67"/>
                  </a:cubicBezTo>
                  <a:cubicBezTo>
                    <a:pt x="147" y="68"/>
                    <a:pt x="152" y="70"/>
                    <a:pt x="156" y="72"/>
                  </a:cubicBezTo>
                  <a:cubicBezTo>
                    <a:pt x="160" y="74"/>
                    <a:pt x="163" y="75"/>
                    <a:pt x="166" y="76"/>
                  </a:cubicBezTo>
                  <a:cubicBezTo>
                    <a:pt x="167" y="77"/>
                    <a:pt x="168" y="77"/>
                    <a:pt x="170" y="78"/>
                  </a:cubicBezTo>
                  <a:cubicBezTo>
                    <a:pt x="176" y="80"/>
                    <a:pt x="184" y="83"/>
                    <a:pt x="187" y="91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7" y="93"/>
                    <a:pt x="187" y="93"/>
                    <a:pt x="187" y="93"/>
                  </a:cubicBezTo>
                  <a:cubicBezTo>
                    <a:pt x="187" y="95"/>
                    <a:pt x="187" y="98"/>
                    <a:pt x="187" y="101"/>
                  </a:cubicBezTo>
                  <a:cubicBezTo>
                    <a:pt x="187" y="103"/>
                    <a:pt x="187" y="104"/>
                    <a:pt x="187" y="106"/>
                  </a:cubicBezTo>
                  <a:cubicBezTo>
                    <a:pt x="212" y="106"/>
                    <a:pt x="212" y="106"/>
                    <a:pt x="212" y="106"/>
                  </a:cubicBezTo>
                  <a:cubicBezTo>
                    <a:pt x="212" y="101"/>
                    <a:pt x="211" y="93"/>
                    <a:pt x="211" y="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 dirty="0"/>
            </a:p>
          </p:txBody>
        </p:sp>
        <p:sp>
          <p:nvSpPr>
            <p:cNvPr id="10" name="Freeform 900"/>
            <p:cNvSpPr/>
            <p:nvPr/>
          </p:nvSpPr>
          <p:spPr bwMode="auto">
            <a:xfrm>
              <a:off x="5619279" y="1613662"/>
              <a:ext cx="1473199" cy="1567686"/>
            </a:xfrm>
            <a:custGeom>
              <a:avLst/>
              <a:gdLst>
                <a:gd name="T0" fmla="*/ 102 w 150"/>
                <a:gd name="T1" fmla="*/ 17 h 147"/>
                <a:gd name="T2" fmla="*/ 103 w 150"/>
                <a:gd name="T3" fmla="*/ 32 h 147"/>
                <a:gd name="T4" fmla="*/ 102 w 150"/>
                <a:gd name="T5" fmla="*/ 46 h 147"/>
                <a:gd name="T6" fmla="*/ 104 w 150"/>
                <a:gd name="T7" fmla="*/ 50 h 147"/>
                <a:gd name="T8" fmla="*/ 104 w 150"/>
                <a:gd name="T9" fmla="*/ 62 h 147"/>
                <a:gd name="T10" fmla="*/ 102 w 150"/>
                <a:gd name="T11" fmla="*/ 68 h 147"/>
                <a:gd name="T12" fmla="*/ 97 w 150"/>
                <a:gd name="T13" fmla="*/ 72 h 147"/>
                <a:gd name="T14" fmla="*/ 96 w 150"/>
                <a:gd name="T15" fmla="*/ 82 h 147"/>
                <a:gd name="T16" fmla="*/ 92 w 150"/>
                <a:gd name="T17" fmla="*/ 90 h 147"/>
                <a:gd name="T18" fmla="*/ 96 w 150"/>
                <a:gd name="T19" fmla="*/ 90 h 147"/>
                <a:gd name="T20" fmla="*/ 102 w 150"/>
                <a:gd name="T21" fmla="*/ 101 h 147"/>
                <a:gd name="T22" fmla="*/ 109 w 150"/>
                <a:gd name="T23" fmla="*/ 103 h 147"/>
                <a:gd name="T24" fmla="*/ 132 w 150"/>
                <a:gd name="T25" fmla="*/ 113 h 147"/>
                <a:gd name="T26" fmla="*/ 150 w 150"/>
                <a:gd name="T27" fmla="*/ 124 h 147"/>
                <a:gd name="T28" fmla="*/ 150 w 150"/>
                <a:gd name="T29" fmla="*/ 147 h 147"/>
                <a:gd name="T30" fmla="*/ 0 w 150"/>
                <a:gd name="T31" fmla="*/ 147 h 147"/>
                <a:gd name="T32" fmla="*/ 0 w 150"/>
                <a:gd name="T33" fmla="*/ 124 h 147"/>
                <a:gd name="T34" fmla="*/ 18 w 150"/>
                <a:gd name="T35" fmla="*/ 113 h 147"/>
                <a:gd name="T36" fmla="*/ 41 w 150"/>
                <a:gd name="T37" fmla="*/ 103 h 147"/>
                <a:gd name="T38" fmla="*/ 48 w 150"/>
                <a:gd name="T39" fmla="*/ 101 h 147"/>
                <a:gd name="T40" fmla="*/ 54 w 150"/>
                <a:gd name="T41" fmla="*/ 90 h 147"/>
                <a:gd name="T42" fmla="*/ 57 w 150"/>
                <a:gd name="T43" fmla="*/ 90 h 147"/>
                <a:gd name="T44" fmla="*/ 53 w 150"/>
                <a:gd name="T45" fmla="*/ 83 h 147"/>
                <a:gd name="T46" fmla="*/ 52 w 150"/>
                <a:gd name="T47" fmla="*/ 70 h 147"/>
                <a:gd name="T48" fmla="*/ 49 w 150"/>
                <a:gd name="T49" fmla="*/ 70 h 147"/>
                <a:gd name="T50" fmla="*/ 44 w 150"/>
                <a:gd name="T51" fmla="*/ 53 h 147"/>
                <a:gd name="T52" fmla="*/ 46 w 150"/>
                <a:gd name="T53" fmla="*/ 46 h 147"/>
                <a:gd name="T54" fmla="*/ 58 w 150"/>
                <a:gd name="T55" fmla="*/ 7 h 147"/>
                <a:gd name="T56" fmla="*/ 90 w 150"/>
                <a:gd name="T57" fmla="*/ 7 h 147"/>
                <a:gd name="T58" fmla="*/ 93 w 150"/>
                <a:gd name="T59" fmla="*/ 10 h 147"/>
                <a:gd name="T60" fmla="*/ 98 w 150"/>
                <a:gd name="T61" fmla="*/ 10 h 147"/>
                <a:gd name="T62" fmla="*/ 102 w 150"/>
                <a:gd name="T63" fmla="*/ 17 h 147"/>
                <a:gd name="connsiteX0" fmla="*/ 6800 w 10000"/>
                <a:gd name="connsiteY0" fmla="*/ 926 h 9770"/>
                <a:gd name="connsiteX1" fmla="*/ 6867 w 10000"/>
                <a:gd name="connsiteY1" fmla="*/ 1947 h 9770"/>
                <a:gd name="connsiteX2" fmla="*/ 6800 w 10000"/>
                <a:gd name="connsiteY2" fmla="*/ 2899 h 9770"/>
                <a:gd name="connsiteX3" fmla="*/ 6933 w 10000"/>
                <a:gd name="connsiteY3" fmla="*/ 3171 h 9770"/>
                <a:gd name="connsiteX4" fmla="*/ 6933 w 10000"/>
                <a:gd name="connsiteY4" fmla="*/ 3988 h 9770"/>
                <a:gd name="connsiteX5" fmla="*/ 6800 w 10000"/>
                <a:gd name="connsiteY5" fmla="*/ 4396 h 9770"/>
                <a:gd name="connsiteX6" fmla="*/ 6467 w 10000"/>
                <a:gd name="connsiteY6" fmla="*/ 4668 h 9770"/>
                <a:gd name="connsiteX7" fmla="*/ 6400 w 10000"/>
                <a:gd name="connsiteY7" fmla="*/ 5348 h 9770"/>
                <a:gd name="connsiteX8" fmla="*/ 6133 w 10000"/>
                <a:gd name="connsiteY8" fmla="*/ 5892 h 9770"/>
                <a:gd name="connsiteX9" fmla="*/ 6400 w 10000"/>
                <a:gd name="connsiteY9" fmla="*/ 5892 h 9770"/>
                <a:gd name="connsiteX10" fmla="*/ 6800 w 10000"/>
                <a:gd name="connsiteY10" fmla="*/ 6641 h 9770"/>
                <a:gd name="connsiteX11" fmla="*/ 7267 w 10000"/>
                <a:gd name="connsiteY11" fmla="*/ 6777 h 9770"/>
                <a:gd name="connsiteX12" fmla="*/ 8800 w 10000"/>
                <a:gd name="connsiteY12" fmla="*/ 7457 h 9770"/>
                <a:gd name="connsiteX13" fmla="*/ 10000 w 10000"/>
                <a:gd name="connsiteY13" fmla="*/ 8205 h 9770"/>
                <a:gd name="connsiteX14" fmla="*/ 10000 w 10000"/>
                <a:gd name="connsiteY14" fmla="*/ 9770 h 9770"/>
                <a:gd name="connsiteX15" fmla="*/ 0 w 10000"/>
                <a:gd name="connsiteY15" fmla="*/ 9770 h 9770"/>
                <a:gd name="connsiteX16" fmla="*/ 0 w 10000"/>
                <a:gd name="connsiteY16" fmla="*/ 8205 h 9770"/>
                <a:gd name="connsiteX17" fmla="*/ 1200 w 10000"/>
                <a:gd name="connsiteY17" fmla="*/ 7457 h 9770"/>
                <a:gd name="connsiteX18" fmla="*/ 2733 w 10000"/>
                <a:gd name="connsiteY18" fmla="*/ 6777 h 9770"/>
                <a:gd name="connsiteX19" fmla="*/ 3200 w 10000"/>
                <a:gd name="connsiteY19" fmla="*/ 6641 h 9770"/>
                <a:gd name="connsiteX20" fmla="*/ 3600 w 10000"/>
                <a:gd name="connsiteY20" fmla="*/ 5892 h 9770"/>
                <a:gd name="connsiteX21" fmla="*/ 3800 w 10000"/>
                <a:gd name="connsiteY21" fmla="*/ 5892 h 9770"/>
                <a:gd name="connsiteX22" fmla="*/ 3533 w 10000"/>
                <a:gd name="connsiteY22" fmla="*/ 5416 h 9770"/>
                <a:gd name="connsiteX23" fmla="*/ 3467 w 10000"/>
                <a:gd name="connsiteY23" fmla="*/ 4532 h 9770"/>
                <a:gd name="connsiteX24" fmla="*/ 3267 w 10000"/>
                <a:gd name="connsiteY24" fmla="*/ 4532 h 9770"/>
                <a:gd name="connsiteX25" fmla="*/ 2933 w 10000"/>
                <a:gd name="connsiteY25" fmla="*/ 3375 h 9770"/>
                <a:gd name="connsiteX26" fmla="*/ 3067 w 10000"/>
                <a:gd name="connsiteY26" fmla="*/ 2899 h 9770"/>
                <a:gd name="connsiteX27" fmla="*/ 3867 w 10000"/>
                <a:gd name="connsiteY27" fmla="*/ 246 h 9770"/>
                <a:gd name="connsiteX28" fmla="*/ 6000 w 10000"/>
                <a:gd name="connsiteY28" fmla="*/ 246 h 9770"/>
                <a:gd name="connsiteX29" fmla="*/ 6200 w 10000"/>
                <a:gd name="connsiteY29" fmla="*/ 450 h 9770"/>
                <a:gd name="connsiteX30" fmla="*/ 6533 w 10000"/>
                <a:gd name="connsiteY30" fmla="*/ 450 h 9770"/>
                <a:gd name="connsiteX31" fmla="*/ 6800 w 10000"/>
                <a:gd name="connsiteY31" fmla="*/ 926 h 9770"/>
                <a:gd name="connsiteX0-1" fmla="*/ 6800 w 10000"/>
                <a:gd name="connsiteY0-2" fmla="*/ 947 h 10202"/>
                <a:gd name="connsiteX1-3" fmla="*/ 6867 w 10000"/>
                <a:gd name="connsiteY1-4" fmla="*/ 1992 h 10202"/>
                <a:gd name="connsiteX2-5" fmla="*/ 6800 w 10000"/>
                <a:gd name="connsiteY2-6" fmla="*/ 2966 h 10202"/>
                <a:gd name="connsiteX3-7" fmla="*/ 6933 w 10000"/>
                <a:gd name="connsiteY3-8" fmla="*/ 3245 h 10202"/>
                <a:gd name="connsiteX4-9" fmla="*/ 6933 w 10000"/>
                <a:gd name="connsiteY4-10" fmla="*/ 4081 h 10202"/>
                <a:gd name="connsiteX5-11" fmla="*/ 6800 w 10000"/>
                <a:gd name="connsiteY5-12" fmla="*/ 4498 h 10202"/>
                <a:gd name="connsiteX6-13" fmla="*/ 6467 w 10000"/>
                <a:gd name="connsiteY6-14" fmla="*/ 4777 h 10202"/>
                <a:gd name="connsiteX7-15" fmla="*/ 6400 w 10000"/>
                <a:gd name="connsiteY7-16" fmla="*/ 5473 h 10202"/>
                <a:gd name="connsiteX8-17" fmla="*/ 6133 w 10000"/>
                <a:gd name="connsiteY8-18" fmla="*/ 6030 h 10202"/>
                <a:gd name="connsiteX9-19" fmla="*/ 6400 w 10000"/>
                <a:gd name="connsiteY9-20" fmla="*/ 6030 h 10202"/>
                <a:gd name="connsiteX10-21" fmla="*/ 6800 w 10000"/>
                <a:gd name="connsiteY10-22" fmla="*/ 6796 h 10202"/>
                <a:gd name="connsiteX11-23" fmla="*/ 7267 w 10000"/>
                <a:gd name="connsiteY11-24" fmla="*/ 6936 h 10202"/>
                <a:gd name="connsiteX12-25" fmla="*/ 8800 w 10000"/>
                <a:gd name="connsiteY12-26" fmla="*/ 7632 h 10202"/>
                <a:gd name="connsiteX13-27" fmla="*/ 10000 w 10000"/>
                <a:gd name="connsiteY13-28" fmla="*/ 8397 h 10202"/>
                <a:gd name="connsiteX14-29" fmla="*/ 10000 w 10000"/>
                <a:gd name="connsiteY14-30" fmla="*/ 9999 h 10202"/>
                <a:gd name="connsiteX15-31" fmla="*/ 0 w 10000"/>
                <a:gd name="connsiteY15-32" fmla="*/ 9999 h 10202"/>
                <a:gd name="connsiteX16-33" fmla="*/ 0 w 10000"/>
                <a:gd name="connsiteY16-34" fmla="*/ 8397 h 10202"/>
                <a:gd name="connsiteX17-35" fmla="*/ 1200 w 10000"/>
                <a:gd name="connsiteY17-36" fmla="*/ 7632 h 10202"/>
                <a:gd name="connsiteX18-37" fmla="*/ 2733 w 10000"/>
                <a:gd name="connsiteY18-38" fmla="*/ 6936 h 10202"/>
                <a:gd name="connsiteX19-39" fmla="*/ 3200 w 10000"/>
                <a:gd name="connsiteY19-40" fmla="*/ 6796 h 10202"/>
                <a:gd name="connsiteX20-41" fmla="*/ 3600 w 10000"/>
                <a:gd name="connsiteY20-42" fmla="*/ 6030 h 10202"/>
                <a:gd name="connsiteX21-43" fmla="*/ 3800 w 10000"/>
                <a:gd name="connsiteY21-44" fmla="*/ 6030 h 10202"/>
                <a:gd name="connsiteX22-45" fmla="*/ 3533 w 10000"/>
                <a:gd name="connsiteY22-46" fmla="*/ 5543 h 10202"/>
                <a:gd name="connsiteX23-47" fmla="*/ 3467 w 10000"/>
                <a:gd name="connsiteY23-48" fmla="*/ 4638 h 10202"/>
                <a:gd name="connsiteX24-49" fmla="*/ 3267 w 10000"/>
                <a:gd name="connsiteY24-50" fmla="*/ 4638 h 10202"/>
                <a:gd name="connsiteX25-51" fmla="*/ 2933 w 10000"/>
                <a:gd name="connsiteY25-52" fmla="*/ 3453 h 10202"/>
                <a:gd name="connsiteX26-53" fmla="*/ 3067 w 10000"/>
                <a:gd name="connsiteY26-54" fmla="*/ 2966 h 10202"/>
                <a:gd name="connsiteX27-55" fmla="*/ 3867 w 10000"/>
                <a:gd name="connsiteY27-56" fmla="*/ 251 h 10202"/>
                <a:gd name="connsiteX28-57" fmla="*/ 6000 w 10000"/>
                <a:gd name="connsiteY28-58" fmla="*/ 251 h 10202"/>
                <a:gd name="connsiteX29-59" fmla="*/ 6200 w 10000"/>
                <a:gd name="connsiteY29-60" fmla="*/ 460 h 10202"/>
                <a:gd name="connsiteX30-61" fmla="*/ 6533 w 10000"/>
                <a:gd name="connsiteY30-62" fmla="*/ 460 h 10202"/>
                <a:gd name="connsiteX31-63" fmla="*/ 6800 w 10000"/>
                <a:gd name="connsiteY31-64" fmla="*/ 947 h 10202"/>
                <a:gd name="connsiteX0-65" fmla="*/ 6800 w 10000"/>
                <a:gd name="connsiteY0-66" fmla="*/ 947 h 10202"/>
                <a:gd name="connsiteX1-67" fmla="*/ 6867 w 10000"/>
                <a:gd name="connsiteY1-68" fmla="*/ 1992 h 10202"/>
                <a:gd name="connsiteX2-69" fmla="*/ 6800 w 10000"/>
                <a:gd name="connsiteY2-70" fmla="*/ 2966 h 10202"/>
                <a:gd name="connsiteX3-71" fmla="*/ 6933 w 10000"/>
                <a:gd name="connsiteY3-72" fmla="*/ 3245 h 10202"/>
                <a:gd name="connsiteX4-73" fmla="*/ 6933 w 10000"/>
                <a:gd name="connsiteY4-74" fmla="*/ 4081 h 10202"/>
                <a:gd name="connsiteX5-75" fmla="*/ 6800 w 10000"/>
                <a:gd name="connsiteY5-76" fmla="*/ 4498 h 10202"/>
                <a:gd name="connsiteX6-77" fmla="*/ 6467 w 10000"/>
                <a:gd name="connsiteY6-78" fmla="*/ 4777 h 10202"/>
                <a:gd name="connsiteX7-79" fmla="*/ 6400 w 10000"/>
                <a:gd name="connsiteY7-80" fmla="*/ 5473 h 10202"/>
                <a:gd name="connsiteX8-81" fmla="*/ 6133 w 10000"/>
                <a:gd name="connsiteY8-82" fmla="*/ 6030 h 10202"/>
                <a:gd name="connsiteX9-83" fmla="*/ 6400 w 10000"/>
                <a:gd name="connsiteY9-84" fmla="*/ 6030 h 10202"/>
                <a:gd name="connsiteX10-85" fmla="*/ 6800 w 10000"/>
                <a:gd name="connsiteY10-86" fmla="*/ 6796 h 10202"/>
                <a:gd name="connsiteX11-87" fmla="*/ 7267 w 10000"/>
                <a:gd name="connsiteY11-88" fmla="*/ 6936 h 10202"/>
                <a:gd name="connsiteX12-89" fmla="*/ 8800 w 10000"/>
                <a:gd name="connsiteY12-90" fmla="*/ 7632 h 10202"/>
                <a:gd name="connsiteX13-91" fmla="*/ 10000 w 10000"/>
                <a:gd name="connsiteY13-92" fmla="*/ 8397 h 10202"/>
                <a:gd name="connsiteX14-93" fmla="*/ 10000 w 10000"/>
                <a:gd name="connsiteY14-94" fmla="*/ 9999 h 10202"/>
                <a:gd name="connsiteX15-95" fmla="*/ 0 w 10000"/>
                <a:gd name="connsiteY15-96" fmla="*/ 9999 h 10202"/>
                <a:gd name="connsiteX16-97" fmla="*/ 0 w 10000"/>
                <a:gd name="connsiteY16-98" fmla="*/ 8397 h 10202"/>
                <a:gd name="connsiteX17-99" fmla="*/ 1200 w 10000"/>
                <a:gd name="connsiteY17-100" fmla="*/ 7632 h 10202"/>
                <a:gd name="connsiteX18-101" fmla="*/ 2733 w 10000"/>
                <a:gd name="connsiteY18-102" fmla="*/ 6936 h 10202"/>
                <a:gd name="connsiteX19-103" fmla="*/ 3200 w 10000"/>
                <a:gd name="connsiteY19-104" fmla="*/ 6796 h 10202"/>
                <a:gd name="connsiteX20-105" fmla="*/ 3600 w 10000"/>
                <a:gd name="connsiteY20-106" fmla="*/ 6030 h 10202"/>
                <a:gd name="connsiteX21-107" fmla="*/ 3800 w 10000"/>
                <a:gd name="connsiteY21-108" fmla="*/ 6030 h 10202"/>
                <a:gd name="connsiteX22-109" fmla="*/ 3533 w 10000"/>
                <a:gd name="connsiteY22-110" fmla="*/ 5543 h 10202"/>
                <a:gd name="connsiteX23-111" fmla="*/ 3467 w 10000"/>
                <a:gd name="connsiteY23-112" fmla="*/ 4638 h 10202"/>
                <a:gd name="connsiteX24-113" fmla="*/ 3267 w 10000"/>
                <a:gd name="connsiteY24-114" fmla="*/ 4638 h 10202"/>
                <a:gd name="connsiteX25-115" fmla="*/ 2933 w 10000"/>
                <a:gd name="connsiteY25-116" fmla="*/ 3453 h 10202"/>
                <a:gd name="connsiteX26-117" fmla="*/ 3067 w 10000"/>
                <a:gd name="connsiteY26-118" fmla="*/ 2966 h 10202"/>
                <a:gd name="connsiteX27-119" fmla="*/ 3867 w 10000"/>
                <a:gd name="connsiteY27-120" fmla="*/ 251 h 10202"/>
                <a:gd name="connsiteX28-121" fmla="*/ 6000 w 10000"/>
                <a:gd name="connsiteY28-122" fmla="*/ 251 h 10202"/>
                <a:gd name="connsiteX29-123" fmla="*/ 6200 w 10000"/>
                <a:gd name="connsiteY29-124" fmla="*/ 460 h 10202"/>
                <a:gd name="connsiteX30-125" fmla="*/ 6533 w 10000"/>
                <a:gd name="connsiteY30-126" fmla="*/ 460 h 10202"/>
                <a:gd name="connsiteX31-127" fmla="*/ 6800 w 10000"/>
                <a:gd name="connsiteY31-128" fmla="*/ 947 h 10202"/>
                <a:gd name="connsiteX0-129" fmla="*/ 6800 w 10000"/>
                <a:gd name="connsiteY0-130" fmla="*/ 947 h 10202"/>
                <a:gd name="connsiteX1-131" fmla="*/ 6867 w 10000"/>
                <a:gd name="connsiteY1-132" fmla="*/ 1992 h 10202"/>
                <a:gd name="connsiteX2-133" fmla="*/ 6800 w 10000"/>
                <a:gd name="connsiteY2-134" fmla="*/ 2966 h 10202"/>
                <a:gd name="connsiteX3-135" fmla="*/ 6933 w 10000"/>
                <a:gd name="connsiteY3-136" fmla="*/ 3245 h 10202"/>
                <a:gd name="connsiteX4-137" fmla="*/ 6933 w 10000"/>
                <a:gd name="connsiteY4-138" fmla="*/ 4081 h 10202"/>
                <a:gd name="connsiteX5-139" fmla="*/ 6800 w 10000"/>
                <a:gd name="connsiteY5-140" fmla="*/ 4498 h 10202"/>
                <a:gd name="connsiteX6-141" fmla="*/ 6467 w 10000"/>
                <a:gd name="connsiteY6-142" fmla="*/ 4777 h 10202"/>
                <a:gd name="connsiteX7-143" fmla="*/ 6400 w 10000"/>
                <a:gd name="connsiteY7-144" fmla="*/ 5473 h 10202"/>
                <a:gd name="connsiteX8-145" fmla="*/ 6133 w 10000"/>
                <a:gd name="connsiteY8-146" fmla="*/ 6030 h 10202"/>
                <a:gd name="connsiteX9-147" fmla="*/ 6400 w 10000"/>
                <a:gd name="connsiteY9-148" fmla="*/ 6030 h 10202"/>
                <a:gd name="connsiteX10-149" fmla="*/ 6800 w 10000"/>
                <a:gd name="connsiteY10-150" fmla="*/ 6796 h 10202"/>
                <a:gd name="connsiteX11-151" fmla="*/ 7267 w 10000"/>
                <a:gd name="connsiteY11-152" fmla="*/ 6936 h 10202"/>
                <a:gd name="connsiteX12-153" fmla="*/ 8800 w 10000"/>
                <a:gd name="connsiteY12-154" fmla="*/ 7632 h 10202"/>
                <a:gd name="connsiteX13-155" fmla="*/ 10000 w 10000"/>
                <a:gd name="connsiteY13-156" fmla="*/ 8397 h 10202"/>
                <a:gd name="connsiteX14-157" fmla="*/ 10000 w 10000"/>
                <a:gd name="connsiteY14-158" fmla="*/ 9999 h 10202"/>
                <a:gd name="connsiteX15-159" fmla="*/ 0 w 10000"/>
                <a:gd name="connsiteY15-160" fmla="*/ 9999 h 10202"/>
                <a:gd name="connsiteX16-161" fmla="*/ 0 w 10000"/>
                <a:gd name="connsiteY16-162" fmla="*/ 8397 h 10202"/>
                <a:gd name="connsiteX17-163" fmla="*/ 1200 w 10000"/>
                <a:gd name="connsiteY17-164" fmla="*/ 7632 h 10202"/>
                <a:gd name="connsiteX18-165" fmla="*/ 2733 w 10000"/>
                <a:gd name="connsiteY18-166" fmla="*/ 6936 h 10202"/>
                <a:gd name="connsiteX19-167" fmla="*/ 3200 w 10000"/>
                <a:gd name="connsiteY19-168" fmla="*/ 6796 h 10202"/>
                <a:gd name="connsiteX20-169" fmla="*/ 3600 w 10000"/>
                <a:gd name="connsiteY20-170" fmla="*/ 6030 h 10202"/>
                <a:gd name="connsiteX21-171" fmla="*/ 3800 w 10000"/>
                <a:gd name="connsiteY21-172" fmla="*/ 6030 h 10202"/>
                <a:gd name="connsiteX22-173" fmla="*/ 3533 w 10000"/>
                <a:gd name="connsiteY22-174" fmla="*/ 5543 h 10202"/>
                <a:gd name="connsiteX23-175" fmla="*/ 3467 w 10000"/>
                <a:gd name="connsiteY23-176" fmla="*/ 4638 h 10202"/>
                <a:gd name="connsiteX24-177" fmla="*/ 3267 w 10000"/>
                <a:gd name="connsiteY24-178" fmla="*/ 4638 h 10202"/>
                <a:gd name="connsiteX25-179" fmla="*/ 2933 w 10000"/>
                <a:gd name="connsiteY25-180" fmla="*/ 3453 h 10202"/>
                <a:gd name="connsiteX26-181" fmla="*/ 3067 w 10000"/>
                <a:gd name="connsiteY26-182" fmla="*/ 2966 h 10202"/>
                <a:gd name="connsiteX27-183" fmla="*/ 3867 w 10000"/>
                <a:gd name="connsiteY27-184" fmla="*/ 251 h 10202"/>
                <a:gd name="connsiteX28-185" fmla="*/ 6000 w 10000"/>
                <a:gd name="connsiteY28-186" fmla="*/ 251 h 10202"/>
                <a:gd name="connsiteX29-187" fmla="*/ 6200 w 10000"/>
                <a:gd name="connsiteY29-188" fmla="*/ 460 h 10202"/>
                <a:gd name="connsiteX30-189" fmla="*/ 6533 w 10000"/>
                <a:gd name="connsiteY30-190" fmla="*/ 460 h 10202"/>
                <a:gd name="connsiteX31-191" fmla="*/ 6800 w 10000"/>
                <a:gd name="connsiteY31-192" fmla="*/ 947 h 10202"/>
                <a:gd name="connsiteX0-193" fmla="*/ 6800 w 10000"/>
                <a:gd name="connsiteY0-194" fmla="*/ 947 h 10823"/>
                <a:gd name="connsiteX1-195" fmla="*/ 6867 w 10000"/>
                <a:gd name="connsiteY1-196" fmla="*/ 1992 h 10823"/>
                <a:gd name="connsiteX2-197" fmla="*/ 6800 w 10000"/>
                <a:gd name="connsiteY2-198" fmla="*/ 2966 h 10823"/>
                <a:gd name="connsiteX3-199" fmla="*/ 6933 w 10000"/>
                <a:gd name="connsiteY3-200" fmla="*/ 3245 h 10823"/>
                <a:gd name="connsiteX4-201" fmla="*/ 6933 w 10000"/>
                <a:gd name="connsiteY4-202" fmla="*/ 4081 h 10823"/>
                <a:gd name="connsiteX5-203" fmla="*/ 6800 w 10000"/>
                <a:gd name="connsiteY5-204" fmla="*/ 4498 h 10823"/>
                <a:gd name="connsiteX6-205" fmla="*/ 6467 w 10000"/>
                <a:gd name="connsiteY6-206" fmla="*/ 4777 h 10823"/>
                <a:gd name="connsiteX7-207" fmla="*/ 6400 w 10000"/>
                <a:gd name="connsiteY7-208" fmla="*/ 5473 h 10823"/>
                <a:gd name="connsiteX8-209" fmla="*/ 6133 w 10000"/>
                <a:gd name="connsiteY8-210" fmla="*/ 6030 h 10823"/>
                <a:gd name="connsiteX9-211" fmla="*/ 6400 w 10000"/>
                <a:gd name="connsiteY9-212" fmla="*/ 6030 h 10823"/>
                <a:gd name="connsiteX10-213" fmla="*/ 6800 w 10000"/>
                <a:gd name="connsiteY10-214" fmla="*/ 6796 h 10823"/>
                <a:gd name="connsiteX11-215" fmla="*/ 7267 w 10000"/>
                <a:gd name="connsiteY11-216" fmla="*/ 6936 h 10823"/>
                <a:gd name="connsiteX12-217" fmla="*/ 8800 w 10000"/>
                <a:gd name="connsiteY12-218" fmla="*/ 7632 h 10823"/>
                <a:gd name="connsiteX13-219" fmla="*/ 10000 w 10000"/>
                <a:gd name="connsiteY13-220" fmla="*/ 8397 h 10823"/>
                <a:gd name="connsiteX14-221" fmla="*/ 10000 w 10000"/>
                <a:gd name="connsiteY14-222" fmla="*/ 9999 h 10823"/>
                <a:gd name="connsiteX15-223" fmla="*/ 0 w 10000"/>
                <a:gd name="connsiteY15-224" fmla="*/ 9999 h 10823"/>
                <a:gd name="connsiteX16-225" fmla="*/ 0 w 10000"/>
                <a:gd name="connsiteY16-226" fmla="*/ 8397 h 10823"/>
                <a:gd name="connsiteX17-227" fmla="*/ 1200 w 10000"/>
                <a:gd name="connsiteY17-228" fmla="*/ 7632 h 10823"/>
                <a:gd name="connsiteX18-229" fmla="*/ 2733 w 10000"/>
                <a:gd name="connsiteY18-230" fmla="*/ 6936 h 10823"/>
                <a:gd name="connsiteX19-231" fmla="*/ 3200 w 10000"/>
                <a:gd name="connsiteY19-232" fmla="*/ 6796 h 10823"/>
                <a:gd name="connsiteX20-233" fmla="*/ 3600 w 10000"/>
                <a:gd name="connsiteY20-234" fmla="*/ 6030 h 10823"/>
                <a:gd name="connsiteX21-235" fmla="*/ 3800 w 10000"/>
                <a:gd name="connsiteY21-236" fmla="*/ 6030 h 10823"/>
                <a:gd name="connsiteX22-237" fmla="*/ 3533 w 10000"/>
                <a:gd name="connsiteY22-238" fmla="*/ 5543 h 10823"/>
                <a:gd name="connsiteX23-239" fmla="*/ 3467 w 10000"/>
                <a:gd name="connsiteY23-240" fmla="*/ 4638 h 10823"/>
                <a:gd name="connsiteX24-241" fmla="*/ 3267 w 10000"/>
                <a:gd name="connsiteY24-242" fmla="*/ 4638 h 10823"/>
                <a:gd name="connsiteX25-243" fmla="*/ 2933 w 10000"/>
                <a:gd name="connsiteY25-244" fmla="*/ 3453 h 10823"/>
                <a:gd name="connsiteX26-245" fmla="*/ 3067 w 10000"/>
                <a:gd name="connsiteY26-246" fmla="*/ 2966 h 10823"/>
                <a:gd name="connsiteX27-247" fmla="*/ 3867 w 10000"/>
                <a:gd name="connsiteY27-248" fmla="*/ 251 h 10823"/>
                <a:gd name="connsiteX28-249" fmla="*/ 6000 w 10000"/>
                <a:gd name="connsiteY28-250" fmla="*/ 251 h 10823"/>
                <a:gd name="connsiteX29-251" fmla="*/ 6200 w 10000"/>
                <a:gd name="connsiteY29-252" fmla="*/ 460 h 10823"/>
                <a:gd name="connsiteX30-253" fmla="*/ 6533 w 10000"/>
                <a:gd name="connsiteY30-254" fmla="*/ 460 h 10823"/>
                <a:gd name="connsiteX31-255" fmla="*/ 6800 w 10000"/>
                <a:gd name="connsiteY31-256" fmla="*/ 947 h 10823"/>
                <a:gd name="connsiteX0-257" fmla="*/ 6800 w 10000"/>
                <a:gd name="connsiteY0-258" fmla="*/ 947 h 11067"/>
                <a:gd name="connsiteX1-259" fmla="*/ 6867 w 10000"/>
                <a:gd name="connsiteY1-260" fmla="*/ 1992 h 11067"/>
                <a:gd name="connsiteX2-261" fmla="*/ 6800 w 10000"/>
                <a:gd name="connsiteY2-262" fmla="*/ 2966 h 11067"/>
                <a:gd name="connsiteX3-263" fmla="*/ 6933 w 10000"/>
                <a:gd name="connsiteY3-264" fmla="*/ 3245 h 11067"/>
                <a:gd name="connsiteX4-265" fmla="*/ 6933 w 10000"/>
                <a:gd name="connsiteY4-266" fmla="*/ 4081 h 11067"/>
                <a:gd name="connsiteX5-267" fmla="*/ 6800 w 10000"/>
                <a:gd name="connsiteY5-268" fmla="*/ 4498 h 11067"/>
                <a:gd name="connsiteX6-269" fmla="*/ 6467 w 10000"/>
                <a:gd name="connsiteY6-270" fmla="*/ 4777 h 11067"/>
                <a:gd name="connsiteX7-271" fmla="*/ 6400 w 10000"/>
                <a:gd name="connsiteY7-272" fmla="*/ 5473 h 11067"/>
                <a:gd name="connsiteX8-273" fmla="*/ 6133 w 10000"/>
                <a:gd name="connsiteY8-274" fmla="*/ 6030 h 11067"/>
                <a:gd name="connsiteX9-275" fmla="*/ 6400 w 10000"/>
                <a:gd name="connsiteY9-276" fmla="*/ 6030 h 11067"/>
                <a:gd name="connsiteX10-277" fmla="*/ 6800 w 10000"/>
                <a:gd name="connsiteY10-278" fmla="*/ 6796 h 11067"/>
                <a:gd name="connsiteX11-279" fmla="*/ 7267 w 10000"/>
                <a:gd name="connsiteY11-280" fmla="*/ 6936 h 11067"/>
                <a:gd name="connsiteX12-281" fmla="*/ 8800 w 10000"/>
                <a:gd name="connsiteY12-282" fmla="*/ 7632 h 11067"/>
                <a:gd name="connsiteX13-283" fmla="*/ 10000 w 10000"/>
                <a:gd name="connsiteY13-284" fmla="*/ 8397 h 11067"/>
                <a:gd name="connsiteX14-285" fmla="*/ 10000 w 10000"/>
                <a:gd name="connsiteY14-286" fmla="*/ 9999 h 11067"/>
                <a:gd name="connsiteX15-287" fmla="*/ 0 w 10000"/>
                <a:gd name="connsiteY15-288" fmla="*/ 9999 h 11067"/>
                <a:gd name="connsiteX16-289" fmla="*/ 0 w 10000"/>
                <a:gd name="connsiteY16-290" fmla="*/ 8397 h 11067"/>
                <a:gd name="connsiteX17-291" fmla="*/ 1200 w 10000"/>
                <a:gd name="connsiteY17-292" fmla="*/ 7632 h 11067"/>
                <a:gd name="connsiteX18-293" fmla="*/ 2733 w 10000"/>
                <a:gd name="connsiteY18-294" fmla="*/ 6936 h 11067"/>
                <a:gd name="connsiteX19-295" fmla="*/ 3200 w 10000"/>
                <a:gd name="connsiteY19-296" fmla="*/ 6796 h 11067"/>
                <a:gd name="connsiteX20-297" fmla="*/ 3600 w 10000"/>
                <a:gd name="connsiteY20-298" fmla="*/ 6030 h 11067"/>
                <a:gd name="connsiteX21-299" fmla="*/ 3800 w 10000"/>
                <a:gd name="connsiteY21-300" fmla="*/ 6030 h 11067"/>
                <a:gd name="connsiteX22-301" fmla="*/ 3533 w 10000"/>
                <a:gd name="connsiteY22-302" fmla="*/ 5543 h 11067"/>
                <a:gd name="connsiteX23-303" fmla="*/ 3467 w 10000"/>
                <a:gd name="connsiteY23-304" fmla="*/ 4638 h 11067"/>
                <a:gd name="connsiteX24-305" fmla="*/ 3267 w 10000"/>
                <a:gd name="connsiteY24-306" fmla="*/ 4638 h 11067"/>
                <a:gd name="connsiteX25-307" fmla="*/ 2933 w 10000"/>
                <a:gd name="connsiteY25-308" fmla="*/ 3453 h 11067"/>
                <a:gd name="connsiteX26-309" fmla="*/ 3067 w 10000"/>
                <a:gd name="connsiteY26-310" fmla="*/ 2966 h 11067"/>
                <a:gd name="connsiteX27-311" fmla="*/ 3867 w 10000"/>
                <a:gd name="connsiteY27-312" fmla="*/ 251 h 11067"/>
                <a:gd name="connsiteX28-313" fmla="*/ 6000 w 10000"/>
                <a:gd name="connsiteY28-314" fmla="*/ 251 h 11067"/>
                <a:gd name="connsiteX29-315" fmla="*/ 6200 w 10000"/>
                <a:gd name="connsiteY29-316" fmla="*/ 460 h 11067"/>
                <a:gd name="connsiteX30-317" fmla="*/ 6533 w 10000"/>
                <a:gd name="connsiteY30-318" fmla="*/ 460 h 11067"/>
                <a:gd name="connsiteX31-319" fmla="*/ 6800 w 10000"/>
                <a:gd name="connsiteY31-320" fmla="*/ 947 h 11067"/>
                <a:gd name="connsiteX0-321" fmla="*/ 6800 w 10000"/>
                <a:gd name="connsiteY0-322" fmla="*/ 947 h 11108"/>
                <a:gd name="connsiteX1-323" fmla="*/ 6867 w 10000"/>
                <a:gd name="connsiteY1-324" fmla="*/ 1992 h 11108"/>
                <a:gd name="connsiteX2-325" fmla="*/ 6800 w 10000"/>
                <a:gd name="connsiteY2-326" fmla="*/ 2966 h 11108"/>
                <a:gd name="connsiteX3-327" fmla="*/ 6933 w 10000"/>
                <a:gd name="connsiteY3-328" fmla="*/ 3245 h 11108"/>
                <a:gd name="connsiteX4-329" fmla="*/ 6933 w 10000"/>
                <a:gd name="connsiteY4-330" fmla="*/ 4081 h 11108"/>
                <a:gd name="connsiteX5-331" fmla="*/ 6800 w 10000"/>
                <a:gd name="connsiteY5-332" fmla="*/ 4498 h 11108"/>
                <a:gd name="connsiteX6-333" fmla="*/ 6467 w 10000"/>
                <a:gd name="connsiteY6-334" fmla="*/ 4777 h 11108"/>
                <a:gd name="connsiteX7-335" fmla="*/ 6400 w 10000"/>
                <a:gd name="connsiteY7-336" fmla="*/ 5473 h 11108"/>
                <a:gd name="connsiteX8-337" fmla="*/ 6133 w 10000"/>
                <a:gd name="connsiteY8-338" fmla="*/ 6030 h 11108"/>
                <a:gd name="connsiteX9-339" fmla="*/ 6400 w 10000"/>
                <a:gd name="connsiteY9-340" fmla="*/ 6030 h 11108"/>
                <a:gd name="connsiteX10-341" fmla="*/ 6800 w 10000"/>
                <a:gd name="connsiteY10-342" fmla="*/ 6796 h 11108"/>
                <a:gd name="connsiteX11-343" fmla="*/ 7267 w 10000"/>
                <a:gd name="connsiteY11-344" fmla="*/ 6936 h 11108"/>
                <a:gd name="connsiteX12-345" fmla="*/ 8800 w 10000"/>
                <a:gd name="connsiteY12-346" fmla="*/ 7632 h 11108"/>
                <a:gd name="connsiteX13-347" fmla="*/ 10000 w 10000"/>
                <a:gd name="connsiteY13-348" fmla="*/ 8397 h 11108"/>
                <a:gd name="connsiteX14-349" fmla="*/ 10000 w 10000"/>
                <a:gd name="connsiteY14-350" fmla="*/ 9999 h 11108"/>
                <a:gd name="connsiteX15-351" fmla="*/ 0 w 10000"/>
                <a:gd name="connsiteY15-352" fmla="*/ 9999 h 11108"/>
                <a:gd name="connsiteX16-353" fmla="*/ 0 w 10000"/>
                <a:gd name="connsiteY16-354" fmla="*/ 8397 h 11108"/>
                <a:gd name="connsiteX17-355" fmla="*/ 1200 w 10000"/>
                <a:gd name="connsiteY17-356" fmla="*/ 7632 h 11108"/>
                <a:gd name="connsiteX18-357" fmla="*/ 2733 w 10000"/>
                <a:gd name="connsiteY18-358" fmla="*/ 6936 h 11108"/>
                <a:gd name="connsiteX19-359" fmla="*/ 3200 w 10000"/>
                <a:gd name="connsiteY19-360" fmla="*/ 6796 h 11108"/>
                <a:gd name="connsiteX20-361" fmla="*/ 3600 w 10000"/>
                <a:gd name="connsiteY20-362" fmla="*/ 6030 h 11108"/>
                <a:gd name="connsiteX21-363" fmla="*/ 3800 w 10000"/>
                <a:gd name="connsiteY21-364" fmla="*/ 6030 h 11108"/>
                <a:gd name="connsiteX22-365" fmla="*/ 3533 w 10000"/>
                <a:gd name="connsiteY22-366" fmla="*/ 5543 h 11108"/>
                <a:gd name="connsiteX23-367" fmla="*/ 3467 w 10000"/>
                <a:gd name="connsiteY23-368" fmla="*/ 4638 h 11108"/>
                <a:gd name="connsiteX24-369" fmla="*/ 3267 w 10000"/>
                <a:gd name="connsiteY24-370" fmla="*/ 4638 h 11108"/>
                <a:gd name="connsiteX25-371" fmla="*/ 2933 w 10000"/>
                <a:gd name="connsiteY25-372" fmla="*/ 3453 h 11108"/>
                <a:gd name="connsiteX26-373" fmla="*/ 3067 w 10000"/>
                <a:gd name="connsiteY26-374" fmla="*/ 2966 h 11108"/>
                <a:gd name="connsiteX27-375" fmla="*/ 3867 w 10000"/>
                <a:gd name="connsiteY27-376" fmla="*/ 251 h 11108"/>
                <a:gd name="connsiteX28-377" fmla="*/ 6000 w 10000"/>
                <a:gd name="connsiteY28-378" fmla="*/ 251 h 11108"/>
                <a:gd name="connsiteX29-379" fmla="*/ 6200 w 10000"/>
                <a:gd name="connsiteY29-380" fmla="*/ 460 h 11108"/>
                <a:gd name="connsiteX30-381" fmla="*/ 6533 w 10000"/>
                <a:gd name="connsiteY30-382" fmla="*/ 460 h 11108"/>
                <a:gd name="connsiteX31-383" fmla="*/ 6800 w 10000"/>
                <a:gd name="connsiteY31-384" fmla="*/ 947 h 11108"/>
                <a:gd name="connsiteX0-385" fmla="*/ 6800 w 10000"/>
                <a:gd name="connsiteY0-386" fmla="*/ 947 h 11143"/>
                <a:gd name="connsiteX1-387" fmla="*/ 6867 w 10000"/>
                <a:gd name="connsiteY1-388" fmla="*/ 1992 h 11143"/>
                <a:gd name="connsiteX2-389" fmla="*/ 6800 w 10000"/>
                <a:gd name="connsiteY2-390" fmla="*/ 2966 h 11143"/>
                <a:gd name="connsiteX3-391" fmla="*/ 6933 w 10000"/>
                <a:gd name="connsiteY3-392" fmla="*/ 3245 h 11143"/>
                <a:gd name="connsiteX4-393" fmla="*/ 6933 w 10000"/>
                <a:gd name="connsiteY4-394" fmla="*/ 4081 h 11143"/>
                <a:gd name="connsiteX5-395" fmla="*/ 6800 w 10000"/>
                <a:gd name="connsiteY5-396" fmla="*/ 4498 h 11143"/>
                <a:gd name="connsiteX6-397" fmla="*/ 6467 w 10000"/>
                <a:gd name="connsiteY6-398" fmla="*/ 4777 h 11143"/>
                <a:gd name="connsiteX7-399" fmla="*/ 6400 w 10000"/>
                <a:gd name="connsiteY7-400" fmla="*/ 5473 h 11143"/>
                <a:gd name="connsiteX8-401" fmla="*/ 6133 w 10000"/>
                <a:gd name="connsiteY8-402" fmla="*/ 6030 h 11143"/>
                <a:gd name="connsiteX9-403" fmla="*/ 6400 w 10000"/>
                <a:gd name="connsiteY9-404" fmla="*/ 6030 h 11143"/>
                <a:gd name="connsiteX10-405" fmla="*/ 6800 w 10000"/>
                <a:gd name="connsiteY10-406" fmla="*/ 6796 h 11143"/>
                <a:gd name="connsiteX11-407" fmla="*/ 7267 w 10000"/>
                <a:gd name="connsiteY11-408" fmla="*/ 6936 h 11143"/>
                <a:gd name="connsiteX12-409" fmla="*/ 8800 w 10000"/>
                <a:gd name="connsiteY12-410" fmla="*/ 7632 h 11143"/>
                <a:gd name="connsiteX13-411" fmla="*/ 10000 w 10000"/>
                <a:gd name="connsiteY13-412" fmla="*/ 8397 h 11143"/>
                <a:gd name="connsiteX14-413" fmla="*/ 10000 w 10000"/>
                <a:gd name="connsiteY14-414" fmla="*/ 9999 h 11143"/>
                <a:gd name="connsiteX15-415" fmla="*/ 0 w 10000"/>
                <a:gd name="connsiteY15-416" fmla="*/ 9999 h 11143"/>
                <a:gd name="connsiteX16-417" fmla="*/ 0 w 10000"/>
                <a:gd name="connsiteY16-418" fmla="*/ 8397 h 11143"/>
                <a:gd name="connsiteX17-419" fmla="*/ 1200 w 10000"/>
                <a:gd name="connsiteY17-420" fmla="*/ 7632 h 11143"/>
                <a:gd name="connsiteX18-421" fmla="*/ 2733 w 10000"/>
                <a:gd name="connsiteY18-422" fmla="*/ 6936 h 11143"/>
                <a:gd name="connsiteX19-423" fmla="*/ 3200 w 10000"/>
                <a:gd name="connsiteY19-424" fmla="*/ 6796 h 11143"/>
                <a:gd name="connsiteX20-425" fmla="*/ 3600 w 10000"/>
                <a:gd name="connsiteY20-426" fmla="*/ 6030 h 11143"/>
                <a:gd name="connsiteX21-427" fmla="*/ 3800 w 10000"/>
                <a:gd name="connsiteY21-428" fmla="*/ 6030 h 11143"/>
                <a:gd name="connsiteX22-429" fmla="*/ 3533 w 10000"/>
                <a:gd name="connsiteY22-430" fmla="*/ 5543 h 11143"/>
                <a:gd name="connsiteX23-431" fmla="*/ 3467 w 10000"/>
                <a:gd name="connsiteY23-432" fmla="*/ 4638 h 11143"/>
                <a:gd name="connsiteX24-433" fmla="*/ 3267 w 10000"/>
                <a:gd name="connsiteY24-434" fmla="*/ 4638 h 11143"/>
                <a:gd name="connsiteX25-435" fmla="*/ 2933 w 10000"/>
                <a:gd name="connsiteY25-436" fmla="*/ 3453 h 11143"/>
                <a:gd name="connsiteX26-437" fmla="*/ 3067 w 10000"/>
                <a:gd name="connsiteY26-438" fmla="*/ 2966 h 11143"/>
                <a:gd name="connsiteX27-439" fmla="*/ 3867 w 10000"/>
                <a:gd name="connsiteY27-440" fmla="*/ 251 h 11143"/>
                <a:gd name="connsiteX28-441" fmla="*/ 6000 w 10000"/>
                <a:gd name="connsiteY28-442" fmla="*/ 251 h 11143"/>
                <a:gd name="connsiteX29-443" fmla="*/ 6200 w 10000"/>
                <a:gd name="connsiteY29-444" fmla="*/ 460 h 11143"/>
                <a:gd name="connsiteX30-445" fmla="*/ 6533 w 10000"/>
                <a:gd name="connsiteY30-446" fmla="*/ 460 h 11143"/>
                <a:gd name="connsiteX31-447" fmla="*/ 6800 w 10000"/>
                <a:gd name="connsiteY31-448" fmla="*/ 947 h 1114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  <a:cxn ang="0">
                  <a:pos x="connsiteX31-63" y="connsiteY31-64"/>
                </a:cxn>
              </a:cxnLst>
              <a:rect l="l" t="t" r="r" b="b"/>
              <a:pathLst>
                <a:path w="10000" h="11143">
                  <a:moveTo>
                    <a:pt x="6800" y="947"/>
                  </a:moveTo>
                  <a:cubicBezTo>
                    <a:pt x="6867" y="1296"/>
                    <a:pt x="6867" y="1574"/>
                    <a:pt x="6867" y="1992"/>
                  </a:cubicBezTo>
                  <a:cubicBezTo>
                    <a:pt x="6867" y="2131"/>
                    <a:pt x="6800" y="2757"/>
                    <a:pt x="6800" y="2966"/>
                  </a:cubicBezTo>
                  <a:cubicBezTo>
                    <a:pt x="6800" y="3105"/>
                    <a:pt x="6867" y="3105"/>
                    <a:pt x="6933" y="3245"/>
                  </a:cubicBezTo>
                  <a:cubicBezTo>
                    <a:pt x="7000" y="3523"/>
                    <a:pt x="7000" y="3872"/>
                    <a:pt x="6933" y="4081"/>
                  </a:cubicBezTo>
                  <a:cubicBezTo>
                    <a:pt x="6933" y="4220"/>
                    <a:pt x="6867" y="4359"/>
                    <a:pt x="6800" y="4498"/>
                  </a:cubicBezTo>
                  <a:cubicBezTo>
                    <a:pt x="6733" y="4638"/>
                    <a:pt x="6533" y="4638"/>
                    <a:pt x="6467" y="4777"/>
                  </a:cubicBezTo>
                  <a:cubicBezTo>
                    <a:pt x="6400" y="4986"/>
                    <a:pt x="6467" y="5194"/>
                    <a:pt x="6400" y="5473"/>
                  </a:cubicBezTo>
                  <a:cubicBezTo>
                    <a:pt x="6333" y="5682"/>
                    <a:pt x="6133" y="5682"/>
                    <a:pt x="6133" y="6030"/>
                  </a:cubicBezTo>
                  <a:lnTo>
                    <a:pt x="6400" y="6030"/>
                  </a:lnTo>
                  <a:cubicBezTo>
                    <a:pt x="6467" y="6240"/>
                    <a:pt x="6667" y="6657"/>
                    <a:pt x="6800" y="6796"/>
                  </a:cubicBezTo>
                  <a:cubicBezTo>
                    <a:pt x="6933" y="6866"/>
                    <a:pt x="7133" y="6866"/>
                    <a:pt x="7267" y="6936"/>
                  </a:cubicBezTo>
                  <a:lnTo>
                    <a:pt x="8800" y="7632"/>
                  </a:lnTo>
                  <a:cubicBezTo>
                    <a:pt x="9267" y="7840"/>
                    <a:pt x="9867" y="7910"/>
                    <a:pt x="10000" y="8397"/>
                  </a:cubicBezTo>
                  <a:lnTo>
                    <a:pt x="10000" y="9999"/>
                  </a:lnTo>
                  <a:cubicBezTo>
                    <a:pt x="7410" y="11337"/>
                    <a:pt x="4246" y="11703"/>
                    <a:pt x="0" y="9999"/>
                  </a:cubicBezTo>
                  <a:lnTo>
                    <a:pt x="0" y="8397"/>
                  </a:lnTo>
                  <a:cubicBezTo>
                    <a:pt x="200" y="7910"/>
                    <a:pt x="733" y="7840"/>
                    <a:pt x="1200" y="7632"/>
                  </a:cubicBezTo>
                  <a:lnTo>
                    <a:pt x="2733" y="6936"/>
                  </a:lnTo>
                  <a:cubicBezTo>
                    <a:pt x="2933" y="6866"/>
                    <a:pt x="3067" y="6866"/>
                    <a:pt x="3200" y="6796"/>
                  </a:cubicBezTo>
                  <a:cubicBezTo>
                    <a:pt x="3333" y="6657"/>
                    <a:pt x="3533" y="6240"/>
                    <a:pt x="3600" y="6030"/>
                  </a:cubicBezTo>
                  <a:lnTo>
                    <a:pt x="3800" y="6030"/>
                  </a:lnTo>
                  <a:cubicBezTo>
                    <a:pt x="3800" y="5751"/>
                    <a:pt x="3600" y="5682"/>
                    <a:pt x="3533" y="5543"/>
                  </a:cubicBezTo>
                  <a:cubicBezTo>
                    <a:pt x="3533" y="5264"/>
                    <a:pt x="3533" y="4916"/>
                    <a:pt x="3467" y="4638"/>
                  </a:cubicBezTo>
                  <a:cubicBezTo>
                    <a:pt x="3467" y="4707"/>
                    <a:pt x="3267" y="4638"/>
                    <a:pt x="3267" y="4638"/>
                  </a:cubicBezTo>
                  <a:cubicBezTo>
                    <a:pt x="3000" y="4429"/>
                    <a:pt x="3000" y="3733"/>
                    <a:pt x="2933" y="3453"/>
                  </a:cubicBezTo>
                  <a:cubicBezTo>
                    <a:pt x="2933" y="3314"/>
                    <a:pt x="3133" y="3175"/>
                    <a:pt x="3067" y="2966"/>
                  </a:cubicBezTo>
                  <a:cubicBezTo>
                    <a:pt x="2800" y="1505"/>
                    <a:pt x="3200" y="529"/>
                    <a:pt x="3867" y="251"/>
                  </a:cubicBezTo>
                  <a:cubicBezTo>
                    <a:pt x="4333" y="112"/>
                    <a:pt x="5200" y="-236"/>
                    <a:pt x="6000" y="251"/>
                  </a:cubicBezTo>
                  <a:lnTo>
                    <a:pt x="6200" y="460"/>
                  </a:lnTo>
                  <a:lnTo>
                    <a:pt x="6533" y="460"/>
                  </a:lnTo>
                  <a:cubicBezTo>
                    <a:pt x="6667" y="599"/>
                    <a:pt x="6800" y="947"/>
                    <a:pt x="6800" y="94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 dirty="0"/>
            </a:p>
          </p:txBody>
        </p:sp>
      </p:grpSp>
      <p:sp>
        <p:nvSpPr>
          <p:cNvPr id="11" name="椭圆 10"/>
          <p:cNvSpPr/>
          <p:nvPr/>
        </p:nvSpPr>
        <p:spPr>
          <a:xfrm>
            <a:off x="3643313" y="1726691"/>
            <a:ext cx="1857375" cy="1857375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矩形 12"/>
          <p:cNvSpPr/>
          <p:nvPr/>
        </p:nvSpPr>
        <p:spPr>
          <a:xfrm>
            <a:off x="1952536" y="3727361"/>
            <a:ext cx="5238935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300" b="1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</a:rPr>
              <a:t>绿色清新环保</a:t>
            </a:r>
            <a:r>
              <a:rPr lang="zh-CN" altLang="en-US" sz="3300" b="1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</a:rPr>
              <a:t>课件</a:t>
            </a:r>
            <a:r>
              <a:rPr lang="en-US" altLang="zh-CN" sz="3300" b="1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</a:rPr>
              <a:t>PPT</a:t>
            </a:r>
            <a:r>
              <a:rPr lang="zh-CN" altLang="en-US" sz="3300" b="1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</a:rPr>
              <a:t>模板</a:t>
            </a:r>
            <a:endParaRPr lang="en-US" altLang="zh-CN" sz="3300" b="1" dirty="0"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479635" y="5154572"/>
            <a:ext cx="18473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zh-CN" altLang="en-US" sz="3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2555E1E-3FE6-49FB-9AA6-9C1FA0BE693D}"/>
              </a:ext>
            </a:extLst>
          </p:cNvPr>
          <p:cNvGrpSpPr/>
          <p:nvPr/>
        </p:nvGrpSpPr>
        <p:grpSpPr>
          <a:xfrm>
            <a:off x="0" y="308682"/>
            <a:ext cx="9144000" cy="6549317"/>
            <a:chOff x="0" y="308682"/>
            <a:chExt cx="9144000" cy="6549317"/>
          </a:xfrm>
        </p:grpSpPr>
        <p:sp>
          <p:nvSpPr>
            <p:cNvPr id="4" name="矩形 3"/>
            <p:cNvSpPr/>
            <p:nvPr/>
          </p:nvSpPr>
          <p:spPr>
            <a:xfrm>
              <a:off x="0" y="308682"/>
              <a:ext cx="9144000" cy="6549317"/>
            </a:xfrm>
            <a:prstGeom prst="rect">
              <a:avLst/>
            </a:prstGeom>
            <a:solidFill>
              <a:srgbClr val="0E81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5" name="任意多边形 14"/>
            <p:cNvSpPr/>
            <p:nvPr/>
          </p:nvSpPr>
          <p:spPr>
            <a:xfrm rot="5400000">
              <a:off x="-2808722" y="3117405"/>
              <a:ext cx="6549317" cy="931872"/>
            </a:xfrm>
            <a:custGeom>
              <a:avLst/>
              <a:gdLst>
                <a:gd name="connsiteX0" fmla="*/ 761999 w 6858000"/>
                <a:gd name="connsiteY0" fmla="*/ 870858 h 2394857"/>
                <a:gd name="connsiteX1" fmla="*/ 1691081 w 6858000"/>
                <a:gd name="connsiteY1" fmla="*/ 83 h 2394857"/>
                <a:gd name="connsiteX2" fmla="*/ 5166920 w 6858000"/>
                <a:gd name="connsiteY2" fmla="*/ 83 h 2394857"/>
                <a:gd name="connsiteX3" fmla="*/ 6096001 w 6858000"/>
                <a:gd name="connsiteY3" fmla="*/ 870858 h 2394857"/>
                <a:gd name="connsiteX4" fmla="*/ 0 w 6858000"/>
                <a:gd name="connsiteY4" fmla="*/ 2394857 h 2394857"/>
                <a:gd name="connsiteX5" fmla="*/ 0 w 6858000"/>
                <a:gd name="connsiteY5" fmla="*/ 870859 h 2394857"/>
                <a:gd name="connsiteX6" fmla="*/ 6858000 w 6858000"/>
                <a:gd name="connsiteY6" fmla="*/ 870859 h 2394857"/>
                <a:gd name="connsiteX7" fmla="*/ 6858000 w 6858000"/>
                <a:gd name="connsiteY7" fmla="*/ 2394857 h 2394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58000" h="2394857">
                  <a:moveTo>
                    <a:pt x="761999" y="870858"/>
                  </a:moveTo>
                  <a:cubicBezTo>
                    <a:pt x="1316531" y="631447"/>
                    <a:pt x="1066594" y="-8391"/>
                    <a:pt x="1691081" y="83"/>
                  </a:cubicBezTo>
                  <a:lnTo>
                    <a:pt x="5166920" y="83"/>
                  </a:lnTo>
                  <a:cubicBezTo>
                    <a:pt x="5826383" y="-2035"/>
                    <a:pt x="5523980" y="612379"/>
                    <a:pt x="6096001" y="870858"/>
                  </a:cubicBezTo>
                  <a:close/>
                  <a:moveTo>
                    <a:pt x="0" y="2394857"/>
                  </a:moveTo>
                  <a:lnTo>
                    <a:pt x="0" y="870859"/>
                  </a:lnTo>
                  <a:lnTo>
                    <a:pt x="6858000" y="870859"/>
                  </a:lnTo>
                  <a:lnTo>
                    <a:pt x="6858000" y="2394857"/>
                  </a:lnTo>
                  <a:close/>
                </a:path>
              </a:pathLst>
            </a:custGeom>
            <a:solidFill>
              <a:srgbClr val="95C53E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solidFill>
                  <a:schemeClr val="bg1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A01161B0-AF51-47D7-8EF2-39B8FB19CC41}"/>
                </a:ext>
              </a:extLst>
            </p:cNvPr>
            <p:cNvSpPr txBox="1"/>
            <p:nvPr/>
          </p:nvSpPr>
          <p:spPr>
            <a:xfrm>
              <a:off x="162006" y="1736964"/>
              <a:ext cx="607859" cy="31393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3300" b="1" dirty="0">
                  <a:solidFill>
                    <a:schemeClr val="bg1"/>
                  </a:solidFill>
                </a:rPr>
                <a:t>漏</a:t>
              </a:r>
              <a:endParaRPr lang="en-US" altLang="zh-CN" sz="3300" b="1" dirty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sz="3300" b="1" dirty="0">
                  <a:solidFill>
                    <a:schemeClr val="bg1"/>
                  </a:solidFill>
                </a:rPr>
                <a:t>风</a:t>
              </a:r>
              <a:endParaRPr lang="en-US" altLang="zh-CN" sz="3300" b="1" dirty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sz="3300" b="1" dirty="0">
                  <a:solidFill>
                    <a:schemeClr val="bg1"/>
                  </a:solidFill>
                </a:rPr>
                <a:t>量</a:t>
              </a:r>
              <a:endParaRPr lang="en-US" altLang="zh-CN" sz="3300" b="1" dirty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sz="3300" b="1" dirty="0">
                  <a:solidFill>
                    <a:schemeClr val="bg1"/>
                  </a:solidFill>
                </a:rPr>
                <a:t>测</a:t>
              </a:r>
              <a:endParaRPr lang="en-US" altLang="zh-CN" sz="3300" b="1" dirty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sz="3300" b="1" dirty="0">
                  <a:solidFill>
                    <a:schemeClr val="bg1"/>
                  </a:solidFill>
                </a:rPr>
                <a:t>试</a:t>
              </a:r>
              <a:endParaRPr lang="en-US" altLang="zh-CN" sz="3300" b="1" dirty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sz="3300" b="1" dirty="0">
                  <a:solidFill>
                    <a:schemeClr val="bg1"/>
                  </a:solidFill>
                </a:rPr>
                <a:t>仪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F06D9841-E09F-47F4-B761-FA7F724D4B50}"/>
              </a:ext>
            </a:extLst>
          </p:cNvPr>
          <p:cNvGrpSpPr/>
          <p:nvPr/>
        </p:nvGrpSpPr>
        <p:grpSpPr>
          <a:xfrm>
            <a:off x="0" y="-13068"/>
            <a:ext cx="9144000" cy="6871068"/>
            <a:chOff x="0" y="-13068"/>
            <a:chExt cx="9144000" cy="6871068"/>
          </a:xfrm>
        </p:grpSpPr>
        <p:sp>
          <p:nvSpPr>
            <p:cNvPr id="2" name="矩形 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0E81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grpSp>
          <p:nvGrpSpPr>
            <p:cNvPr id="11" name="组合 10"/>
            <p:cNvGrpSpPr/>
            <p:nvPr/>
          </p:nvGrpSpPr>
          <p:grpSpPr>
            <a:xfrm flipV="1">
              <a:off x="0" y="133952"/>
              <a:ext cx="9144000" cy="1032293"/>
              <a:chOff x="0" y="5529943"/>
              <a:chExt cx="12192000" cy="1328057"/>
            </a:xfrm>
            <a:solidFill>
              <a:srgbClr val="95C53E"/>
            </a:solidFill>
          </p:grpSpPr>
          <p:sp>
            <p:nvSpPr>
              <p:cNvPr id="3" name="梯形 12"/>
              <p:cNvSpPr/>
              <p:nvPr/>
            </p:nvSpPr>
            <p:spPr>
              <a:xfrm>
                <a:off x="2177143" y="5529943"/>
                <a:ext cx="7837716" cy="870857"/>
              </a:xfrm>
              <a:custGeom>
                <a:avLst/>
                <a:gdLst>
                  <a:gd name="connsiteX0" fmla="*/ 0 w 1936750"/>
                  <a:gd name="connsiteY0" fmla="*/ 434975 h 434975"/>
                  <a:gd name="connsiteX1" fmla="*/ 337345 w 1936750"/>
                  <a:gd name="connsiteY1" fmla="*/ 0 h 434975"/>
                  <a:gd name="connsiteX2" fmla="*/ 1599405 w 1936750"/>
                  <a:gd name="connsiteY2" fmla="*/ 0 h 434975"/>
                  <a:gd name="connsiteX3" fmla="*/ 1936750 w 1936750"/>
                  <a:gd name="connsiteY3" fmla="*/ 434975 h 434975"/>
                  <a:gd name="connsiteX4" fmla="*/ 0 w 1936750"/>
                  <a:gd name="connsiteY4" fmla="*/ 434975 h 434975"/>
                  <a:gd name="connsiteX0-1" fmla="*/ 0 w 1936750"/>
                  <a:gd name="connsiteY0-2" fmla="*/ 434977 h 434977"/>
                  <a:gd name="connsiteX1-3" fmla="*/ 337345 w 1936750"/>
                  <a:gd name="connsiteY1-4" fmla="*/ 2 h 434977"/>
                  <a:gd name="connsiteX2-5" fmla="*/ 1599405 w 1936750"/>
                  <a:gd name="connsiteY2-6" fmla="*/ 2 h 434977"/>
                  <a:gd name="connsiteX3-7" fmla="*/ 1936750 w 1936750"/>
                  <a:gd name="connsiteY3-8" fmla="*/ 434977 h 434977"/>
                  <a:gd name="connsiteX4-9" fmla="*/ 0 w 1936750"/>
                  <a:gd name="connsiteY4-10" fmla="*/ 434977 h 434977"/>
                  <a:gd name="connsiteX0-11" fmla="*/ 0 w 1936750"/>
                  <a:gd name="connsiteY0-12" fmla="*/ 434977 h 434977"/>
                  <a:gd name="connsiteX1-13" fmla="*/ 337345 w 1936750"/>
                  <a:gd name="connsiteY1-14" fmla="*/ 2 h 434977"/>
                  <a:gd name="connsiteX2-15" fmla="*/ 1599405 w 1936750"/>
                  <a:gd name="connsiteY2-16" fmla="*/ 2 h 434977"/>
                  <a:gd name="connsiteX3-17" fmla="*/ 1936750 w 1936750"/>
                  <a:gd name="connsiteY3-18" fmla="*/ 434977 h 434977"/>
                  <a:gd name="connsiteX4-19" fmla="*/ 0 w 1936750"/>
                  <a:gd name="connsiteY4-20" fmla="*/ 434977 h 434977"/>
                  <a:gd name="connsiteX0-21" fmla="*/ 0 w 1936750"/>
                  <a:gd name="connsiteY0-22" fmla="*/ 435016 h 435016"/>
                  <a:gd name="connsiteX1-23" fmla="*/ 337345 w 1936750"/>
                  <a:gd name="connsiteY1-24" fmla="*/ 41 h 435016"/>
                  <a:gd name="connsiteX2-25" fmla="*/ 1599405 w 1936750"/>
                  <a:gd name="connsiteY2-26" fmla="*/ 41 h 435016"/>
                  <a:gd name="connsiteX3-27" fmla="*/ 1936750 w 1936750"/>
                  <a:gd name="connsiteY3-28" fmla="*/ 435016 h 435016"/>
                  <a:gd name="connsiteX4-29" fmla="*/ 0 w 1936750"/>
                  <a:gd name="connsiteY4-30" fmla="*/ 435016 h 435016"/>
                  <a:gd name="connsiteX0-31" fmla="*/ 0 w 1936750"/>
                  <a:gd name="connsiteY0-32" fmla="*/ 435016 h 435016"/>
                  <a:gd name="connsiteX1-33" fmla="*/ 337345 w 1936750"/>
                  <a:gd name="connsiteY1-34" fmla="*/ 41 h 435016"/>
                  <a:gd name="connsiteX2-35" fmla="*/ 1599405 w 1936750"/>
                  <a:gd name="connsiteY2-36" fmla="*/ 41 h 435016"/>
                  <a:gd name="connsiteX3-37" fmla="*/ 1936750 w 1936750"/>
                  <a:gd name="connsiteY3-38" fmla="*/ 435016 h 435016"/>
                  <a:gd name="connsiteX4-39" fmla="*/ 0 w 1936750"/>
                  <a:gd name="connsiteY4-40" fmla="*/ 435016 h 435016"/>
                  <a:gd name="connsiteX0-41" fmla="*/ 0 w 1936750"/>
                  <a:gd name="connsiteY0-42" fmla="*/ 435016 h 435016"/>
                  <a:gd name="connsiteX1-43" fmla="*/ 337345 w 1936750"/>
                  <a:gd name="connsiteY1-44" fmla="*/ 41 h 435016"/>
                  <a:gd name="connsiteX2-45" fmla="*/ 1599405 w 1936750"/>
                  <a:gd name="connsiteY2-46" fmla="*/ 41 h 435016"/>
                  <a:gd name="connsiteX3-47" fmla="*/ 1936750 w 1936750"/>
                  <a:gd name="connsiteY3-48" fmla="*/ 435016 h 435016"/>
                  <a:gd name="connsiteX4-49" fmla="*/ 0 w 1936750"/>
                  <a:gd name="connsiteY4-50" fmla="*/ 435016 h 435016"/>
                  <a:gd name="connsiteX0-51" fmla="*/ 0 w 1936750"/>
                  <a:gd name="connsiteY0-52" fmla="*/ 435016 h 435016"/>
                  <a:gd name="connsiteX1-53" fmla="*/ 337345 w 1936750"/>
                  <a:gd name="connsiteY1-54" fmla="*/ 41 h 435016"/>
                  <a:gd name="connsiteX2-55" fmla="*/ 1599405 w 1936750"/>
                  <a:gd name="connsiteY2-56" fmla="*/ 41 h 435016"/>
                  <a:gd name="connsiteX3-57" fmla="*/ 1936750 w 1936750"/>
                  <a:gd name="connsiteY3-58" fmla="*/ 435016 h 435016"/>
                  <a:gd name="connsiteX4-59" fmla="*/ 0 w 1936750"/>
                  <a:gd name="connsiteY4-60" fmla="*/ 435016 h 435016"/>
                  <a:gd name="connsiteX0-61" fmla="*/ 0 w 1936750"/>
                  <a:gd name="connsiteY0-62" fmla="*/ 435016 h 435016"/>
                  <a:gd name="connsiteX1-63" fmla="*/ 337345 w 1936750"/>
                  <a:gd name="connsiteY1-64" fmla="*/ 41 h 435016"/>
                  <a:gd name="connsiteX2-65" fmla="*/ 1599405 w 1936750"/>
                  <a:gd name="connsiteY2-66" fmla="*/ 41 h 435016"/>
                  <a:gd name="connsiteX3-67" fmla="*/ 1936750 w 1936750"/>
                  <a:gd name="connsiteY3-68" fmla="*/ 435016 h 435016"/>
                  <a:gd name="connsiteX4-69" fmla="*/ 0 w 1936750"/>
                  <a:gd name="connsiteY4-70" fmla="*/ 435016 h 43501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936750" h="435016">
                    <a:moveTo>
                      <a:pt x="0" y="435016"/>
                    </a:moveTo>
                    <a:cubicBezTo>
                      <a:pt x="201348" y="315424"/>
                      <a:pt x="110597" y="-4192"/>
                      <a:pt x="337345" y="41"/>
                    </a:cubicBezTo>
                    <a:lnTo>
                      <a:pt x="1599405" y="41"/>
                    </a:lnTo>
                    <a:cubicBezTo>
                      <a:pt x="1838853" y="-1017"/>
                      <a:pt x="1729052" y="305899"/>
                      <a:pt x="1936750" y="435016"/>
                    </a:cubicBezTo>
                    <a:lnTo>
                      <a:pt x="0" y="435016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bg1"/>
                  </a:solidFill>
                  <a:latin typeface="方正苏新诗柳楷简体" panose="02000000000000000000" pitchFamily="2" charset="-122"/>
                  <a:ea typeface="方正苏新诗柳楷简体" panose="02000000000000000000" pitchFamily="2" charset="-122"/>
                </a:endParaRPr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0" y="6400800"/>
                <a:ext cx="121920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sp>
          <p:nvSpPr>
            <p:cNvPr id="9" name="矩形 8"/>
            <p:cNvSpPr/>
            <p:nvPr/>
          </p:nvSpPr>
          <p:spPr>
            <a:xfrm>
              <a:off x="5881568" y="6446938"/>
              <a:ext cx="326243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effectLst>
                    <a:reflection blurRad="6350" stA="55000" endA="300" endPos="45500" dir="5400000" sy="-100000" algn="bl" rotWithShape="0"/>
                  </a:effectLst>
                </a:rPr>
                <a:t>沈阳市宝瑞通自动化设备有限公司</a:t>
              </a:r>
              <a:endParaRPr lang="en-US" altLang="zh-CN" sz="1600" b="1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8B0EC48-B0A4-4742-AEE4-57CEE8D40784}"/>
                </a:ext>
              </a:extLst>
            </p:cNvPr>
            <p:cNvSpPr/>
            <p:nvPr/>
          </p:nvSpPr>
          <p:spPr>
            <a:xfrm>
              <a:off x="0" y="-13068"/>
              <a:ext cx="9144000" cy="338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10091" y="409045"/>
              <a:ext cx="2723823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3300" b="1" dirty="0">
                  <a:solidFill>
                    <a:schemeClr val="bg1"/>
                  </a:solidFill>
                </a:rPr>
                <a:t>新风量测试仪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8C92307-E567-4D52-B422-4B04E8563CBE}"/>
                </a:ext>
              </a:extLst>
            </p:cNvPr>
            <p:cNvSpPr/>
            <p:nvPr/>
          </p:nvSpPr>
          <p:spPr>
            <a:xfrm>
              <a:off x="5135880" y="6346268"/>
              <a:ext cx="4008120" cy="45719"/>
            </a:xfrm>
            <a:prstGeom prst="rect">
              <a:avLst/>
            </a:prstGeom>
            <a:solidFill>
              <a:srgbClr val="95C5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0F605437-1A3E-4C0C-812D-3BF778528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17341" y="6455221"/>
              <a:ext cx="616573" cy="3665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773000" y="6273002"/>
            <a:ext cx="7371000" cy="56324"/>
          </a:xfrm>
          <a:prstGeom prst="rect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任意多边形 6"/>
          <p:cNvSpPr/>
          <p:nvPr/>
        </p:nvSpPr>
        <p:spPr>
          <a:xfrm flipV="1">
            <a:off x="0" y="255269"/>
            <a:ext cx="5257800" cy="985838"/>
          </a:xfrm>
          <a:custGeom>
            <a:avLst/>
            <a:gdLst>
              <a:gd name="connsiteX0" fmla="*/ 4523198 w 6096000"/>
              <a:gd name="connsiteY0" fmla="*/ 6 h 870781"/>
              <a:gd name="connsiteX1" fmla="*/ 0 w 6096000"/>
              <a:gd name="connsiteY1" fmla="*/ 6 h 870781"/>
              <a:gd name="connsiteX2" fmla="*/ 0 w 6096000"/>
              <a:gd name="connsiteY2" fmla="*/ 870781 h 870781"/>
              <a:gd name="connsiteX3" fmla="*/ 6096000 w 6096000"/>
              <a:gd name="connsiteY3" fmla="*/ 870781 h 870781"/>
              <a:gd name="connsiteX4" fmla="*/ 4523198 w 6096000"/>
              <a:gd name="connsiteY4" fmla="*/ 6 h 870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870781">
                <a:moveTo>
                  <a:pt x="4523198" y="6"/>
                </a:moveTo>
                <a:lnTo>
                  <a:pt x="0" y="6"/>
                </a:lnTo>
                <a:lnTo>
                  <a:pt x="0" y="870781"/>
                </a:lnTo>
                <a:lnTo>
                  <a:pt x="6096000" y="870781"/>
                </a:lnTo>
                <a:cubicBezTo>
                  <a:pt x="5127651" y="612302"/>
                  <a:pt x="5639575" y="-2112"/>
                  <a:pt x="4523198" y="6"/>
                </a:cubicBezTo>
                <a:close/>
              </a:path>
            </a:pathLst>
          </a:custGeom>
          <a:solidFill>
            <a:srgbClr val="0E814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44912" y="505814"/>
            <a:ext cx="226215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</a:rPr>
              <a:t>新风量测试仪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DD3B583-7F37-4165-84C3-3EC259451A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636" y="6352186"/>
            <a:ext cx="422353" cy="25107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9D0A963-D9C2-4977-A2AF-7C636125060C}"/>
              </a:ext>
            </a:extLst>
          </p:cNvPr>
          <p:cNvSpPr/>
          <p:nvPr/>
        </p:nvSpPr>
        <p:spPr>
          <a:xfrm>
            <a:off x="4539476" y="4490725"/>
            <a:ext cx="4224233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100" dirty="0"/>
              <a:t>沈阳市宝瑞通自动化设备有限公司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/>
        </p:nvSpPr>
        <p:spPr>
          <a:xfrm flipV="1">
            <a:off x="0" y="344725"/>
            <a:ext cx="9144000" cy="633741"/>
          </a:xfrm>
          <a:custGeom>
            <a:avLst/>
            <a:gdLst>
              <a:gd name="connsiteX0" fmla="*/ 0 w 12192000"/>
              <a:gd name="connsiteY0" fmla="*/ 1327979 h 1327979"/>
              <a:gd name="connsiteX1" fmla="*/ 12192000 w 12192000"/>
              <a:gd name="connsiteY1" fmla="*/ 1327979 h 1327979"/>
              <a:gd name="connsiteX2" fmla="*/ 12192000 w 12192000"/>
              <a:gd name="connsiteY2" fmla="*/ 870779 h 1327979"/>
              <a:gd name="connsiteX3" fmla="*/ 7562844 w 12192000"/>
              <a:gd name="connsiteY3" fmla="*/ 870779 h 1327979"/>
              <a:gd name="connsiteX4" fmla="*/ 7397873 w 12192000"/>
              <a:gd name="connsiteY4" fmla="*/ 818383 h 1327979"/>
              <a:gd name="connsiteX5" fmla="*/ 5990049 w 12192000"/>
              <a:gd name="connsiteY5" fmla="*/ 6 h 1327979"/>
              <a:gd name="connsiteX6" fmla="*/ 105952 w 12192000"/>
              <a:gd name="connsiteY6" fmla="*/ 6 h 1327979"/>
              <a:gd name="connsiteX7" fmla="*/ 0 w 12192000"/>
              <a:gd name="connsiteY7" fmla="*/ 3363 h 1327979"/>
              <a:gd name="connsiteX8" fmla="*/ 0 w 12192000"/>
              <a:gd name="connsiteY8" fmla="*/ 870779 h 1327979"/>
              <a:gd name="connsiteX9" fmla="*/ 0 w 12192000"/>
              <a:gd name="connsiteY9" fmla="*/ 870781 h 132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327979">
                <a:moveTo>
                  <a:pt x="0" y="1327979"/>
                </a:moveTo>
                <a:lnTo>
                  <a:pt x="12192000" y="1327979"/>
                </a:lnTo>
                <a:lnTo>
                  <a:pt x="12192000" y="870779"/>
                </a:lnTo>
                <a:lnTo>
                  <a:pt x="7562844" y="870779"/>
                </a:lnTo>
                <a:lnTo>
                  <a:pt x="7397873" y="818383"/>
                </a:lnTo>
                <a:cubicBezTo>
                  <a:pt x="6652131" y="537909"/>
                  <a:pt x="7036652" y="-1980"/>
                  <a:pt x="5990049" y="6"/>
                </a:cubicBezTo>
                <a:lnTo>
                  <a:pt x="105952" y="6"/>
                </a:lnTo>
                <a:lnTo>
                  <a:pt x="0" y="3363"/>
                </a:lnTo>
                <a:lnTo>
                  <a:pt x="0" y="870779"/>
                </a:lnTo>
                <a:lnTo>
                  <a:pt x="0" y="870781"/>
                </a:lnTo>
                <a:close/>
              </a:path>
            </a:pathLst>
          </a:custGeom>
          <a:solidFill>
            <a:srgbClr val="0E814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7" name="任意多边形 6"/>
          <p:cNvSpPr/>
          <p:nvPr/>
        </p:nvSpPr>
        <p:spPr>
          <a:xfrm flipH="1">
            <a:off x="4572000" y="477099"/>
            <a:ext cx="4572000" cy="507832"/>
          </a:xfrm>
          <a:custGeom>
            <a:avLst/>
            <a:gdLst>
              <a:gd name="connsiteX0" fmla="*/ 4523198 w 6096000"/>
              <a:gd name="connsiteY0" fmla="*/ 6 h 870781"/>
              <a:gd name="connsiteX1" fmla="*/ 0 w 6096000"/>
              <a:gd name="connsiteY1" fmla="*/ 6 h 870781"/>
              <a:gd name="connsiteX2" fmla="*/ 0 w 6096000"/>
              <a:gd name="connsiteY2" fmla="*/ 870781 h 870781"/>
              <a:gd name="connsiteX3" fmla="*/ 6096000 w 6096000"/>
              <a:gd name="connsiteY3" fmla="*/ 870781 h 870781"/>
              <a:gd name="connsiteX4" fmla="*/ 4523198 w 6096000"/>
              <a:gd name="connsiteY4" fmla="*/ 6 h 870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870781">
                <a:moveTo>
                  <a:pt x="4523198" y="6"/>
                </a:moveTo>
                <a:lnTo>
                  <a:pt x="0" y="6"/>
                </a:lnTo>
                <a:lnTo>
                  <a:pt x="0" y="870781"/>
                </a:lnTo>
                <a:lnTo>
                  <a:pt x="6096000" y="870781"/>
                </a:lnTo>
                <a:cubicBezTo>
                  <a:pt x="5127651" y="612302"/>
                  <a:pt x="5639575" y="-2112"/>
                  <a:pt x="4523198" y="6"/>
                </a:cubicBezTo>
                <a:close/>
              </a:path>
            </a:pathLst>
          </a:custGeom>
          <a:solidFill>
            <a:srgbClr val="95C53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87562" y="399985"/>
            <a:ext cx="3849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新风量测试仪</a:t>
            </a:r>
            <a:r>
              <a:rPr lang="en-US" altLang="zh-CN" sz="2400" dirty="0">
                <a:solidFill>
                  <a:schemeClr val="bg1"/>
                </a:solidFill>
              </a:rPr>
              <a:t>—</a:t>
            </a:r>
            <a:r>
              <a:rPr lang="zh-CN" altLang="en-US" sz="2400" dirty="0">
                <a:solidFill>
                  <a:schemeClr val="bg1"/>
                </a:solidFill>
              </a:rPr>
              <a:t>热线数字式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667278" y="523266"/>
            <a:ext cx="126188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2100" dirty="0">
                <a:solidFill>
                  <a:schemeClr val="bg1"/>
                </a:solidFill>
              </a:rPr>
              <a:t>风量汇总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C03E101-1D6F-4D30-99C3-C643C6A326EC}"/>
              </a:ext>
            </a:extLst>
          </p:cNvPr>
          <p:cNvSpPr/>
          <p:nvPr/>
        </p:nvSpPr>
        <p:spPr>
          <a:xfrm>
            <a:off x="0" y="0"/>
            <a:ext cx="9144000" cy="33826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CA35CFB0-45C0-448B-B829-0FBFBF8BB5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7554"/>
            <a:ext cx="616573" cy="3665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/>
        </p:nvSpPr>
        <p:spPr>
          <a:xfrm flipV="1">
            <a:off x="0" y="344725"/>
            <a:ext cx="9144000" cy="633741"/>
          </a:xfrm>
          <a:custGeom>
            <a:avLst/>
            <a:gdLst>
              <a:gd name="connsiteX0" fmla="*/ 0 w 12192000"/>
              <a:gd name="connsiteY0" fmla="*/ 1327979 h 1327979"/>
              <a:gd name="connsiteX1" fmla="*/ 12192000 w 12192000"/>
              <a:gd name="connsiteY1" fmla="*/ 1327979 h 1327979"/>
              <a:gd name="connsiteX2" fmla="*/ 12192000 w 12192000"/>
              <a:gd name="connsiteY2" fmla="*/ 870779 h 1327979"/>
              <a:gd name="connsiteX3" fmla="*/ 7562844 w 12192000"/>
              <a:gd name="connsiteY3" fmla="*/ 870779 h 1327979"/>
              <a:gd name="connsiteX4" fmla="*/ 7397873 w 12192000"/>
              <a:gd name="connsiteY4" fmla="*/ 818383 h 1327979"/>
              <a:gd name="connsiteX5" fmla="*/ 5990049 w 12192000"/>
              <a:gd name="connsiteY5" fmla="*/ 6 h 1327979"/>
              <a:gd name="connsiteX6" fmla="*/ 105952 w 12192000"/>
              <a:gd name="connsiteY6" fmla="*/ 6 h 1327979"/>
              <a:gd name="connsiteX7" fmla="*/ 0 w 12192000"/>
              <a:gd name="connsiteY7" fmla="*/ 3363 h 1327979"/>
              <a:gd name="connsiteX8" fmla="*/ 0 w 12192000"/>
              <a:gd name="connsiteY8" fmla="*/ 870779 h 1327979"/>
              <a:gd name="connsiteX9" fmla="*/ 0 w 12192000"/>
              <a:gd name="connsiteY9" fmla="*/ 870781 h 132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327979">
                <a:moveTo>
                  <a:pt x="0" y="1327979"/>
                </a:moveTo>
                <a:lnTo>
                  <a:pt x="12192000" y="1327979"/>
                </a:lnTo>
                <a:lnTo>
                  <a:pt x="12192000" y="870779"/>
                </a:lnTo>
                <a:lnTo>
                  <a:pt x="7562844" y="870779"/>
                </a:lnTo>
                <a:lnTo>
                  <a:pt x="7397873" y="818383"/>
                </a:lnTo>
                <a:cubicBezTo>
                  <a:pt x="6652131" y="537909"/>
                  <a:pt x="7036652" y="-1980"/>
                  <a:pt x="5990049" y="6"/>
                </a:cubicBezTo>
                <a:lnTo>
                  <a:pt x="105952" y="6"/>
                </a:lnTo>
                <a:lnTo>
                  <a:pt x="0" y="3363"/>
                </a:lnTo>
                <a:lnTo>
                  <a:pt x="0" y="870779"/>
                </a:lnTo>
                <a:lnTo>
                  <a:pt x="0" y="870781"/>
                </a:lnTo>
                <a:close/>
              </a:path>
            </a:pathLst>
          </a:custGeom>
          <a:solidFill>
            <a:srgbClr val="0E814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7" name="任意多边形 6"/>
          <p:cNvSpPr/>
          <p:nvPr/>
        </p:nvSpPr>
        <p:spPr>
          <a:xfrm flipH="1">
            <a:off x="4572000" y="477099"/>
            <a:ext cx="4572000" cy="507832"/>
          </a:xfrm>
          <a:custGeom>
            <a:avLst/>
            <a:gdLst>
              <a:gd name="connsiteX0" fmla="*/ 4523198 w 6096000"/>
              <a:gd name="connsiteY0" fmla="*/ 6 h 870781"/>
              <a:gd name="connsiteX1" fmla="*/ 0 w 6096000"/>
              <a:gd name="connsiteY1" fmla="*/ 6 h 870781"/>
              <a:gd name="connsiteX2" fmla="*/ 0 w 6096000"/>
              <a:gd name="connsiteY2" fmla="*/ 870781 h 870781"/>
              <a:gd name="connsiteX3" fmla="*/ 6096000 w 6096000"/>
              <a:gd name="connsiteY3" fmla="*/ 870781 h 870781"/>
              <a:gd name="connsiteX4" fmla="*/ 4523198 w 6096000"/>
              <a:gd name="connsiteY4" fmla="*/ 6 h 870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870781">
                <a:moveTo>
                  <a:pt x="4523198" y="6"/>
                </a:moveTo>
                <a:lnTo>
                  <a:pt x="0" y="6"/>
                </a:lnTo>
                <a:lnTo>
                  <a:pt x="0" y="870781"/>
                </a:lnTo>
                <a:lnTo>
                  <a:pt x="6096000" y="870781"/>
                </a:lnTo>
                <a:cubicBezTo>
                  <a:pt x="5127651" y="612302"/>
                  <a:pt x="5639575" y="-2112"/>
                  <a:pt x="4523198" y="6"/>
                </a:cubicBezTo>
                <a:close/>
              </a:path>
            </a:pathLst>
          </a:custGeom>
          <a:solidFill>
            <a:srgbClr val="95C53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87562" y="399985"/>
            <a:ext cx="3849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新风量测试仪</a:t>
            </a:r>
            <a:r>
              <a:rPr lang="en-US" altLang="zh-CN" sz="2400" dirty="0">
                <a:solidFill>
                  <a:schemeClr val="bg1"/>
                </a:solidFill>
              </a:rPr>
              <a:t>—</a:t>
            </a:r>
            <a:r>
              <a:rPr lang="zh-CN" altLang="en-US" sz="2400" dirty="0">
                <a:solidFill>
                  <a:schemeClr val="bg1"/>
                </a:solidFill>
              </a:rPr>
              <a:t>热线数字式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667278" y="523266"/>
            <a:ext cx="126188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2100" dirty="0">
                <a:solidFill>
                  <a:schemeClr val="bg1"/>
                </a:solidFill>
              </a:rPr>
              <a:t>风量汇总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C03E101-1D6F-4D30-99C3-C643C6A326EC}"/>
              </a:ext>
            </a:extLst>
          </p:cNvPr>
          <p:cNvSpPr/>
          <p:nvPr/>
        </p:nvSpPr>
        <p:spPr>
          <a:xfrm>
            <a:off x="0" y="0"/>
            <a:ext cx="9144000" cy="33826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CA35CFB0-45C0-448B-B829-0FBFBF8BB5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7554"/>
            <a:ext cx="616573" cy="36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257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/>
        </p:nvSpPr>
        <p:spPr>
          <a:xfrm flipV="1">
            <a:off x="0" y="344725"/>
            <a:ext cx="9144000" cy="633741"/>
          </a:xfrm>
          <a:custGeom>
            <a:avLst/>
            <a:gdLst>
              <a:gd name="connsiteX0" fmla="*/ 0 w 12192000"/>
              <a:gd name="connsiteY0" fmla="*/ 1327979 h 1327979"/>
              <a:gd name="connsiteX1" fmla="*/ 12192000 w 12192000"/>
              <a:gd name="connsiteY1" fmla="*/ 1327979 h 1327979"/>
              <a:gd name="connsiteX2" fmla="*/ 12192000 w 12192000"/>
              <a:gd name="connsiteY2" fmla="*/ 870779 h 1327979"/>
              <a:gd name="connsiteX3" fmla="*/ 7562844 w 12192000"/>
              <a:gd name="connsiteY3" fmla="*/ 870779 h 1327979"/>
              <a:gd name="connsiteX4" fmla="*/ 7397873 w 12192000"/>
              <a:gd name="connsiteY4" fmla="*/ 818383 h 1327979"/>
              <a:gd name="connsiteX5" fmla="*/ 5990049 w 12192000"/>
              <a:gd name="connsiteY5" fmla="*/ 6 h 1327979"/>
              <a:gd name="connsiteX6" fmla="*/ 105952 w 12192000"/>
              <a:gd name="connsiteY6" fmla="*/ 6 h 1327979"/>
              <a:gd name="connsiteX7" fmla="*/ 0 w 12192000"/>
              <a:gd name="connsiteY7" fmla="*/ 3363 h 1327979"/>
              <a:gd name="connsiteX8" fmla="*/ 0 w 12192000"/>
              <a:gd name="connsiteY8" fmla="*/ 870779 h 1327979"/>
              <a:gd name="connsiteX9" fmla="*/ 0 w 12192000"/>
              <a:gd name="connsiteY9" fmla="*/ 870781 h 132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327979">
                <a:moveTo>
                  <a:pt x="0" y="1327979"/>
                </a:moveTo>
                <a:lnTo>
                  <a:pt x="12192000" y="1327979"/>
                </a:lnTo>
                <a:lnTo>
                  <a:pt x="12192000" y="870779"/>
                </a:lnTo>
                <a:lnTo>
                  <a:pt x="7562844" y="870779"/>
                </a:lnTo>
                <a:lnTo>
                  <a:pt x="7397873" y="818383"/>
                </a:lnTo>
                <a:cubicBezTo>
                  <a:pt x="6652131" y="537909"/>
                  <a:pt x="7036652" y="-1980"/>
                  <a:pt x="5990049" y="6"/>
                </a:cubicBezTo>
                <a:lnTo>
                  <a:pt x="105952" y="6"/>
                </a:lnTo>
                <a:lnTo>
                  <a:pt x="0" y="3363"/>
                </a:lnTo>
                <a:lnTo>
                  <a:pt x="0" y="870779"/>
                </a:lnTo>
                <a:lnTo>
                  <a:pt x="0" y="870781"/>
                </a:lnTo>
                <a:close/>
              </a:path>
            </a:pathLst>
          </a:custGeom>
          <a:solidFill>
            <a:srgbClr val="0E814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7" name="任意多边形 6"/>
          <p:cNvSpPr/>
          <p:nvPr/>
        </p:nvSpPr>
        <p:spPr>
          <a:xfrm flipH="1">
            <a:off x="4572000" y="477099"/>
            <a:ext cx="4572000" cy="507832"/>
          </a:xfrm>
          <a:custGeom>
            <a:avLst/>
            <a:gdLst>
              <a:gd name="connsiteX0" fmla="*/ 4523198 w 6096000"/>
              <a:gd name="connsiteY0" fmla="*/ 6 h 870781"/>
              <a:gd name="connsiteX1" fmla="*/ 0 w 6096000"/>
              <a:gd name="connsiteY1" fmla="*/ 6 h 870781"/>
              <a:gd name="connsiteX2" fmla="*/ 0 w 6096000"/>
              <a:gd name="connsiteY2" fmla="*/ 870781 h 870781"/>
              <a:gd name="connsiteX3" fmla="*/ 6096000 w 6096000"/>
              <a:gd name="connsiteY3" fmla="*/ 870781 h 870781"/>
              <a:gd name="connsiteX4" fmla="*/ 4523198 w 6096000"/>
              <a:gd name="connsiteY4" fmla="*/ 6 h 870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870781">
                <a:moveTo>
                  <a:pt x="4523198" y="6"/>
                </a:moveTo>
                <a:lnTo>
                  <a:pt x="0" y="6"/>
                </a:lnTo>
                <a:lnTo>
                  <a:pt x="0" y="870781"/>
                </a:lnTo>
                <a:lnTo>
                  <a:pt x="6096000" y="870781"/>
                </a:lnTo>
                <a:cubicBezTo>
                  <a:pt x="5127651" y="612302"/>
                  <a:pt x="5639575" y="-2112"/>
                  <a:pt x="4523198" y="6"/>
                </a:cubicBezTo>
                <a:close/>
              </a:path>
            </a:pathLst>
          </a:custGeom>
          <a:solidFill>
            <a:srgbClr val="95C53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87562" y="399985"/>
            <a:ext cx="3849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新风量测试仪</a:t>
            </a:r>
            <a:r>
              <a:rPr lang="en-US" altLang="zh-CN" sz="2400" dirty="0">
                <a:solidFill>
                  <a:schemeClr val="bg1"/>
                </a:solidFill>
              </a:rPr>
              <a:t>—</a:t>
            </a:r>
            <a:r>
              <a:rPr lang="zh-CN" altLang="en-US" sz="2400" dirty="0">
                <a:solidFill>
                  <a:schemeClr val="bg1"/>
                </a:solidFill>
              </a:rPr>
              <a:t>热线数字式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C03E101-1D6F-4D30-99C3-C643C6A326EC}"/>
              </a:ext>
            </a:extLst>
          </p:cNvPr>
          <p:cNvSpPr/>
          <p:nvPr/>
        </p:nvSpPr>
        <p:spPr>
          <a:xfrm>
            <a:off x="0" y="0"/>
            <a:ext cx="9144000" cy="33826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CA35CFB0-45C0-448B-B829-0FBFBF8BB5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7554"/>
            <a:ext cx="616573" cy="36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559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/>
        </p:nvSpPr>
        <p:spPr>
          <a:xfrm flipV="1">
            <a:off x="0" y="857251"/>
            <a:ext cx="9144000" cy="995984"/>
          </a:xfrm>
          <a:custGeom>
            <a:avLst/>
            <a:gdLst>
              <a:gd name="connsiteX0" fmla="*/ 0 w 12192000"/>
              <a:gd name="connsiteY0" fmla="*/ 1327979 h 1327979"/>
              <a:gd name="connsiteX1" fmla="*/ 12192000 w 12192000"/>
              <a:gd name="connsiteY1" fmla="*/ 1327979 h 1327979"/>
              <a:gd name="connsiteX2" fmla="*/ 12192000 w 12192000"/>
              <a:gd name="connsiteY2" fmla="*/ 870779 h 1327979"/>
              <a:gd name="connsiteX3" fmla="*/ 7562844 w 12192000"/>
              <a:gd name="connsiteY3" fmla="*/ 870779 h 1327979"/>
              <a:gd name="connsiteX4" fmla="*/ 7397873 w 12192000"/>
              <a:gd name="connsiteY4" fmla="*/ 818383 h 1327979"/>
              <a:gd name="connsiteX5" fmla="*/ 5990049 w 12192000"/>
              <a:gd name="connsiteY5" fmla="*/ 6 h 1327979"/>
              <a:gd name="connsiteX6" fmla="*/ 105952 w 12192000"/>
              <a:gd name="connsiteY6" fmla="*/ 6 h 1327979"/>
              <a:gd name="connsiteX7" fmla="*/ 0 w 12192000"/>
              <a:gd name="connsiteY7" fmla="*/ 3363 h 1327979"/>
              <a:gd name="connsiteX8" fmla="*/ 0 w 12192000"/>
              <a:gd name="connsiteY8" fmla="*/ 870779 h 1327979"/>
              <a:gd name="connsiteX9" fmla="*/ 0 w 12192000"/>
              <a:gd name="connsiteY9" fmla="*/ 870781 h 132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327979">
                <a:moveTo>
                  <a:pt x="0" y="1327979"/>
                </a:moveTo>
                <a:lnTo>
                  <a:pt x="12192000" y="1327979"/>
                </a:lnTo>
                <a:lnTo>
                  <a:pt x="12192000" y="870779"/>
                </a:lnTo>
                <a:lnTo>
                  <a:pt x="7562844" y="870779"/>
                </a:lnTo>
                <a:lnTo>
                  <a:pt x="7397873" y="818383"/>
                </a:lnTo>
                <a:cubicBezTo>
                  <a:pt x="6652131" y="537909"/>
                  <a:pt x="7036652" y="-1980"/>
                  <a:pt x="5990049" y="6"/>
                </a:cubicBezTo>
                <a:lnTo>
                  <a:pt x="105952" y="6"/>
                </a:lnTo>
                <a:lnTo>
                  <a:pt x="0" y="3363"/>
                </a:lnTo>
                <a:lnTo>
                  <a:pt x="0" y="870779"/>
                </a:lnTo>
                <a:lnTo>
                  <a:pt x="0" y="870781"/>
                </a:lnTo>
                <a:close/>
              </a:path>
            </a:pathLst>
          </a:custGeom>
          <a:solidFill>
            <a:srgbClr val="0E814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7" name="任意多边形 6"/>
          <p:cNvSpPr/>
          <p:nvPr/>
        </p:nvSpPr>
        <p:spPr>
          <a:xfrm flipH="1">
            <a:off x="4572000" y="1172936"/>
            <a:ext cx="4572000" cy="680356"/>
          </a:xfrm>
          <a:custGeom>
            <a:avLst/>
            <a:gdLst>
              <a:gd name="connsiteX0" fmla="*/ 4523198 w 6096000"/>
              <a:gd name="connsiteY0" fmla="*/ 6 h 870781"/>
              <a:gd name="connsiteX1" fmla="*/ 0 w 6096000"/>
              <a:gd name="connsiteY1" fmla="*/ 6 h 870781"/>
              <a:gd name="connsiteX2" fmla="*/ 0 w 6096000"/>
              <a:gd name="connsiteY2" fmla="*/ 870781 h 870781"/>
              <a:gd name="connsiteX3" fmla="*/ 6096000 w 6096000"/>
              <a:gd name="connsiteY3" fmla="*/ 870781 h 870781"/>
              <a:gd name="connsiteX4" fmla="*/ 4523198 w 6096000"/>
              <a:gd name="connsiteY4" fmla="*/ 6 h 870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870781">
                <a:moveTo>
                  <a:pt x="4523198" y="6"/>
                </a:moveTo>
                <a:lnTo>
                  <a:pt x="0" y="6"/>
                </a:lnTo>
                <a:lnTo>
                  <a:pt x="0" y="870781"/>
                </a:lnTo>
                <a:lnTo>
                  <a:pt x="6096000" y="870781"/>
                </a:lnTo>
                <a:cubicBezTo>
                  <a:pt x="5127651" y="612302"/>
                  <a:pt x="5639575" y="-2112"/>
                  <a:pt x="4523198" y="6"/>
                </a:cubicBezTo>
                <a:close/>
              </a:path>
            </a:pathLst>
          </a:custGeom>
          <a:solidFill>
            <a:srgbClr val="95C53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47782" y="1107794"/>
            <a:ext cx="156966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</a:rPr>
              <a:t>标题内容</a:t>
            </a:r>
          </a:p>
        </p:txBody>
      </p:sp>
      <p:sp>
        <p:nvSpPr>
          <p:cNvPr id="11" name="矩形 10"/>
          <p:cNvSpPr/>
          <p:nvPr/>
        </p:nvSpPr>
        <p:spPr>
          <a:xfrm>
            <a:off x="1915380" y="2461710"/>
            <a:ext cx="1422180" cy="203784"/>
          </a:xfrm>
          <a:prstGeom prst="rect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 dirty="0"/>
              <a:t>在此添加关键字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646" y="3913094"/>
            <a:ext cx="784284" cy="784284"/>
          </a:xfrm>
          <a:prstGeom prst="rect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矩形 12"/>
          <p:cNvSpPr/>
          <p:nvPr/>
        </p:nvSpPr>
        <p:spPr>
          <a:xfrm>
            <a:off x="1091581" y="3935634"/>
            <a:ext cx="784284" cy="784284"/>
          </a:xfrm>
          <a:prstGeom prst="rect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矩形 13"/>
          <p:cNvSpPr/>
          <p:nvPr/>
        </p:nvSpPr>
        <p:spPr>
          <a:xfrm>
            <a:off x="4760913" y="2461710"/>
            <a:ext cx="784284" cy="784284"/>
          </a:xfrm>
          <a:prstGeom prst="rect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矩形 14"/>
          <p:cNvSpPr/>
          <p:nvPr/>
        </p:nvSpPr>
        <p:spPr>
          <a:xfrm>
            <a:off x="1116169" y="2461710"/>
            <a:ext cx="784284" cy="784284"/>
          </a:xfrm>
          <a:prstGeom prst="rect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16" name="组合 15"/>
          <p:cNvGrpSpPr/>
          <p:nvPr/>
        </p:nvGrpSpPr>
        <p:grpSpPr>
          <a:xfrm>
            <a:off x="1287770" y="2580365"/>
            <a:ext cx="456010" cy="507206"/>
            <a:chOff x="6735763" y="10544176"/>
            <a:chExt cx="608013" cy="676275"/>
          </a:xfrm>
          <a:solidFill>
            <a:schemeClr val="bg1"/>
          </a:solidFill>
        </p:grpSpPr>
        <p:sp>
          <p:nvSpPr>
            <p:cNvPr id="17" name="Freeform 1008"/>
            <p:cNvSpPr/>
            <p:nvPr/>
          </p:nvSpPr>
          <p:spPr bwMode="auto">
            <a:xfrm>
              <a:off x="6735763" y="10544176"/>
              <a:ext cx="608013" cy="153988"/>
            </a:xfrm>
            <a:custGeom>
              <a:avLst/>
              <a:gdLst>
                <a:gd name="T0" fmla="*/ 0 w 383"/>
                <a:gd name="T1" fmla="*/ 97 h 97"/>
                <a:gd name="T2" fmla="*/ 383 w 383"/>
                <a:gd name="T3" fmla="*/ 97 h 97"/>
                <a:gd name="T4" fmla="*/ 192 w 383"/>
                <a:gd name="T5" fmla="*/ 0 h 97"/>
                <a:gd name="T6" fmla="*/ 0 w 383"/>
                <a:gd name="T7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3" h="97">
                  <a:moveTo>
                    <a:pt x="0" y="97"/>
                  </a:moveTo>
                  <a:lnTo>
                    <a:pt x="383" y="97"/>
                  </a:lnTo>
                  <a:lnTo>
                    <a:pt x="192" y="0"/>
                  </a:lnTo>
                  <a:lnTo>
                    <a:pt x="0" y="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 dirty="0"/>
            </a:p>
          </p:txBody>
        </p:sp>
        <p:sp>
          <p:nvSpPr>
            <p:cNvPr id="18" name="Rectangle 1010"/>
            <p:cNvSpPr>
              <a:spLocks noChangeArrowheads="1"/>
            </p:cNvSpPr>
            <p:nvPr/>
          </p:nvSpPr>
          <p:spPr bwMode="auto">
            <a:xfrm>
              <a:off x="6777039" y="10750551"/>
              <a:ext cx="98425" cy="2857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 dirty="0"/>
            </a:p>
          </p:txBody>
        </p:sp>
        <p:sp>
          <p:nvSpPr>
            <p:cNvPr id="19" name="Rectangle 1011"/>
            <p:cNvSpPr>
              <a:spLocks noChangeArrowheads="1"/>
            </p:cNvSpPr>
            <p:nvPr/>
          </p:nvSpPr>
          <p:spPr bwMode="auto">
            <a:xfrm>
              <a:off x="6983414" y="10750551"/>
              <a:ext cx="98425" cy="2857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 dirty="0"/>
            </a:p>
          </p:txBody>
        </p:sp>
        <p:sp>
          <p:nvSpPr>
            <p:cNvPr id="20" name="Rectangle 1012"/>
            <p:cNvSpPr>
              <a:spLocks noChangeArrowheads="1"/>
            </p:cNvSpPr>
            <p:nvPr/>
          </p:nvSpPr>
          <p:spPr bwMode="auto">
            <a:xfrm>
              <a:off x="7189789" y="10750551"/>
              <a:ext cx="98425" cy="2857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 dirty="0"/>
            </a:p>
          </p:txBody>
        </p:sp>
        <p:sp>
          <p:nvSpPr>
            <p:cNvPr id="21" name="Freeform 1013"/>
            <p:cNvSpPr/>
            <p:nvPr/>
          </p:nvSpPr>
          <p:spPr bwMode="auto">
            <a:xfrm>
              <a:off x="6740526" y="11080751"/>
              <a:ext cx="187325" cy="87313"/>
            </a:xfrm>
            <a:custGeom>
              <a:avLst/>
              <a:gdLst>
                <a:gd name="T0" fmla="*/ 50 w 50"/>
                <a:gd name="T1" fmla="*/ 6 h 23"/>
                <a:gd name="T2" fmla="*/ 44 w 50"/>
                <a:gd name="T3" fmla="*/ 0 h 23"/>
                <a:gd name="T4" fmla="*/ 6 w 50"/>
                <a:gd name="T5" fmla="*/ 0 h 23"/>
                <a:gd name="T6" fmla="*/ 0 w 50"/>
                <a:gd name="T7" fmla="*/ 6 h 23"/>
                <a:gd name="T8" fmla="*/ 0 w 50"/>
                <a:gd name="T9" fmla="*/ 17 h 23"/>
                <a:gd name="T10" fmla="*/ 6 w 50"/>
                <a:gd name="T11" fmla="*/ 23 h 23"/>
                <a:gd name="T12" fmla="*/ 44 w 50"/>
                <a:gd name="T13" fmla="*/ 23 h 23"/>
                <a:gd name="T14" fmla="*/ 50 w 50"/>
                <a:gd name="T15" fmla="*/ 17 h 23"/>
                <a:gd name="T16" fmla="*/ 50 w 50"/>
                <a:gd name="T17" fmla="*/ 6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23">
                  <a:moveTo>
                    <a:pt x="50" y="6"/>
                  </a:moveTo>
                  <a:cubicBezTo>
                    <a:pt x="50" y="3"/>
                    <a:pt x="47" y="0"/>
                    <a:pt x="44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3" y="23"/>
                    <a:pt x="6" y="23"/>
                  </a:cubicBezTo>
                  <a:cubicBezTo>
                    <a:pt x="44" y="23"/>
                    <a:pt x="44" y="23"/>
                    <a:pt x="44" y="23"/>
                  </a:cubicBezTo>
                  <a:cubicBezTo>
                    <a:pt x="47" y="23"/>
                    <a:pt x="50" y="20"/>
                    <a:pt x="50" y="17"/>
                  </a:cubicBezTo>
                  <a:lnTo>
                    <a:pt x="5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 dirty="0"/>
            </a:p>
          </p:txBody>
        </p:sp>
        <p:sp>
          <p:nvSpPr>
            <p:cNvPr id="22" name="Freeform 1014"/>
            <p:cNvSpPr/>
            <p:nvPr/>
          </p:nvSpPr>
          <p:spPr bwMode="auto">
            <a:xfrm>
              <a:off x="7148514" y="11080751"/>
              <a:ext cx="187325" cy="87313"/>
            </a:xfrm>
            <a:custGeom>
              <a:avLst/>
              <a:gdLst>
                <a:gd name="T0" fmla="*/ 50 w 50"/>
                <a:gd name="T1" fmla="*/ 6 h 23"/>
                <a:gd name="T2" fmla="*/ 44 w 50"/>
                <a:gd name="T3" fmla="*/ 0 h 23"/>
                <a:gd name="T4" fmla="*/ 6 w 50"/>
                <a:gd name="T5" fmla="*/ 0 h 23"/>
                <a:gd name="T6" fmla="*/ 0 w 50"/>
                <a:gd name="T7" fmla="*/ 6 h 23"/>
                <a:gd name="T8" fmla="*/ 0 w 50"/>
                <a:gd name="T9" fmla="*/ 17 h 23"/>
                <a:gd name="T10" fmla="*/ 6 w 50"/>
                <a:gd name="T11" fmla="*/ 23 h 23"/>
                <a:gd name="T12" fmla="*/ 44 w 50"/>
                <a:gd name="T13" fmla="*/ 23 h 23"/>
                <a:gd name="T14" fmla="*/ 50 w 50"/>
                <a:gd name="T15" fmla="*/ 17 h 23"/>
                <a:gd name="T16" fmla="*/ 50 w 50"/>
                <a:gd name="T17" fmla="*/ 6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23">
                  <a:moveTo>
                    <a:pt x="50" y="6"/>
                  </a:moveTo>
                  <a:cubicBezTo>
                    <a:pt x="50" y="3"/>
                    <a:pt x="47" y="0"/>
                    <a:pt x="44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2" y="23"/>
                    <a:pt x="6" y="23"/>
                  </a:cubicBezTo>
                  <a:cubicBezTo>
                    <a:pt x="44" y="23"/>
                    <a:pt x="44" y="23"/>
                    <a:pt x="44" y="23"/>
                  </a:cubicBezTo>
                  <a:cubicBezTo>
                    <a:pt x="47" y="23"/>
                    <a:pt x="50" y="20"/>
                    <a:pt x="50" y="17"/>
                  </a:cubicBezTo>
                  <a:lnTo>
                    <a:pt x="5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 dirty="0"/>
            </a:p>
          </p:txBody>
        </p:sp>
        <p:sp>
          <p:nvSpPr>
            <p:cNvPr id="23" name="Freeform 1015"/>
            <p:cNvSpPr/>
            <p:nvPr/>
          </p:nvSpPr>
          <p:spPr bwMode="auto">
            <a:xfrm>
              <a:off x="6950075" y="11080751"/>
              <a:ext cx="173038" cy="19050"/>
            </a:xfrm>
            <a:custGeom>
              <a:avLst/>
              <a:gdLst>
                <a:gd name="T0" fmla="*/ 46 w 46"/>
                <a:gd name="T1" fmla="*/ 3 h 5"/>
                <a:gd name="T2" fmla="*/ 42 w 46"/>
                <a:gd name="T3" fmla="*/ 0 h 5"/>
                <a:gd name="T4" fmla="*/ 3 w 46"/>
                <a:gd name="T5" fmla="*/ 0 h 5"/>
                <a:gd name="T6" fmla="*/ 0 w 46"/>
                <a:gd name="T7" fmla="*/ 3 h 5"/>
                <a:gd name="T8" fmla="*/ 0 w 46"/>
                <a:gd name="T9" fmla="*/ 3 h 5"/>
                <a:gd name="T10" fmla="*/ 3 w 46"/>
                <a:gd name="T11" fmla="*/ 5 h 5"/>
                <a:gd name="T12" fmla="*/ 42 w 46"/>
                <a:gd name="T13" fmla="*/ 5 h 5"/>
                <a:gd name="T14" fmla="*/ 46 w 46"/>
                <a:gd name="T15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6" h="5">
                  <a:moveTo>
                    <a:pt x="46" y="3"/>
                  </a:moveTo>
                  <a:cubicBezTo>
                    <a:pt x="46" y="1"/>
                    <a:pt x="45" y="0"/>
                    <a:pt x="42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1" y="5"/>
                    <a:pt x="3" y="5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5" y="5"/>
                    <a:pt x="46" y="4"/>
                    <a:pt x="46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 dirty="0"/>
            </a:p>
          </p:txBody>
        </p:sp>
        <p:sp>
          <p:nvSpPr>
            <p:cNvPr id="24" name="Freeform 1016"/>
            <p:cNvSpPr/>
            <p:nvPr/>
          </p:nvSpPr>
          <p:spPr bwMode="auto">
            <a:xfrm>
              <a:off x="6950075" y="11141076"/>
              <a:ext cx="173038" cy="19050"/>
            </a:xfrm>
            <a:custGeom>
              <a:avLst/>
              <a:gdLst>
                <a:gd name="T0" fmla="*/ 46 w 46"/>
                <a:gd name="T1" fmla="*/ 3 h 5"/>
                <a:gd name="T2" fmla="*/ 42 w 46"/>
                <a:gd name="T3" fmla="*/ 0 h 5"/>
                <a:gd name="T4" fmla="*/ 3 w 46"/>
                <a:gd name="T5" fmla="*/ 0 h 5"/>
                <a:gd name="T6" fmla="*/ 0 w 46"/>
                <a:gd name="T7" fmla="*/ 3 h 5"/>
                <a:gd name="T8" fmla="*/ 0 w 46"/>
                <a:gd name="T9" fmla="*/ 3 h 5"/>
                <a:gd name="T10" fmla="*/ 3 w 46"/>
                <a:gd name="T11" fmla="*/ 5 h 5"/>
                <a:gd name="T12" fmla="*/ 42 w 46"/>
                <a:gd name="T13" fmla="*/ 5 h 5"/>
                <a:gd name="T14" fmla="*/ 46 w 46"/>
                <a:gd name="T15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6" h="5">
                  <a:moveTo>
                    <a:pt x="46" y="3"/>
                  </a:moveTo>
                  <a:cubicBezTo>
                    <a:pt x="46" y="1"/>
                    <a:pt x="45" y="0"/>
                    <a:pt x="42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1" y="5"/>
                    <a:pt x="3" y="5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5" y="5"/>
                    <a:pt x="46" y="4"/>
                    <a:pt x="46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 dirty="0"/>
            </a:p>
          </p:txBody>
        </p:sp>
        <p:sp>
          <p:nvSpPr>
            <p:cNvPr id="25" name="Freeform 1017"/>
            <p:cNvSpPr/>
            <p:nvPr/>
          </p:nvSpPr>
          <p:spPr bwMode="auto">
            <a:xfrm>
              <a:off x="6950075" y="11201401"/>
              <a:ext cx="173038" cy="19050"/>
            </a:xfrm>
            <a:custGeom>
              <a:avLst/>
              <a:gdLst>
                <a:gd name="T0" fmla="*/ 46 w 46"/>
                <a:gd name="T1" fmla="*/ 3 h 5"/>
                <a:gd name="T2" fmla="*/ 42 w 46"/>
                <a:gd name="T3" fmla="*/ 0 h 5"/>
                <a:gd name="T4" fmla="*/ 3 w 46"/>
                <a:gd name="T5" fmla="*/ 0 h 5"/>
                <a:gd name="T6" fmla="*/ 0 w 46"/>
                <a:gd name="T7" fmla="*/ 3 h 5"/>
                <a:gd name="T8" fmla="*/ 0 w 46"/>
                <a:gd name="T9" fmla="*/ 3 h 5"/>
                <a:gd name="T10" fmla="*/ 3 w 46"/>
                <a:gd name="T11" fmla="*/ 5 h 5"/>
                <a:gd name="T12" fmla="*/ 42 w 46"/>
                <a:gd name="T13" fmla="*/ 5 h 5"/>
                <a:gd name="T14" fmla="*/ 46 w 46"/>
                <a:gd name="T15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6" h="5">
                  <a:moveTo>
                    <a:pt x="46" y="3"/>
                  </a:moveTo>
                  <a:cubicBezTo>
                    <a:pt x="46" y="1"/>
                    <a:pt x="45" y="0"/>
                    <a:pt x="42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1" y="5"/>
                    <a:pt x="3" y="5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5" y="5"/>
                    <a:pt x="46" y="4"/>
                    <a:pt x="46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 dirty="0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4924361" y="2665495"/>
            <a:ext cx="484584" cy="336947"/>
            <a:chOff x="7767638" y="10672763"/>
            <a:chExt cx="646112" cy="449263"/>
          </a:xfrm>
          <a:solidFill>
            <a:schemeClr val="bg1"/>
          </a:solidFill>
        </p:grpSpPr>
        <p:sp>
          <p:nvSpPr>
            <p:cNvPr id="27" name="Freeform 1018"/>
            <p:cNvSpPr/>
            <p:nvPr/>
          </p:nvSpPr>
          <p:spPr bwMode="auto">
            <a:xfrm>
              <a:off x="7959725" y="10672763"/>
              <a:ext cx="261938" cy="123825"/>
            </a:xfrm>
            <a:custGeom>
              <a:avLst/>
              <a:gdLst>
                <a:gd name="T0" fmla="*/ 70 w 70"/>
                <a:gd name="T1" fmla="*/ 26 h 33"/>
                <a:gd name="T2" fmla="*/ 63 w 70"/>
                <a:gd name="T3" fmla="*/ 33 h 33"/>
                <a:gd name="T4" fmla="*/ 7 w 70"/>
                <a:gd name="T5" fmla="*/ 33 h 33"/>
                <a:gd name="T6" fmla="*/ 0 w 70"/>
                <a:gd name="T7" fmla="*/ 26 h 33"/>
                <a:gd name="T8" fmla="*/ 0 w 70"/>
                <a:gd name="T9" fmla="*/ 8 h 33"/>
                <a:gd name="T10" fmla="*/ 7 w 70"/>
                <a:gd name="T11" fmla="*/ 0 h 33"/>
                <a:gd name="T12" fmla="*/ 63 w 70"/>
                <a:gd name="T13" fmla="*/ 0 h 33"/>
                <a:gd name="T14" fmla="*/ 70 w 70"/>
                <a:gd name="T15" fmla="*/ 8 h 33"/>
                <a:gd name="T16" fmla="*/ 70 w 70"/>
                <a:gd name="T17" fmla="*/ 26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0" h="33">
                  <a:moveTo>
                    <a:pt x="70" y="26"/>
                  </a:moveTo>
                  <a:cubicBezTo>
                    <a:pt x="70" y="30"/>
                    <a:pt x="67" y="33"/>
                    <a:pt x="63" y="33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3" y="33"/>
                    <a:pt x="0" y="30"/>
                    <a:pt x="0" y="2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7" y="0"/>
                    <a:pt x="70" y="4"/>
                    <a:pt x="70" y="8"/>
                  </a:cubicBezTo>
                  <a:lnTo>
                    <a:pt x="70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 dirty="0"/>
            </a:p>
          </p:txBody>
        </p:sp>
        <p:sp>
          <p:nvSpPr>
            <p:cNvPr id="28" name="Freeform 1019"/>
            <p:cNvSpPr/>
            <p:nvPr/>
          </p:nvSpPr>
          <p:spPr bwMode="auto">
            <a:xfrm>
              <a:off x="7767638" y="10995026"/>
              <a:ext cx="184150" cy="127000"/>
            </a:xfrm>
            <a:custGeom>
              <a:avLst/>
              <a:gdLst>
                <a:gd name="T0" fmla="*/ 49 w 49"/>
                <a:gd name="T1" fmla="*/ 7 h 34"/>
                <a:gd name="T2" fmla="*/ 42 w 49"/>
                <a:gd name="T3" fmla="*/ 0 h 34"/>
                <a:gd name="T4" fmla="*/ 8 w 49"/>
                <a:gd name="T5" fmla="*/ 0 h 34"/>
                <a:gd name="T6" fmla="*/ 0 w 49"/>
                <a:gd name="T7" fmla="*/ 7 h 34"/>
                <a:gd name="T8" fmla="*/ 0 w 49"/>
                <a:gd name="T9" fmla="*/ 26 h 34"/>
                <a:gd name="T10" fmla="*/ 8 w 49"/>
                <a:gd name="T11" fmla="*/ 34 h 34"/>
                <a:gd name="T12" fmla="*/ 42 w 49"/>
                <a:gd name="T13" fmla="*/ 34 h 34"/>
                <a:gd name="T14" fmla="*/ 49 w 49"/>
                <a:gd name="T15" fmla="*/ 26 h 34"/>
                <a:gd name="T16" fmla="*/ 49 w 49"/>
                <a:gd name="T17" fmla="*/ 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34">
                  <a:moveTo>
                    <a:pt x="49" y="7"/>
                  </a:moveTo>
                  <a:cubicBezTo>
                    <a:pt x="49" y="3"/>
                    <a:pt x="46" y="0"/>
                    <a:pt x="4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3"/>
                    <a:pt x="0" y="7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6" y="34"/>
                    <a:pt x="49" y="30"/>
                    <a:pt x="49" y="26"/>
                  </a:cubicBezTo>
                  <a:lnTo>
                    <a:pt x="4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 dirty="0"/>
            </a:p>
          </p:txBody>
        </p:sp>
        <p:sp>
          <p:nvSpPr>
            <p:cNvPr id="29" name="Freeform 1020"/>
            <p:cNvSpPr/>
            <p:nvPr/>
          </p:nvSpPr>
          <p:spPr bwMode="auto">
            <a:xfrm>
              <a:off x="8001000" y="10995026"/>
              <a:ext cx="179388" cy="127000"/>
            </a:xfrm>
            <a:custGeom>
              <a:avLst/>
              <a:gdLst>
                <a:gd name="T0" fmla="*/ 48 w 48"/>
                <a:gd name="T1" fmla="*/ 7 h 34"/>
                <a:gd name="T2" fmla="*/ 41 w 48"/>
                <a:gd name="T3" fmla="*/ 0 h 34"/>
                <a:gd name="T4" fmla="*/ 7 w 48"/>
                <a:gd name="T5" fmla="*/ 0 h 34"/>
                <a:gd name="T6" fmla="*/ 0 w 48"/>
                <a:gd name="T7" fmla="*/ 7 h 34"/>
                <a:gd name="T8" fmla="*/ 0 w 48"/>
                <a:gd name="T9" fmla="*/ 26 h 34"/>
                <a:gd name="T10" fmla="*/ 7 w 48"/>
                <a:gd name="T11" fmla="*/ 34 h 34"/>
                <a:gd name="T12" fmla="*/ 41 w 48"/>
                <a:gd name="T13" fmla="*/ 34 h 34"/>
                <a:gd name="T14" fmla="*/ 48 w 48"/>
                <a:gd name="T15" fmla="*/ 26 h 34"/>
                <a:gd name="T16" fmla="*/ 48 w 48"/>
                <a:gd name="T17" fmla="*/ 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34">
                  <a:moveTo>
                    <a:pt x="48" y="7"/>
                  </a:moveTo>
                  <a:cubicBezTo>
                    <a:pt x="48" y="3"/>
                    <a:pt x="45" y="0"/>
                    <a:pt x="41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3" y="34"/>
                    <a:pt x="7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5" y="34"/>
                    <a:pt x="48" y="30"/>
                    <a:pt x="48" y="26"/>
                  </a:cubicBezTo>
                  <a:lnTo>
                    <a:pt x="4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 dirty="0"/>
            </a:p>
          </p:txBody>
        </p:sp>
        <p:sp>
          <p:nvSpPr>
            <p:cNvPr id="30" name="Freeform 1021"/>
            <p:cNvSpPr/>
            <p:nvPr/>
          </p:nvSpPr>
          <p:spPr bwMode="auto">
            <a:xfrm>
              <a:off x="8229600" y="10995026"/>
              <a:ext cx="184150" cy="127000"/>
            </a:xfrm>
            <a:custGeom>
              <a:avLst/>
              <a:gdLst>
                <a:gd name="T0" fmla="*/ 49 w 49"/>
                <a:gd name="T1" fmla="*/ 7 h 34"/>
                <a:gd name="T2" fmla="*/ 41 w 49"/>
                <a:gd name="T3" fmla="*/ 0 h 34"/>
                <a:gd name="T4" fmla="*/ 7 w 49"/>
                <a:gd name="T5" fmla="*/ 0 h 34"/>
                <a:gd name="T6" fmla="*/ 0 w 49"/>
                <a:gd name="T7" fmla="*/ 7 h 34"/>
                <a:gd name="T8" fmla="*/ 0 w 49"/>
                <a:gd name="T9" fmla="*/ 26 h 34"/>
                <a:gd name="T10" fmla="*/ 7 w 49"/>
                <a:gd name="T11" fmla="*/ 34 h 34"/>
                <a:gd name="T12" fmla="*/ 41 w 49"/>
                <a:gd name="T13" fmla="*/ 34 h 34"/>
                <a:gd name="T14" fmla="*/ 49 w 49"/>
                <a:gd name="T15" fmla="*/ 26 h 34"/>
                <a:gd name="T16" fmla="*/ 49 w 49"/>
                <a:gd name="T17" fmla="*/ 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34">
                  <a:moveTo>
                    <a:pt x="49" y="7"/>
                  </a:moveTo>
                  <a:cubicBezTo>
                    <a:pt x="49" y="3"/>
                    <a:pt x="45" y="0"/>
                    <a:pt x="41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3" y="34"/>
                    <a:pt x="7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5" y="34"/>
                    <a:pt x="49" y="30"/>
                    <a:pt x="49" y="26"/>
                  </a:cubicBezTo>
                  <a:lnTo>
                    <a:pt x="4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 dirty="0"/>
            </a:p>
          </p:txBody>
        </p:sp>
        <p:sp>
          <p:nvSpPr>
            <p:cNvPr id="31" name="Freeform 1022"/>
            <p:cNvSpPr/>
            <p:nvPr/>
          </p:nvSpPr>
          <p:spPr bwMode="auto">
            <a:xfrm>
              <a:off x="7835901" y="10821988"/>
              <a:ext cx="498475" cy="150813"/>
            </a:xfrm>
            <a:custGeom>
              <a:avLst/>
              <a:gdLst>
                <a:gd name="T0" fmla="*/ 123 w 133"/>
                <a:gd name="T1" fmla="*/ 17 h 40"/>
                <a:gd name="T2" fmla="*/ 72 w 133"/>
                <a:gd name="T3" fmla="*/ 17 h 40"/>
                <a:gd name="T4" fmla="*/ 72 w 133"/>
                <a:gd name="T5" fmla="*/ 0 h 40"/>
                <a:gd name="T6" fmla="*/ 65 w 133"/>
                <a:gd name="T7" fmla="*/ 0 h 40"/>
                <a:gd name="T8" fmla="*/ 65 w 133"/>
                <a:gd name="T9" fmla="*/ 17 h 40"/>
                <a:gd name="T10" fmla="*/ 10 w 133"/>
                <a:gd name="T11" fmla="*/ 17 h 40"/>
                <a:gd name="T12" fmla="*/ 0 w 133"/>
                <a:gd name="T13" fmla="*/ 26 h 40"/>
                <a:gd name="T14" fmla="*/ 0 w 133"/>
                <a:gd name="T15" fmla="*/ 40 h 40"/>
                <a:gd name="T16" fmla="*/ 5 w 133"/>
                <a:gd name="T17" fmla="*/ 40 h 40"/>
                <a:gd name="T18" fmla="*/ 5 w 133"/>
                <a:gd name="T19" fmla="*/ 26 h 40"/>
                <a:gd name="T20" fmla="*/ 10 w 133"/>
                <a:gd name="T21" fmla="*/ 22 h 40"/>
                <a:gd name="T22" fmla="*/ 65 w 133"/>
                <a:gd name="T23" fmla="*/ 22 h 40"/>
                <a:gd name="T24" fmla="*/ 65 w 133"/>
                <a:gd name="T25" fmla="*/ 40 h 40"/>
                <a:gd name="T26" fmla="*/ 72 w 133"/>
                <a:gd name="T27" fmla="*/ 40 h 40"/>
                <a:gd name="T28" fmla="*/ 72 w 133"/>
                <a:gd name="T29" fmla="*/ 22 h 40"/>
                <a:gd name="T30" fmla="*/ 123 w 133"/>
                <a:gd name="T31" fmla="*/ 22 h 40"/>
                <a:gd name="T32" fmla="*/ 128 w 133"/>
                <a:gd name="T33" fmla="*/ 26 h 40"/>
                <a:gd name="T34" fmla="*/ 128 w 133"/>
                <a:gd name="T35" fmla="*/ 40 h 40"/>
                <a:gd name="T36" fmla="*/ 133 w 133"/>
                <a:gd name="T37" fmla="*/ 40 h 40"/>
                <a:gd name="T38" fmla="*/ 133 w 133"/>
                <a:gd name="T39" fmla="*/ 26 h 40"/>
                <a:gd name="T40" fmla="*/ 123 w 133"/>
                <a:gd name="T4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3" h="40">
                  <a:moveTo>
                    <a:pt x="123" y="17"/>
                  </a:moveTo>
                  <a:cubicBezTo>
                    <a:pt x="72" y="17"/>
                    <a:pt x="72" y="17"/>
                    <a:pt x="72" y="17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4" y="17"/>
                    <a:pt x="0" y="21"/>
                    <a:pt x="0" y="2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5" y="24"/>
                    <a:pt x="7" y="22"/>
                    <a:pt x="10" y="22"/>
                  </a:cubicBezTo>
                  <a:cubicBezTo>
                    <a:pt x="65" y="22"/>
                    <a:pt x="65" y="22"/>
                    <a:pt x="65" y="22"/>
                  </a:cubicBezTo>
                  <a:cubicBezTo>
                    <a:pt x="65" y="40"/>
                    <a:pt x="65" y="40"/>
                    <a:pt x="65" y="40"/>
                  </a:cubicBezTo>
                  <a:cubicBezTo>
                    <a:pt x="72" y="40"/>
                    <a:pt x="72" y="40"/>
                    <a:pt x="72" y="40"/>
                  </a:cubicBezTo>
                  <a:cubicBezTo>
                    <a:pt x="72" y="22"/>
                    <a:pt x="72" y="22"/>
                    <a:pt x="72" y="22"/>
                  </a:cubicBezTo>
                  <a:cubicBezTo>
                    <a:pt x="123" y="22"/>
                    <a:pt x="123" y="22"/>
                    <a:pt x="123" y="22"/>
                  </a:cubicBezTo>
                  <a:cubicBezTo>
                    <a:pt x="125" y="22"/>
                    <a:pt x="128" y="24"/>
                    <a:pt x="128" y="26"/>
                  </a:cubicBezTo>
                  <a:cubicBezTo>
                    <a:pt x="128" y="40"/>
                    <a:pt x="128" y="40"/>
                    <a:pt x="128" y="40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26"/>
                    <a:pt x="133" y="26"/>
                    <a:pt x="133" y="26"/>
                  </a:cubicBezTo>
                  <a:cubicBezTo>
                    <a:pt x="133" y="21"/>
                    <a:pt x="128" y="17"/>
                    <a:pt x="123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 dirty="0"/>
            </a:p>
          </p:txBody>
        </p:sp>
      </p:grpSp>
      <p:sp>
        <p:nvSpPr>
          <p:cNvPr id="32" name="Freeform 898"/>
          <p:cNvSpPr>
            <a:spLocks noEditPoints="1"/>
          </p:cNvSpPr>
          <p:nvPr/>
        </p:nvSpPr>
        <p:spPr bwMode="auto">
          <a:xfrm>
            <a:off x="1220499" y="4113504"/>
            <a:ext cx="590550" cy="406004"/>
          </a:xfrm>
          <a:custGeom>
            <a:avLst/>
            <a:gdLst>
              <a:gd name="T0" fmla="*/ 107 w 210"/>
              <a:gd name="T1" fmla="*/ 101 h 144"/>
              <a:gd name="T2" fmla="*/ 94 w 210"/>
              <a:gd name="T3" fmla="*/ 89 h 144"/>
              <a:gd name="T4" fmla="*/ 94 w 210"/>
              <a:gd name="T5" fmla="*/ 80 h 144"/>
              <a:gd name="T6" fmla="*/ 100 w 210"/>
              <a:gd name="T7" fmla="*/ 67 h 144"/>
              <a:gd name="T8" fmla="*/ 102 w 210"/>
              <a:gd name="T9" fmla="*/ 50 h 144"/>
              <a:gd name="T10" fmla="*/ 101 w 210"/>
              <a:gd name="T11" fmla="*/ 32 h 144"/>
              <a:gd name="T12" fmla="*/ 96 w 210"/>
              <a:gd name="T13" fmla="*/ 11 h 144"/>
              <a:gd name="T14" fmla="*/ 88 w 210"/>
              <a:gd name="T15" fmla="*/ 7 h 144"/>
              <a:gd name="T16" fmla="*/ 46 w 210"/>
              <a:gd name="T17" fmla="*/ 45 h 144"/>
              <a:gd name="T18" fmla="*/ 48 w 210"/>
              <a:gd name="T19" fmla="*/ 69 h 144"/>
              <a:gd name="T20" fmla="*/ 53 w 210"/>
              <a:gd name="T21" fmla="*/ 81 h 144"/>
              <a:gd name="T22" fmla="*/ 54 w 210"/>
              <a:gd name="T23" fmla="*/ 89 h 144"/>
              <a:gd name="T24" fmla="*/ 41 w 210"/>
              <a:gd name="T25" fmla="*/ 101 h 144"/>
              <a:gd name="T26" fmla="*/ 1 w 210"/>
              <a:gd name="T27" fmla="*/ 122 h 144"/>
              <a:gd name="T28" fmla="*/ 147 w 210"/>
              <a:gd name="T29" fmla="*/ 144 h 144"/>
              <a:gd name="T30" fmla="*/ 130 w 210"/>
              <a:gd name="T31" fmla="*/ 111 h 144"/>
              <a:gd name="T32" fmla="*/ 155 w 210"/>
              <a:gd name="T33" fmla="*/ 103 h 144"/>
              <a:gd name="T34" fmla="*/ 146 w 210"/>
              <a:gd name="T35" fmla="*/ 95 h 144"/>
              <a:gd name="T36" fmla="*/ 146 w 210"/>
              <a:gd name="T37" fmla="*/ 88 h 144"/>
              <a:gd name="T38" fmla="*/ 150 w 210"/>
              <a:gd name="T39" fmla="*/ 79 h 144"/>
              <a:gd name="T40" fmla="*/ 152 w 210"/>
              <a:gd name="T41" fmla="*/ 67 h 144"/>
              <a:gd name="T42" fmla="*/ 151 w 210"/>
              <a:gd name="T43" fmla="*/ 54 h 144"/>
              <a:gd name="T44" fmla="*/ 147 w 210"/>
              <a:gd name="T45" fmla="*/ 39 h 144"/>
              <a:gd name="T46" fmla="*/ 142 w 210"/>
              <a:gd name="T47" fmla="*/ 36 h 144"/>
              <a:gd name="T48" fmla="*/ 111 w 210"/>
              <a:gd name="T49" fmla="*/ 63 h 144"/>
              <a:gd name="T50" fmla="*/ 113 w 210"/>
              <a:gd name="T51" fmla="*/ 80 h 144"/>
              <a:gd name="T52" fmla="*/ 116 w 210"/>
              <a:gd name="T53" fmla="*/ 89 h 144"/>
              <a:gd name="T54" fmla="*/ 117 w 210"/>
              <a:gd name="T55" fmla="*/ 95 h 144"/>
              <a:gd name="T56" fmla="*/ 122 w 210"/>
              <a:gd name="T57" fmla="*/ 104 h 144"/>
              <a:gd name="T58" fmla="*/ 136 w 210"/>
              <a:gd name="T59" fmla="*/ 109 h 144"/>
              <a:gd name="T60" fmla="*/ 151 w 210"/>
              <a:gd name="T61" fmla="*/ 121 h 144"/>
              <a:gd name="T62" fmla="*/ 151 w 210"/>
              <a:gd name="T63" fmla="*/ 130 h 144"/>
              <a:gd name="T64" fmla="*/ 184 w 210"/>
              <a:gd name="T65" fmla="*/ 134 h 144"/>
              <a:gd name="T66" fmla="*/ 171 w 210"/>
              <a:gd name="T67" fmla="*/ 110 h 144"/>
              <a:gd name="T68" fmla="*/ 201 w 210"/>
              <a:gd name="T69" fmla="*/ 108 h 144"/>
              <a:gd name="T70" fmla="*/ 186 w 210"/>
              <a:gd name="T71" fmla="*/ 102 h 144"/>
              <a:gd name="T72" fmla="*/ 181 w 210"/>
              <a:gd name="T73" fmla="*/ 97 h 144"/>
              <a:gd name="T74" fmla="*/ 184 w 210"/>
              <a:gd name="T75" fmla="*/ 88 h 144"/>
              <a:gd name="T76" fmla="*/ 187 w 210"/>
              <a:gd name="T77" fmla="*/ 83 h 144"/>
              <a:gd name="T78" fmla="*/ 186 w 210"/>
              <a:gd name="T79" fmla="*/ 76 h 144"/>
              <a:gd name="T80" fmla="*/ 186 w 210"/>
              <a:gd name="T81" fmla="*/ 61 h 144"/>
              <a:gd name="T82" fmla="*/ 182 w 210"/>
              <a:gd name="T83" fmla="*/ 58 h 144"/>
              <a:gd name="T84" fmla="*/ 165 w 210"/>
              <a:gd name="T85" fmla="*/ 57 h 144"/>
              <a:gd name="T86" fmla="*/ 158 w 210"/>
              <a:gd name="T87" fmla="*/ 79 h 144"/>
              <a:gd name="T88" fmla="*/ 162 w 210"/>
              <a:gd name="T89" fmla="*/ 87 h 144"/>
              <a:gd name="T90" fmla="*/ 165 w 210"/>
              <a:gd name="T91" fmla="*/ 97 h 144"/>
              <a:gd name="T92" fmla="*/ 161 w 210"/>
              <a:gd name="T93" fmla="*/ 102 h 144"/>
              <a:gd name="T94" fmla="*/ 173 w 210"/>
              <a:gd name="T95" fmla="*/ 107 h 144"/>
              <a:gd name="T96" fmla="*/ 187 w 210"/>
              <a:gd name="T97" fmla="*/ 117 h 144"/>
              <a:gd name="T98" fmla="*/ 187 w 210"/>
              <a:gd name="T99" fmla="*/ 118 h 144"/>
              <a:gd name="T100" fmla="*/ 187 w 210"/>
              <a:gd name="T101" fmla="*/ 125 h 144"/>
              <a:gd name="T102" fmla="*/ 210 w 210"/>
              <a:gd name="T103" fmla="*/ 113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44">
                <a:moveTo>
                  <a:pt x="130" y="111"/>
                </a:moveTo>
                <a:cubicBezTo>
                  <a:pt x="122" y="108"/>
                  <a:pt x="114" y="104"/>
                  <a:pt x="107" y="101"/>
                </a:cubicBezTo>
                <a:cubicBezTo>
                  <a:pt x="105" y="100"/>
                  <a:pt x="102" y="100"/>
                  <a:pt x="100" y="99"/>
                </a:cubicBezTo>
                <a:cubicBezTo>
                  <a:pt x="98" y="98"/>
                  <a:pt x="95" y="92"/>
                  <a:pt x="94" y="89"/>
                </a:cubicBezTo>
                <a:cubicBezTo>
                  <a:pt x="93" y="89"/>
                  <a:pt x="91" y="89"/>
                  <a:pt x="90" y="88"/>
                </a:cubicBezTo>
                <a:cubicBezTo>
                  <a:pt x="90" y="84"/>
                  <a:pt x="93" y="84"/>
                  <a:pt x="94" y="80"/>
                </a:cubicBezTo>
                <a:cubicBezTo>
                  <a:pt x="95" y="77"/>
                  <a:pt x="94" y="73"/>
                  <a:pt x="96" y="71"/>
                </a:cubicBezTo>
                <a:cubicBezTo>
                  <a:pt x="97" y="69"/>
                  <a:pt x="99" y="69"/>
                  <a:pt x="100" y="67"/>
                </a:cubicBezTo>
                <a:cubicBezTo>
                  <a:pt x="101" y="66"/>
                  <a:pt x="102" y="63"/>
                  <a:pt x="102" y="61"/>
                </a:cubicBezTo>
                <a:cubicBezTo>
                  <a:pt x="103" y="58"/>
                  <a:pt x="103" y="53"/>
                  <a:pt x="102" y="50"/>
                </a:cubicBezTo>
                <a:cubicBezTo>
                  <a:pt x="101" y="48"/>
                  <a:pt x="100" y="48"/>
                  <a:pt x="100" y="46"/>
                </a:cubicBezTo>
                <a:cubicBezTo>
                  <a:pt x="100" y="43"/>
                  <a:pt x="101" y="34"/>
                  <a:pt x="101" y="32"/>
                </a:cubicBezTo>
                <a:cubicBezTo>
                  <a:pt x="101" y="26"/>
                  <a:pt x="101" y="22"/>
                  <a:pt x="100" y="17"/>
                </a:cubicBezTo>
                <a:cubicBezTo>
                  <a:pt x="100" y="17"/>
                  <a:pt x="98" y="12"/>
                  <a:pt x="96" y="11"/>
                </a:cubicBezTo>
                <a:cubicBezTo>
                  <a:pt x="91" y="10"/>
                  <a:pt x="91" y="10"/>
                  <a:pt x="91" y="10"/>
                </a:cubicBezTo>
                <a:cubicBezTo>
                  <a:pt x="88" y="7"/>
                  <a:pt x="88" y="7"/>
                  <a:pt x="88" y="7"/>
                </a:cubicBezTo>
                <a:cubicBezTo>
                  <a:pt x="77" y="0"/>
                  <a:pt x="64" y="5"/>
                  <a:pt x="57" y="8"/>
                </a:cubicBezTo>
                <a:cubicBezTo>
                  <a:pt x="48" y="11"/>
                  <a:pt x="41" y="25"/>
                  <a:pt x="46" y="45"/>
                </a:cubicBezTo>
                <a:cubicBezTo>
                  <a:pt x="46" y="49"/>
                  <a:pt x="44" y="50"/>
                  <a:pt x="44" y="52"/>
                </a:cubicBezTo>
                <a:cubicBezTo>
                  <a:pt x="44" y="56"/>
                  <a:pt x="44" y="66"/>
                  <a:pt x="48" y="69"/>
                </a:cubicBezTo>
                <a:cubicBezTo>
                  <a:pt x="49" y="69"/>
                  <a:pt x="51" y="70"/>
                  <a:pt x="51" y="69"/>
                </a:cubicBezTo>
                <a:cubicBezTo>
                  <a:pt x="52" y="73"/>
                  <a:pt x="52" y="77"/>
                  <a:pt x="53" y="81"/>
                </a:cubicBezTo>
                <a:cubicBezTo>
                  <a:pt x="54" y="84"/>
                  <a:pt x="56" y="84"/>
                  <a:pt x="57" y="88"/>
                </a:cubicBezTo>
                <a:cubicBezTo>
                  <a:pt x="54" y="89"/>
                  <a:pt x="54" y="89"/>
                  <a:pt x="54" y="89"/>
                </a:cubicBezTo>
                <a:cubicBezTo>
                  <a:pt x="52" y="92"/>
                  <a:pt x="50" y="98"/>
                  <a:pt x="47" y="99"/>
                </a:cubicBezTo>
                <a:cubicBezTo>
                  <a:pt x="45" y="100"/>
                  <a:pt x="43" y="100"/>
                  <a:pt x="41" y="101"/>
                </a:cubicBezTo>
                <a:cubicBezTo>
                  <a:pt x="34" y="104"/>
                  <a:pt x="25" y="108"/>
                  <a:pt x="18" y="111"/>
                </a:cubicBezTo>
                <a:cubicBezTo>
                  <a:pt x="11" y="114"/>
                  <a:pt x="3" y="115"/>
                  <a:pt x="1" y="122"/>
                </a:cubicBezTo>
                <a:cubicBezTo>
                  <a:pt x="1" y="127"/>
                  <a:pt x="0" y="138"/>
                  <a:pt x="0" y="144"/>
                </a:cubicBezTo>
                <a:cubicBezTo>
                  <a:pt x="147" y="144"/>
                  <a:pt x="147" y="144"/>
                  <a:pt x="147" y="144"/>
                </a:cubicBezTo>
                <a:cubicBezTo>
                  <a:pt x="147" y="138"/>
                  <a:pt x="147" y="127"/>
                  <a:pt x="147" y="122"/>
                </a:cubicBezTo>
                <a:cubicBezTo>
                  <a:pt x="145" y="115"/>
                  <a:pt x="137" y="114"/>
                  <a:pt x="130" y="111"/>
                </a:cubicBezTo>
                <a:close/>
                <a:moveTo>
                  <a:pt x="171" y="110"/>
                </a:moveTo>
                <a:cubicBezTo>
                  <a:pt x="166" y="108"/>
                  <a:pt x="160" y="105"/>
                  <a:pt x="155" y="103"/>
                </a:cubicBezTo>
                <a:cubicBezTo>
                  <a:pt x="153" y="103"/>
                  <a:pt x="152" y="102"/>
                  <a:pt x="150" y="102"/>
                </a:cubicBezTo>
                <a:cubicBezTo>
                  <a:pt x="149" y="101"/>
                  <a:pt x="147" y="97"/>
                  <a:pt x="146" y="95"/>
                </a:cubicBezTo>
                <a:cubicBezTo>
                  <a:pt x="145" y="94"/>
                  <a:pt x="144" y="94"/>
                  <a:pt x="143" y="94"/>
                </a:cubicBezTo>
                <a:cubicBezTo>
                  <a:pt x="143" y="91"/>
                  <a:pt x="145" y="91"/>
                  <a:pt x="146" y="88"/>
                </a:cubicBezTo>
                <a:cubicBezTo>
                  <a:pt x="147" y="86"/>
                  <a:pt x="146" y="84"/>
                  <a:pt x="147" y="82"/>
                </a:cubicBezTo>
                <a:cubicBezTo>
                  <a:pt x="148" y="80"/>
                  <a:pt x="150" y="80"/>
                  <a:pt x="150" y="79"/>
                </a:cubicBezTo>
                <a:cubicBezTo>
                  <a:pt x="151" y="78"/>
                  <a:pt x="152" y="76"/>
                  <a:pt x="152" y="75"/>
                </a:cubicBezTo>
                <a:cubicBezTo>
                  <a:pt x="152" y="72"/>
                  <a:pt x="153" y="69"/>
                  <a:pt x="152" y="67"/>
                </a:cubicBezTo>
                <a:cubicBezTo>
                  <a:pt x="151" y="65"/>
                  <a:pt x="150" y="65"/>
                  <a:pt x="150" y="64"/>
                </a:cubicBezTo>
                <a:cubicBezTo>
                  <a:pt x="150" y="62"/>
                  <a:pt x="151" y="55"/>
                  <a:pt x="151" y="54"/>
                </a:cubicBezTo>
                <a:cubicBezTo>
                  <a:pt x="151" y="50"/>
                  <a:pt x="151" y="47"/>
                  <a:pt x="150" y="43"/>
                </a:cubicBezTo>
                <a:cubicBezTo>
                  <a:pt x="150" y="43"/>
                  <a:pt x="149" y="40"/>
                  <a:pt x="147" y="39"/>
                </a:cubicBezTo>
                <a:cubicBezTo>
                  <a:pt x="144" y="38"/>
                  <a:pt x="144" y="38"/>
                  <a:pt x="144" y="38"/>
                </a:cubicBezTo>
                <a:cubicBezTo>
                  <a:pt x="142" y="36"/>
                  <a:pt x="142" y="36"/>
                  <a:pt x="142" y="36"/>
                </a:cubicBezTo>
                <a:cubicBezTo>
                  <a:pt x="133" y="31"/>
                  <a:pt x="124" y="35"/>
                  <a:pt x="120" y="37"/>
                </a:cubicBezTo>
                <a:cubicBezTo>
                  <a:pt x="113" y="39"/>
                  <a:pt x="108" y="49"/>
                  <a:pt x="111" y="63"/>
                </a:cubicBezTo>
                <a:cubicBezTo>
                  <a:pt x="112" y="66"/>
                  <a:pt x="110" y="67"/>
                  <a:pt x="110" y="68"/>
                </a:cubicBezTo>
                <a:cubicBezTo>
                  <a:pt x="110" y="71"/>
                  <a:pt x="111" y="78"/>
                  <a:pt x="113" y="80"/>
                </a:cubicBezTo>
                <a:cubicBezTo>
                  <a:pt x="114" y="80"/>
                  <a:pt x="116" y="81"/>
                  <a:pt x="116" y="81"/>
                </a:cubicBezTo>
                <a:cubicBezTo>
                  <a:pt x="116" y="84"/>
                  <a:pt x="116" y="86"/>
                  <a:pt x="116" y="89"/>
                </a:cubicBezTo>
                <a:cubicBezTo>
                  <a:pt x="117" y="91"/>
                  <a:pt x="119" y="91"/>
                  <a:pt x="119" y="94"/>
                </a:cubicBezTo>
                <a:cubicBezTo>
                  <a:pt x="117" y="95"/>
                  <a:pt x="117" y="95"/>
                  <a:pt x="117" y="95"/>
                </a:cubicBezTo>
                <a:cubicBezTo>
                  <a:pt x="116" y="96"/>
                  <a:pt x="115" y="99"/>
                  <a:pt x="114" y="100"/>
                </a:cubicBezTo>
                <a:cubicBezTo>
                  <a:pt x="117" y="101"/>
                  <a:pt x="119" y="103"/>
                  <a:pt x="122" y="104"/>
                </a:cubicBezTo>
                <a:cubicBezTo>
                  <a:pt x="125" y="105"/>
                  <a:pt x="128" y="106"/>
                  <a:pt x="131" y="108"/>
                </a:cubicBezTo>
                <a:cubicBezTo>
                  <a:pt x="133" y="108"/>
                  <a:pt x="134" y="109"/>
                  <a:pt x="136" y="109"/>
                </a:cubicBezTo>
                <a:cubicBezTo>
                  <a:pt x="141" y="111"/>
                  <a:pt x="148" y="114"/>
                  <a:pt x="150" y="121"/>
                </a:cubicBezTo>
                <a:cubicBezTo>
                  <a:pt x="151" y="121"/>
                  <a:pt x="151" y="121"/>
                  <a:pt x="151" y="121"/>
                </a:cubicBezTo>
                <a:cubicBezTo>
                  <a:pt x="151" y="122"/>
                  <a:pt x="151" y="122"/>
                  <a:pt x="151" y="122"/>
                </a:cubicBezTo>
                <a:cubicBezTo>
                  <a:pt x="151" y="124"/>
                  <a:pt x="151" y="127"/>
                  <a:pt x="151" y="130"/>
                </a:cubicBezTo>
                <a:cubicBezTo>
                  <a:pt x="151" y="131"/>
                  <a:pt x="151" y="133"/>
                  <a:pt x="151" y="134"/>
                </a:cubicBezTo>
                <a:cubicBezTo>
                  <a:pt x="184" y="134"/>
                  <a:pt x="184" y="134"/>
                  <a:pt x="184" y="134"/>
                </a:cubicBezTo>
                <a:cubicBezTo>
                  <a:pt x="184" y="130"/>
                  <a:pt x="184" y="121"/>
                  <a:pt x="184" y="118"/>
                </a:cubicBezTo>
                <a:cubicBezTo>
                  <a:pt x="182" y="113"/>
                  <a:pt x="176" y="112"/>
                  <a:pt x="171" y="110"/>
                </a:cubicBezTo>
                <a:close/>
                <a:moveTo>
                  <a:pt x="210" y="113"/>
                </a:moveTo>
                <a:cubicBezTo>
                  <a:pt x="208" y="110"/>
                  <a:pt x="204" y="109"/>
                  <a:pt x="201" y="108"/>
                </a:cubicBezTo>
                <a:cubicBezTo>
                  <a:pt x="197" y="106"/>
                  <a:pt x="193" y="105"/>
                  <a:pt x="190" y="103"/>
                </a:cubicBezTo>
                <a:cubicBezTo>
                  <a:pt x="188" y="103"/>
                  <a:pt x="187" y="103"/>
                  <a:pt x="186" y="102"/>
                </a:cubicBezTo>
                <a:cubicBezTo>
                  <a:pt x="185" y="101"/>
                  <a:pt x="184" y="99"/>
                  <a:pt x="183" y="97"/>
                </a:cubicBezTo>
                <a:cubicBezTo>
                  <a:pt x="183" y="97"/>
                  <a:pt x="182" y="97"/>
                  <a:pt x="181" y="97"/>
                </a:cubicBezTo>
                <a:cubicBezTo>
                  <a:pt x="181" y="95"/>
                  <a:pt x="183" y="95"/>
                  <a:pt x="183" y="93"/>
                </a:cubicBezTo>
                <a:cubicBezTo>
                  <a:pt x="184" y="91"/>
                  <a:pt x="183" y="89"/>
                  <a:pt x="184" y="88"/>
                </a:cubicBezTo>
                <a:cubicBezTo>
                  <a:pt x="185" y="87"/>
                  <a:pt x="186" y="87"/>
                  <a:pt x="186" y="86"/>
                </a:cubicBezTo>
                <a:cubicBezTo>
                  <a:pt x="187" y="86"/>
                  <a:pt x="187" y="84"/>
                  <a:pt x="187" y="83"/>
                </a:cubicBezTo>
                <a:cubicBezTo>
                  <a:pt x="188" y="82"/>
                  <a:pt x="188" y="79"/>
                  <a:pt x="187" y="78"/>
                </a:cubicBezTo>
                <a:cubicBezTo>
                  <a:pt x="187" y="77"/>
                  <a:pt x="186" y="77"/>
                  <a:pt x="186" y="76"/>
                </a:cubicBezTo>
                <a:cubicBezTo>
                  <a:pt x="186" y="74"/>
                  <a:pt x="187" y="70"/>
                  <a:pt x="187" y="69"/>
                </a:cubicBezTo>
                <a:cubicBezTo>
                  <a:pt x="187" y="66"/>
                  <a:pt x="187" y="64"/>
                  <a:pt x="186" y="61"/>
                </a:cubicBezTo>
                <a:cubicBezTo>
                  <a:pt x="186" y="61"/>
                  <a:pt x="185" y="59"/>
                  <a:pt x="184" y="58"/>
                </a:cubicBezTo>
                <a:cubicBezTo>
                  <a:pt x="182" y="58"/>
                  <a:pt x="182" y="58"/>
                  <a:pt x="182" y="58"/>
                </a:cubicBezTo>
                <a:cubicBezTo>
                  <a:pt x="180" y="57"/>
                  <a:pt x="180" y="57"/>
                  <a:pt x="180" y="57"/>
                </a:cubicBezTo>
                <a:cubicBezTo>
                  <a:pt x="175" y="53"/>
                  <a:pt x="168" y="55"/>
                  <a:pt x="165" y="57"/>
                </a:cubicBezTo>
                <a:cubicBezTo>
                  <a:pt x="160" y="58"/>
                  <a:pt x="157" y="65"/>
                  <a:pt x="159" y="75"/>
                </a:cubicBezTo>
                <a:cubicBezTo>
                  <a:pt x="160" y="77"/>
                  <a:pt x="158" y="78"/>
                  <a:pt x="158" y="79"/>
                </a:cubicBezTo>
                <a:cubicBezTo>
                  <a:pt x="158" y="81"/>
                  <a:pt x="159" y="86"/>
                  <a:pt x="160" y="87"/>
                </a:cubicBezTo>
                <a:cubicBezTo>
                  <a:pt x="161" y="87"/>
                  <a:pt x="162" y="87"/>
                  <a:pt x="162" y="87"/>
                </a:cubicBezTo>
                <a:cubicBezTo>
                  <a:pt x="162" y="89"/>
                  <a:pt x="162" y="91"/>
                  <a:pt x="163" y="93"/>
                </a:cubicBezTo>
                <a:cubicBezTo>
                  <a:pt x="163" y="95"/>
                  <a:pt x="164" y="95"/>
                  <a:pt x="165" y="97"/>
                </a:cubicBezTo>
                <a:cubicBezTo>
                  <a:pt x="163" y="97"/>
                  <a:pt x="163" y="97"/>
                  <a:pt x="163" y="97"/>
                </a:cubicBezTo>
                <a:cubicBezTo>
                  <a:pt x="163" y="98"/>
                  <a:pt x="162" y="101"/>
                  <a:pt x="161" y="102"/>
                </a:cubicBezTo>
                <a:cubicBezTo>
                  <a:pt x="162" y="103"/>
                  <a:pt x="164" y="103"/>
                  <a:pt x="166" y="104"/>
                </a:cubicBezTo>
                <a:cubicBezTo>
                  <a:pt x="168" y="105"/>
                  <a:pt x="171" y="106"/>
                  <a:pt x="173" y="107"/>
                </a:cubicBezTo>
                <a:cubicBezTo>
                  <a:pt x="174" y="107"/>
                  <a:pt x="175" y="108"/>
                  <a:pt x="176" y="108"/>
                </a:cubicBezTo>
                <a:cubicBezTo>
                  <a:pt x="180" y="110"/>
                  <a:pt x="185" y="111"/>
                  <a:pt x="187" y="117"/>
                </a:cubicBezTo>
                <a:cubicBezTo>
                  <a:pt x="187" y="117"/>
                  <a:pt x="187" y="117"/>
                  <a:pt x="187" y="117"/>
                </a:cubicBezTo>
                <a:cubicBezTo>
                  <a:pt x="187" y="118"/>
                  <a:pt x="187" y="118"/>
                  <a:pt x="187" y="118"/>
                </a:cubicBezTo>
                <a:cubicBezTo>
                  <a:pt x="187" y="119"/>
                  <a:pt x="187" y="121"/>
                  <a:pt x="187" y="124"/>
                </a:cubicBezTo>
                <a:cubicBezTo>
                  <a:pt x="187" y="124"/>
                  <a:pt x="187" y="124"/>
                  <a:pt x="187" y="125"/>
                </a:cubicBezTo>
                <a:cubicBezTo>
                  <a:pt x="210" y="125"/>
                  <a:pt x="210" y="125"/>
                  <a:pt x="210" y="125"/>
                </a:cubicBezTo>
                <a:cubicBezTo>
                  <a:pt x="210" y="121"/>
                  <a:pt x="210" y="116"/>
                  <a:pt x="210" y="11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en-US" sz="1350" dirty="0"/>
          </a:p>
        </p:txBody>
      </p:sp>
      <p:sp>
        <p:nvSpPr>
          <p:cNvPr id="33" name="Freeform 1512"/>
          <p:cNvSpPr>
            <a:spLocks noEditPoints="1"/>
          </p:cNvSpPr>
          <p:nvPr/>
        </p:nvSpPr>
        <p:spPr bwMode="auto">
          <a:xfrm>
            <a:off x="4900958" y="4046235"/>
            <a:ext cx="506016" cy="540544"/>
          </a:xfrm>
          <a:custGeom>
            <a:avLst/>
            <a:gdLst>
              <a:gd name="T0" fmla="*/ 180 w 180"/>
              <a:gd name="T1" fmla="*/ 67 h 192"/>
              <a:gd name="T2" fmla="*/ 179 w 180"/>
              <a:gd name="T3" fmla="*/ 64 h 192"/>
              <a:gd name="T4" fmla="*/ 178 w 180"/>
              <a:gd name="T5" fmla="*/ 63 h 192"/>
              <a:gd name="T6" fmla="*/ 91 w 180"/>
              <a:gd name="T7" fmla="*/ 1 h 192"/>
              <a:gd name="T8" fmla="*/ 89 w 180"/>
              <a:gd name="T9" fmla="*/ 1 h 192"/>
              <a:gd name="T10" fmla="*/ 40 w 180"/>
              <a:gd name="T11" fmla="*/ 0 h 192"/>
              <a:gd name="T12" fmla="*/ 37 w 180"/>
              <a:gd name="T13" fmla="*/ 2 h 192"/>
              <a:gd name="T14" fmla="*/ 38 w 180"/>
              <a:gd name="T15" fmla="*/ 6 h 192"/>
              <a:gd name="T16" fmla="*/ 60 w 180"/>
              <a:gd name="T17" fmla="*/ 22 h 192"/>
              <a:gd name="T18" fmla="*/ 50 w 180"/>
              <a:gd name="T19" fmla="*/ 30 h 192"/>
              <a:gd name="T20" fmla="*/ 49 w 180"/>
              <a:gd name="T21" fmla="*/ 30 h 192"/>
              <a:gd name="T22" fmla="*/ 1 w 180"/>
              <a:gd name="T23" fmla="*/ 64 h 192"/>
              <a:gd name="T24" fmla="*/ 0 w 180"/>
              <a:gd name="T25" fmla="*/ 67 h 192"/>
              <a:gd name="T26" fmla="*/ 0 w 180"/>
              <a:gd name="T27" fmla="*/ 67 h 192"/>
              <a:gd name="T28" fmla="*/ 0 w 180"/>
              <a:gd name="T29" fmla="*/ 67 h 192"/>
              <a:gd name="T30" fmla="*/ 0 w 180"/>
              <a:gd name="T31" fmla="*/ 127 h 192"/>
              <a:gd name="T32" fmla="*/ 1 w 180"/>
              <a:gd name="T33" fmla="*/ 130 h 192"/>
              <a:gd name="T34" fmla="*/ 88 w 180"/>
              <a:gd name="T35" fmla="*/ 192 h 192"/>
              <a:gd name="T36" fmla="*/ 88 w 180"/>
              <a:gd name="T37" fmla="*/ 192 h 192"/>
              <a:gd name="T38" fmla="*/ 88 w 180"/>
              <a:gd name="T39" fmla="*/ 192 h 192"/>
              <a:gd name="T40" fmla="*/ 90 w 180"/>
              <a:gd name="T41" fmla="*/ 192 h 192"/>
              <a:gd name="T42" fmla="*/ 92 w 180"/>
              <a:gd name="T43" fmla="*/ 192 h 192"/>
              <a:gd name="T44" fmla="*/ 179 w 180"/>
              <a:gd name="T45" fmla="*/ 130 h 192"/>
              <a:gd name="T46" fmla="*/ 180 w 180"/>
              <a:gd name="T47" fmla="*/ 127 h 192"/>
              <a:gd name="T48" fmla="*/ 180 w 180"/>
              <a:gd name="T49" fmla="*/ 67 h 192"/>
              <a:gd name="T50" fmla="*/ 180 w 180"/>
              <a:gd name="T51" fmla="*/ 67 h 192"/>
              <a:gd name="T52" fmla="*/ 51 w 180"/>
              <a:gd name="T53" fmla="*/ 7 h 192"/>
              <a:gd name="T54" fmla="*/ 88 w 180"/>
              <a:gd name="T55" fmla="*/ 8 h 192"/>
              <a:gd name="T56" fmla="*/ 165 w 180"/>
              <a:gd name="T57" fmla="*/ 62 h 192"/>
              <a:gd name="T58" fmla="*/ 128 w 180"/>
              <a:gd name="T59" fmla="*/ 61 h 192"/>
              <a:gd name="T60" fmla="*/ 51 w 180"/>
              <a:gd name="T61" fmla="*/ 7 h 192"/>
              <a:gd name="T62" fmla="*/ 86 w 180"/>
              <a:gd name="T63" fmla="*/ 182 h 192"/>
              <a:gd name="T64" fmla="*/ 7 w 180"/>
              <a:gd name="T65" fmla="*/ 126 h 192"/>
              <a:gd name="T66" fmla="*/ 7 w 180"/>
              <a:gd name="T67" fmla="*/ 74 h 192"/>
              <a:gd name="T68" fmla="*/ 86 w 180"/>
              <a:gd name="T69" fmla="*/ 131 h 192"/>
              <a:gd name="T70" fmla="*/ 86 w 180"/>
              <a:gd name="T71" fmla="*/ 182 h 192"/>
              <a:gd name="T72" fmla="*/ 90 w 180"/>
              <a:gd name="T73" fmla="*/ 124 h 192"/>
              <a:gd name="T74" fmla="*/ 9 w 180"/>
              <a:gd name="T75" fmla="*/ 67 h 192"/>
              <a:gd name="T76" fmla="*/ 48 w 180"/>
              <a:gd name="T77" fmla="*/ 39 h 192"/>
              <a:gd name="T78" fmla="*/ 129 w 180"/>
              <a:gd name="T79" fmla="*/ 96 h 192"/>
              <a:gd name="T80" fmla="*/ 90 w 180"/>
              <a:gd name="T81" fmla="*/ 124 h 192"/>
              <a:gd name="T82" fmla="*/ 173 w 180"/>
              <a:gd name="T83" fmla="*/ 126 h 192"/>
              <a:gd name="T84" fmla="*/ 94 w 180"/>
              <a:gd name="T85" fmla="*/ 182 h 192"/>
              <a:gd name="T86" fmla="*/ 94 w 180"/>
              <a:gd name="T87" fmla="*/ 131 h 192"/>
              <a:gd name="T88" fmla="*/ 173 w 180"/>
              <a:gd name="T89" fmla="*/ 74 h 192"/>
              <a:gd name="T90" fmla="*/ 173 w 180"/>
              <a:gd name="T91" fmla="*/ 126 h 192"/>
              <a:gd name="T92" fmla="*/ 75 w 180"/>
              <a:gd name="T93" fmla="*/ 135 h 192"/>
              <a:gd name="T94" fmla="*/ 14 w 180"/>
              <a:gd name="T95" fmla="*/ 92 h 192"/>
              <a:gd name="T96" fmla="*/ 14 w 180"/>
              <a:gd name="T97" fmla="*/ 119 h 192"/>
              <a:gd name="T98" fmla="*/ 75 w 180"/>
              <a:gd name="T99" fmla="*/ 162 h 192"/>
              <a:gd name="T100" fmla="*/ 75 w 180"/>
              <a:gd name="T101" fmla="*/ 135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80" h="192">
                <a:moveTo>
                  <a:pt x="180" y="67"/>
                </a:moveTo>
                <a:cubicBezTo>
                  <a:pt x="180" y="66"/>
                  <a:pt x="180" y="65"/>
                  <a:pt x="179" y="64"/>
                </a:cubicBezTo>
                <a:cubicBezTo>
                  <a:pt x="179" y="64"/>
                  <a:pt x="179" y="63"/>
                  <a:pt x="178" y="63"/>
                </a:cubicBezTo>
                <a:cubicBezTo>
                  <a:pt x="91" y="1"/>
                  <a:pt x="91" y="1"/>
                  <a:pt x="91" y="1"/>
                </a:cubicBezTo>
                <a:cubicBezTo>
                  <a:pt x="91" y="1"/>
                  <a:pt x="90" y="1"/>
                  <a:pt x="89" y="1"/>
                </a:cubicBezTo>
                <a:cubicBezTo>
                  <a:pt x="40" y="0"/>
                  <a:pt x="40" y="0"/>
                  <a:pt x="40" y="0"/>
                </a:cubicBezTo>
                <a:cubicBezTo>
                  <a:pt x="39" y="0"/>
                  <a:pt x="37" y="1"/>
                  <a:pt x="37" y="2"/>
                </a:cubicBezTo>
                <a:cubicBezTo>
                  <a:pt x="36" y="3"/>
                  <a:pt x="37" y="5"/>
                  <a:pt x="38" y="6"/>
                </a:cubicBezTo>
                <a:cubicBezTo>
                  <a:pt x="60" y="22"/>
                  <a:pt x="60" y="22"/>
                  <a:pt x="60" y="22"/>
                </a:cubicBezTo>
                <a:cubicBezTo>
                  <a:pt x="50" y="30"/>
                  <a:pt x="50" y="30"/>
                  <a:pt x="50" y="30"/>
                </a:cubicBezTo>
                <a:cubicBezTo>
                  <a:pt x="49" y="30"/>
                  <a:pt x="49" y="30"/>
                  <a:pt x="49" y="30"/>
                </a:cubicBezTo>
                <a:cubicBezTo>
                  <a:pt x="1" y="64"/>
                  <a:pt x="1" y="64"/>
                  <a:pt x="1" y="64"/>
                </a:cubicBezTo>
                <a:cubicBezTo>
                  <a:pt x="0" y="65"/>
                  <a:pt x="0" y="66"/>
                  <a:pt x="0" y="67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127"/>
                  <a:pt x="0" y="127"/>
                  <a:pt x="0" y="127"/>
                </a:cubicBezTo>
                <a:cubicBezTo>
                  <a:pt x="1" y="130"/>
                  <a:pt x="1" y="130"/>
                  <a:pt x="1" y="130"/>
                </a:cubicBezTo>
                <a:cubicBezTo>
                  <a:pt x="88" y="192"/>
                  <a:pt x="88" y="192"/>
                  <a:pt x="88" y="192"/>
                </a:cubicBezTo>
                <a:cubicBezTo>
                  <a:pt x="88" y="192"/>
                  <a:pt x="88" y="192"/>
                  <a:pt x="88" y="192"/>
                </a:cubicBezTo>
                <a:cubicBezTo>
                  <a:pt x="88" y="192"/>
                  <a:pt x="88" y="192"/>
                  <a:pt x="88" y="192"/>
                </a:cubicBezTo>
                <a:cubicBezTo>
                  <a:pt x="89" y="192"/>
                  <a:pt x="90" y="192"/>
                  <a:pt x="90" y="192"/>
                </a:cubicBezTo>
                <a:cubicBezTo>
                  <a:pt x="91" y="192"/>
                  <a:pt x="92" y="192"/>
                  <a:pt x="92" y="192"/>
                </a:cubicBezTo>
                <a:cubicBezTo>
                  <a:pt x="179" y="130"/>
                  <a:pt x="179" y="130"/>
                  <a:pt x="179" y="130"/>
                </a:cubicBezTo>
                <a:cubicBezTo>
                  <a:pt x="180" y="130"/>
                  <a:pt x="180" y="129"/>
                  <a:pt x="180" y="127"/>
                </a:cubicBezTo>
                <a:cubicBezTo>
                  <a:pt x="180" y="67"/>
                  <a:pt x="180" y="67"/>
                  <a:pt x="180" y="67"/>
                </a:cubicBezTo>
                <a:cubicBezTo>
                  <a:pt x="180" y="67"/>
                  <a:pt x="180" y="67"/>
                  <a:pt x="180" y="67"/>
                </a:cubicBezTo>
                <a:close/>
                <a:moveTo>
                  <a:pt x="51" y="7"/>
                </a:moveTo>
                <a:cubicBezTo>
                  <a:pt x="88" y="8"/>
                  <a:pt x="88" y="8"/>
                  <a:pt x="88" y="8"/>
                </a:cubicBezTo>
                <a:cubicBezTo>
                  <a:pt x="165" y="62"/>
                  <a:pt x="165" y="62"/>
                  <a:pt x="165" y="62"/>
                </a:cubicBezTo>
                <a:cubicBezTo>
                  <a:pt x="128" y="61"/>
                  <a:pt x="128" y="61"/>
                  <a:pt x="128" y="61"/>
                </a:cubicBezTo>
                <a:lnTo>
                  <a:pt x="51" y="7"/>
                </a:lnTo>
                <a:close/>
                <a:moveTo>
                  <a:pt x="86" y="182"/>
                </a:moveTo>
                <a:cubicBezTo>
                  <a:pt x="7" y="126"/>
                  <a:pt x="7" y="126"/>
                  <a:pt x="7" y="126"/>
                </a:cubicBezTo>
                <a:cubicBezTo>
                  <a:pt x="7" y="74"/>
                  <a:pt x="7" y="74"/>
                  <a:pt x="7" y="74"/>
                </a:cubicBezTo>
                <a:cubicBezTo>
                  <a:pt x="86" y="131"/>
                  <a:pt x="86" y="131"/>
                  <a:pt x="86" y="131"/>
                </a:cubicBezTo>
                <a:lnTo>
                  <a:pt x="86" y="182"/>
                </a:lnTo>
                <a:close/>
                <a:moveTo>
                  <a:pt x="90" y="124"/>
                </a:moveTo>
                <a:cubicBezTo>
                  <a:pt x="9" y="67"/>
                  <a:pt x="9" y="67"/>
                  <a:pt x="9" y="67"/>
                </a:cubicBezTo>
                <a:cubicBezTo>
                  <a:pt x="48" y="39"/>
                  <a:pt x="48" y="39"/>
                  <a:pt x="48" y="39"/>
                </a:cubicBezTo>
                <a:cubicBezTo>
                  <a:pt x="129" y="96"/>
                  <a:pt x="129" y="96"/>
                  <a:pt x="129" y="96"/>
                </a:cubicBezTo>
                <a:lnTo>
                  <a:pt x="90" y="124"/>
                </a:lnTo>
                <a:close/>
                <a:moveTo>
                  <a:pt x="173" y="126"/>
                </a:moveTo>
                <a:cubicBezTo>
                  <a:pt x="94" y="182"/>
                  <a:pt x="94" y="182"/>
                  <a:pt x="94" y="182"/>
                </a:cubicBezTo>
                <a:cubicBezTo>
                  <a:pt x="94" y="131"/>
                  <a:pt x="94" y="131"/>
                  <a:pt x="94" y="131"/>
                </a:cubicBezTo>
                <a:cubicBezTo>
                  <a:pt x="173" y="74"/>
                  <a:pt x="173" y="74"/>
                  <a:pt x="173" y="74"/>
                </a:cubicBezTo>
                <a:lnTo>
                  <a:pt x="173" y="126"/>
                </a:lnTo>
                <a:close/>
                <a:moveTo>
                  <a:pt x="75" y="135"/>
                </a:moveTo>
                <a:cubicBezTo>
                  <a:pt x="14" y="92"/>
                  <a:pt x="14" y="92"/>
                  <a:pt x="14" y="92"/>
                </a:cubicBezTo>
                <a:cubicBezTo>
                  <a:pt x="14" y="119"/>
                  <a:pt x="14" y="119"/>
                  <a:pt x="14" y="119"/>
                </a:cubicBezTo>
                <a:cubicBezTo>
                  <a:pt x="75" y="162"/>
                  <a:pt x="75" y="162"/>
                  <a:pt x="75" y="162"/>
                </a:cubicBezTo>
                <a:lnTo>
                  <a:pt x="75" y="13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en-US" sz="1350" dirty="0"/>
          </a:p>
        </p:txBody>
      </p:sp>
      <p:sp>
        <p:nvSpPr>
          <p:cNvPr id="35" name="矩形 34"/>
          <p:cNvSpPr/>
          <p:nvPr/>
        </p:nvSpPr>
        <p:spPr>
          <a:xfrm>
            <a:off x="5564059" y="2461710"/>
            <a:ext cx="1422180" cy="203784"/>
          </a:xfrm>
          <a:prstGeom prst="rect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 dirty="0"/>
              <a:t>在此添加关键字</a:t>
            </a:r>
          </a:p>
        </p:txBody>
      </p:sp>
      <p:sp>
        <p:nvSpPr>
          <p:cNvPr id="36" name="矩形 35"/>
          <p:cNvSpPr/>
          <p:nvPr/>
        </p:nvSpPr>
        <p:spPr>
          <a:xfrm>
            <a:off x="5539784" y="2695545"/>
            <a:ext cx="2374330" cy="507829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37" name="矩形 36"/>
          <p:cNvSpPr/>
          <p:nvPr/>
        </p:nvSpPr>
        <p:spPr>
          <a:xfrm>
            <a:off x="5569472" y="3909720"/>
            <a:ext cx="1422180" cy="203784"/>
          </a:xfrm>
          <a:prstGeom prst="rect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 dirty="0"/>
              <a:t>在此添加关键字</a:t>
            </a:r>
          </a:p>
        </p:txBody>
      </p:sp>
      <p:sp>
        <p:nvSpPr>
          <p:cNvPr id="38" name="矩形 37"/>
          <p:cNvSpPr/>
          <p:nvPr/>
        </p:nvSpPr>
        <p:spPr>
          <a:xfrm>
            <a:off x="5545197" y="4143555"/>
            <a:ext cx="2374330" cy="507829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39" name="矩形 38"/>
          <p:cNvSpPr/>
          <p:nvPr/>
        </p:nvSpPr>
        <p:spPr>
          <a:xfrm>
            <a:off x="1901838" y="3935482"/>
            <a:ext cx="1422180" cy="203784"/>
          </a:xfrm>
          <a:prstGeom prst="rect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 dirty="0"/>
              <a:t>在此添加关键字</a:t>
            </a:r>
          </a:p>
        </p:txBody>
      </p:sp>
      <p:sp>
        <p:nvSpPr>
          <p:cNvPr id="40" name="矩形 39"/>
          <p:cNvSpPr/>
          <p:nvPr/>
        </p:nvSpPr>
        <p:spPr>
          <a:xfrm>
            <a:off x="1877563" y="4169316"/>
            <a:ext cx="2374330" cy="507829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7977084" y="1316905"/>
            <a:ext cx="96372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100" dirty="0">
                <a:solidFill>
                  <a:schemeClr val="bg1"/>
                </a:solidFill>
              </a:rPr>
              <a:t>LOGO</a:t>
            </a:r>
            <a:endParaRPr lang="zh-CN" altLang="en-US" sz="2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300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 flipV="1">
            <a:off x="0" y="857251"/>
            <a:ext cx="9144000" cy="995984"/>
          </a:xfrm>
          <a:custGeom>
            <a:avLst/>
            <a:gdLst>
              <a:gd name="connsiteX0" fmla="*/ 0 w 12192000"/>
              <a:gd name="connsiteY0" fmla="*/ 1327979 h 1327979"/>
              <a:gd name="connsiteX1" fmla="*/ 12192000 w 12192000"/>
              <a:gd name="connsiteY1" fmla="*/ 1327979 h 1327979"/>
              <a:gd name="connsiteX2" fmla="*/ 12192000 w 12192000"/>
              <a:gd name="connsiteY2" fmla="*/ 870779 h 1327979"/>
              <a:gd name="connsiteX3" fmla="*/ 7562844 w 12192000"/>
              <a:gd name="connsiteY3" fmla="*/ 870779 h 1327979"/>
              <a:gd name="connsiteX4" fmla="*/ 7397873 w 12192000"/>
              <a:gd name="connsiteY4" fmla="*/ 818383 h 1327979"/>
              <a:gd name="connsiteX5" fmla="*/ 5990049 w 12192000"/>
              <a:gd name="connsiteY5" fmla="*/ 6 h 1327979"/>
              <a:gd name="connsiteX6" fmla="*/ 105952 w 12192000"/>
              <a:gd name="connsiteY6" fmla="*/ 6 h 1327979"/>
              <a:gd name="connsiteX7" fmla="*/ 0 w 12192000"/>
              <a:gd name="connsiteY7" fmla="*/ 3363 h 1327979"/>
              <a:gd name="connsiteX8" fmla="*/ 0 w 12192000"/>
              <a:gd name="connsiteY8" fmla="*/ 870779 h 1327979"/>
              <a:gd name="connsiteX9" fmla="*/ 0 w 12192000"/>
              <a:gd name="connsiteY9" fmla="*/ 870781 h 132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327979">
                <a:moveTo>
                  <a:pt x="0" y="1327979"/>
                </a:moveTo>
                <a:lnTo>
                  <a:pt x="12192000" y="1327979"/>
                </a:lnTo>
                <a:lnTo>
                  <a:pt x="12192000" y="870779"/>
                </a:lnTo>
                <a:lnTo>
                  <a:pt x="7562844" y="870779"/>
                </a:lnTo>
                <a:lnTo>
                  <a:pt x="7397873" y="818383"/>
                </a:lnTo>
                <a:cubicBezTo>
                  <a:pt x="6652131" y="537909"/>
                  <a:pt x="7036652" y="-1980"/>
                  <a:pt x="5990049" y="6"/>
                </a:cubicBezTo>
                <a:lnTo>
                  <a:pt x="105952" y="6"/>
                </a:lnTo>
                <a:lnTo>
                  <a:pt x="0" y="3363"/>
                </a:lnTo>
                <a:lnTo>
                  <a:pt x="0" y="870779"/>
                </a:lnTo>
                <a:lnTo>
                  <a:pt x="0" y="870781"/>
                </a:lnTo>
                <a:close/>
              </a:path>
            </a:pathLst>
          </a:custGeom>
          <a:solidFill>
            <a:srgbClr val="0E814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3" name="任意多边形 2"/>
          <p:cNvSpPr/>
          <p:nvPr/>
        </p:nvSpPr>
        <p:spPr>
          <a:xfrm flipH="1">
            <a:off x="4572000" y="1172936"/>
            <a:ext cx="4572000" cy="680356"/>
          </a:xfrm>
          <a:custGeom>
            <a:avLst/>
            <a:gdLst>
              <a:gd name="connsiteX0" fmla="*/ 4523198 w 6096000"/>
              <a:gd name="connsiteY0" fmla="*/ 6 h 870781"/>
              <a:gd name="connsiteX1" fmla="*/ 0 w 6096000"/>
              <a:gd name="connsiteY1" fmla="*/ 6 h 870781"/>
              <a:gd name="connsiteX2" fmla="*/ 0 w 6096000"/>
              <a:gd name="connsiteY2" fmla="*/ 870781 h 870781"/>
              <a:gd name="connsiteX3" fmla="*/ 6096000 w 6096000"/>
              <a:gd name="connsiteY3" fmla="*/ 870781 h 870781"/>
              <a:gd name="connsiteX4" fmla="*/ 4523198 w 6096000"/>
              <a:gd name="connsiteY4" fmla="*/ 6 h 870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870781">
                <a:moveTo>
                  <a:pt x="4523198" y="6"/>
                </a:moveTo>
                <a:lnTo>
                  <a:pt x="0" y="6"/>
                </a:lnTo>
                <a:lnTo>
                  <a:pt x="0" y="870781"/>
                </a:lnTo>
                <a:lnTo>
                  <a:pt x="6096000" y="870781"/>
                </a:lnTo>
                <a:cubicBezTo>
                  <a:pt x="5127651" y="612302"/>
                  <a:pt x="5639575" y="-2112"/>
                  <a:pt x="4523198" y="6"/>
                </a:cubicBezTo>
                <a:close/>
              </a:path>
            </a:pathLst>
          </a:custGeom>
          <a:solidFill>
            <a:srgbClr val="95C53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7782" y="1107794"/>
            <a:ext cx="156966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</a:rPr>
              <a:t>标题内容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977084" y="1316905"/>
            <a:ext cx="96372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100" dirty="0">
                <a:solidFill>
                  <a:schemeClr val="bg1"/>
                </a:solidFill>
              </a:rPr>
              <a:t>LOGO</a:t>
            </a:r>
            <a:endParaRPr lang="zh-CN" altLang="en-US" sz="2100" dirty="0">
              <a:solidFill>
                <a:schemeClr val="bg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805"/>
          <a:stretch>
            <a:fillRect/>
          </a:stretch>
        </p:blipFill>
        <p:spPr>
          <a:xfrm>
            <a:off x="6342333" y="2136618"/>
            <a:ext cx="2430301" cy="161253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00" y="2136618"/>
            <a:ext cx="2432432" cy="162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567" y="2136618"/>
            <a:ext cx="2432432" cy="16200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578800" y="3749155"/>
            <a:ext cx="351000" cy="351000"/>
          </a:xfrm>
          <a:prstGeom prst="rect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929800" y="3749154"/>
            <a:ext cx="2081432" cy="351000"/>
          </a:xfrm>
          <a:prstGeom prst="rect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 dirty="0"/>
              <a:t>在此添加关键字</a:t>
            </a:r>
          </a:p>
        </p:txBody>
      </p:sp>
      <p:sp>
        <p:nvSpPr>
          <p:cNvPr id="11" name="Freeform 1102"/>
          <p:cNvSpPr>
            <a:spLocks noChangeAspect="1" noEditPoints="1"/>
          </p:cNvSpPr>
          <p:nvPr/>
        </p:nvSpPr>
        <p:spPr bwMode="auto">
          <a:xfrm>
            <a:off x="619301" y="3789654"/>
            <a:ext cx="270000" cy="270000"/>
          </a:xfrm>
          <a:custGeom>
            <a:avLst/>
            <a:gdLst>
              <a:gd name="T0" fmla="*/ 73 w 146"/>
              <a:gd name="T1" fmla="*/ 0 h 146"/>
              <a:gd name="T2" fmla="*/ 0 w 146"/>
              <a:gd name="T3" fmla="*/ 73 h 146"/>
              <a:gd name="T4" fmla="*/ 73 w 146"/>
              <a:gd name="T5" fmla="*/ 146 h 146"/>
              <a:gd name="T6" fmla="*/ 146 w 146"/>
              <a:gd name="T7" fmla="*/ 73 h 146"/>
              <a:gd name="T8" fmla="*/ 73 w 146"/>
              <a:gd name="T9" fmla="*/ 0 h 146"/>
              <a:gd name="T10" fmla="*/ 104 w 146"/>
              <a:gd name="T11" fmla="*/ 119 h 146"/>
              <a:gd name="T12" fmla="*/ 73 w 146"/>
              <a:gd name="T13" fmla="*/ 100 h 146"/>
              <a:gd name="T14" fmla="*/ 42 w 146"/>
              <a:gd name="T15" fmla="*/ 119 h 146"/>
              <a:gd name="T16" fmla="*/ 50 w 146"/>
              <a:gd name="T17" fmla="*/ 83 h 146"/>
              <a:gd name="T18" fmla="*/ 22 w 146"/>
              <a:gd name="T19" fmla="*/ 59 h 146"/>
              <a:gd name="T20" fmla="*/ 59 w 146"/>
              <a:gd name="T21" fmla="*/ 56 h 146"/>
              <a:gd name="T22" fmla="*/ 73 w 146"/>
              <a:gd name="T23" fmla="*/ 22 h 146"/>
              <a:gd name="T24" fmla="*/ 87 w 146"/>
              <a:gd name="T25" fmla="*/ 56 h 146"/>
              <a:gd name="T26" fmla="*/ 124 w 146"/>
              <a:gd name="T27" fmla="*/ 59 h 146"/>
              <a:gd name="T28" fmla="*/ 96 w 146"/>
              <a:gd name="T29" fmla="*/ 83 h 146"/>
              <a:gd name="T30" fmla="*/ 104 w 146"/>
              <a:gd name="T31" fmla="*/ 119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46" h="146">
                <a:moveTo>
                  <a:pt x="73" y="0"/>
                </a:moveTo>
                <a:cubicBezTo>
                  <a:pt x="33" y="0"/>
                  <a:pt x="0" y="33"/>
                  <a:pt x="0" y="73"/>
                </a:cubicBezTo>
                <a:cubicBezTo>
                  <a:pt x="0" y="113"/>
                  <a:pt x="33" y="146"/>
                  <a:pt x="73" y="146"/>
                </a:cubicBezTo>
                <a:cubicBezTo>
                  <a:pt x="113" y="146"/>
                  <a:pt x="146" y="113"/>
                  <a:pt x="146" y="73"/>
                </a:cubicBezTo>
                <a:cubicBezTo>
                  <a:pt x="146" y="33"/>
                  <a:pt x="113" y="0"/>
                  <a:pt x="73" y="0"/>
                </a:cubicBezTo>
                <a:close/>
                <a:moveTo>
                  <a:pt x="104" y="119"/>
                </a:moveTo>
                <a:cubicBezTo>
                  <a:pt x="73" y="100"/>
                  <a:pt x="73" y="100"/>
                  <a:pt x="73" y="100"/>
                </a:cubicBezTo>
                <a:cubicBezTo>
                  <a:pt x="42" y="119"/>
                  <a:pt x="42" y="119"/>
                  <a:pt x="42" y="119"/>
                </a:cubicBezTo>
                <a:cubicBezTo>
                  <a:pt x="50" y="83"/>
                  <a:pt x="50" y="83"/>
                  <a:pt x="50" y="83"/>
                </a:cubicBezTo>
                <a:cubicBezTo>
                  <a:pt x="22" y="59"/>
                  <a:pt x="22" y="59"/>
                  <a:pt x="22" y="59"/>
                </a:cubicBezTo>
                <a:cubicBezTo>
                  <a:pt x="59" y="56"/>
                  <a:pt x="59" y="56"/>
                  <a:pt x="59" y="56"/>
                </a:cubicBezTo>
                <a:cubicBezTo>
                  <a:pt x="73" y="22"/>
                  <a:pt x="73" y="22"/>
                  <a:pt x="73" y="22"/>
                </a:cubicBezTo>
                <a:cubicBezTo>
                  <a:pt x="87" y="56"/>
                  <a:pt x="87" y="56"/>
                  <a:pt x="87" y="56"/>
                </a:cubicBezTo>
                <a:cubicBezTo>
                  <a:pt x="124" y="59"/>
                  <a:pt x="124" y="59"/>
                  <a:pt x="124" y="59"/>
                </a:cubicBezTo>
                <a:cubicBezTo>
                  <a:pt x="96" y="83"/>
                  <a:pt x="96" y="83"/>
                  <a:pt x="96" y="83"/>
                </a:cubicBezTo>
                <a:lnTo>
                  <a:pt x="104" y="1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en-US" sz="1350"/>
          </a:p>
        </p:txBody>
      </p:sp>
      <p:sp>
        <p:nvSpPr>
          <p:cNvPr id="12" name="矩形 11"/>
          <p:cNvSpPr/>
          <p:nvPr/>
        </p:nvSpPr>
        <p:spPr>
          <a:xfrm>
            <a:off x="3460566" y="3749155"/>
            <a:ext cx="351000" cy="351000"/>
          </a:xfrm>
          <a:prstGeom prst="rect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矩形 12"/>
          <p:cNvSpPr/>
          <p:nvPr/>
        </p:nvSpPr>
        <p:spPr>
          <a:xfrm>
            <a:off x="3811567" y="3749154"/>
            <a:ext cx="2081432" cy="351000"/>
          </a:xfrm>
          <a:prstGeom prst="rect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 dirty="0"/>
              <a:t>在此添加关键字</a:t>
            </a:r>
          </a:p>
        </p:txBody>
      </p:sp>
      <p:sp>
        <p:nvSpPr>
          <p:cNvPr id="14" name="矩形 13"/>
          <p:cNvSpPr/>
          <p:nvPr/>
        </p:nvSpPr>
        <p:spPr>
          <a:xfrm>
            <a:off x="6340201" y="3749155"/>
            <a:ext cx="351000" cy="351000"/>
          </a:xfrm>
          <a:prstGeom prst="rect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矩形 14"/>
          <p:cNvSpPr/>
          <p:nvPr/>
        </p:nvSpPr>
        <p:spPr>
          <a:xfrm>
            <a:off x="6691201" y="3749154"/>
            <a:ext cx="2081432" cy="351000"/>
          </a:xfrm>
          <a:prstGeom prst="rect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 dirty="0"/>
              <a:t>在此添加关键字</a:t>
            </a:r>
          </a:p>
        </p:txBody>
      </p:sp>
      <p:grpSp>
        <p:nvGrpSpPr>
          <p:cNvPr id="16" name="组合 15"/>
          <p:cNvGrpSpPr>
            <a:grpSpLocks noChangeAspect="1"/>
          </p:cNvGrpSpPr>
          <p:nvPr/>
        </p:nvGrpSpPr>
        <p:grpSpPr>
          <a:xfrm>
            <a:off x="6380304" y="3789654"/>
            <a:ext cx="270794" cy="270000"/>
            <a:chOff x="4351844" y="5426076"/>
            <a:chExt cx="541338" cy="539750"/>
          </a:xfrm>
          <a:solidFill>
            <a:schemeClr val="bg1"/>
          </a:solidFill>
        </p:grpSpPr>
        <p:sp>
          <p:nvSpPr>
            <p:cNvPr id="17" name="Freeform 1104"/>
            <p:cNvSpPr>
              <a:spLocks noEditPoints="1"/>
            </p:cNvSpPr>
            <p:nvPr/>
          </p:nvSpPr>
          <p:spPr bwMode="auto">
            <a:xfrm>
              <a:off x="4351844" y="5426076"/>
              <a:ext cx="541338" cy="539750"/>
            </a:xfrm>
            <a:custGeom>
              <a:avLst/>
              <a:gdLst>
                <a:gd name="T0" fmla="*/ 72 w 144"/>
                <a:gd name="T1" fmla="*/ 0 h 144"/>
                <a:gd name="T2" fmla="*/ 0 w 144"/>
                <a:gd name="T3" fmla="*/ 72 h 144"/>
                <a:gd name="T4" fmla="*/ 72 w 144"/>
                <a:gd name="T5" fmla="*/ 144 h 144"/>
                <a:gd name="T6" fmla="*/ 144 w 144"/>
                <a:gd name="T7" fmla="*/ 72 h 144"/>
                <a:gd name="T8" fmla="*/ 72 w 144"/>
                <a:gd name="T9" fmla="*/ 0 h 144"/>
                <a:gd name="T10" fmla="*/ 110 w 144"/>
                <a:gd name="T11" fmla="*/ 91 h 144"/>
                <a:gd name="T12" fmla="*/ 108 w 144"/>
                <a:gd name="T13" fmla="*/ 93 h 144"/>
                <a:gd name="T14" fmla="*/ 84 w 144"/>
                <a:gd name="T15" fmla="*/ 93 h 144"/>
                <a:gd name="T16" fmla="*/ 84 w 144"/>
                <a:gd name="T17" fmla="*/ 100 h 144"/>
                <a:gd name="T18" fmla="*/ 101 w 144"/>
                <a:gd name="T19" fmla="*/ 100 h 144"/>
                <a:gd name="T20" fmla="*/ 103 w 144"/>
                <a:gd name="T21" fmla="*/ 102 h 144"/>
                <a:gd name="T22" fmla="*/ 103 w 144"/>
                <a:gd name="T23" fmla="*/ 108 h 144"/>
                <a:gd name="T24" fmla="*/ 101 w 144"/>
                <a:gd name="T25" fmla="*/ 110 h 144"/>
                <a:gd name="T26" fmla="*/ 43 w 144"/>
                <a:gd name="T27" fmla="*/ 110 h 144"/>
                <a:gd name="T28" fmla="*/ 41 w 144"/>
                <a:gd name="T29" fmla="*/ 108 h 144"/>
                <a:gd name="T30" fmla="*/ 41 w 144"/>
                <a:gd name="T31" fmla="*/ 102 h 144"/>
                <a:gd name="T32" fmla="*/ 43 w 144"/>
                <a:gd name="T33" fmla="*/ 100 h 144"/>
                <a:gd name="T34" fmla="*/ 60 w 144"/>
                <a:gd name="T35" fmla="*/ 100 h 144"/>
                <a:gd name="T36" fmla="*/ 60 w 144"/>
                <a:gd name="T37" fmla="*/ 93 h 144"/>
                <a:gd name="T38" fmla="*/ 36 w 144"/>
                <a:gd name="T39" fmla="*/ 93 h 144"/>
                <a:gd name="T40" fmla="*/ 34 w 144"/>
                <a:gd name="T41" fmla="*/ 91 h 144"/>
                <a:gd name="T42" fmla="*/ 34 w 144"/>
                <a:gd name="T43" fmla="*/ 37 h 144"/>
                <a:gd name="T44" fmla="*/ 36 w 144"/>
                <a:gd name="T45" fmla="*/ 35 h 144"/>
                <a:gd name="T46" fmla="*/ 108 w 144"/>
                <a:gd name="T47" fmla="*/ 35 h 144"/>
                <a:gd name="T48" fmla="*/ 110 w 144"/>
                <a:gd name="T49" fmla="*/ 37 h 144"/>
                <a:gd name="T50" fmla="*/ 110 w 144"/>
                <a:gd name="T51" fmla="*/ 9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4" h="144">
                  <a:moveTo>
                    <a:pt x="72" y="0"/>
                  </a:moveTo>
                  <a:cubicBezTo>
                    <a:pt x="32" y="0"/>
                    <a:pt x="0" y="32"/>
                    <a:pt x="0" y="72"/>
                  </a:cubicBezTo>
                  <a:cubicBezTo>
                    <a:pt x="0" y="112"/>
                    <a:pt x="32" y="144"/>
                    <a:pt x="72" y="144"/>
                  </a:cubicBezTo>
                  <a:cubicBezTo>
                    <a:pt x="112" y="144"/>
                    <a:pt x="144" y="112"/>
                    <a:pt x="144" y="72"/>
                  </a:cubicBezTo>
                  <a:cubicBezTo>
                    <a:pt x="144" y="32"/>
                    <a:pt x="112" y="0"/>
                    <a:pt x="72" y="0"/>
                  </a:cubicBezTo>
                  <a:close/>
                  <a:moveTo>
                    <a:pt x="110" y="91"/>
                  </a:moveTo>
                  <a:cubicBezTo>
                    <a:pt x="110" y="92"/>
                    <a:pt x="109" y="93"/>
                    <a:pt x="108" y="93"/>
                  </a:cubicBezTo>
                  <a:cubicBezTo>
                    <a:pt x="84" y="93"/>
                    <a:pt x="84" y="93"/>
                    <a:pt x="84" y="93"/>
                  </a:cubicBezTo>
                  <a:cubicBezTo>
                    <a:pt x="84" y="100"/>
                    <a:pt x="84" y="100"/>
                    <a:pt x="84" y="100"/>
                  </a:cubicBezTo>
                  <a:cubicBezTo>
                    <a:pt x="101" y="100"/>
                    <a:pt x="101" y="100"/>
                    <a:pt x="101" y="100"/>
                  </a:cubicBezTo>
                  <a:cubicBezTo>
                    <a:pt x="102" y="100"/>
                    <a:pt x="103" y="101"/>
                    <a:pt x="103" y="102"/>
                  </a:cubicBezTo>
                  <a:cubicBezTo>
                    <a:pt x="103" y="108"/>
                    <a:pt x="103" y="108"/>
                    <a:pt x="103" y="108"/>
                  </a:cubicBezTo>
                  <a:cubicBezTo>
                    <a:pt x="103" y="109"/>
                    <a:pt x="102" y="110"/>
                    <a:pt x="101" y="110"/>
                  </a:cubicBezTo>
                  <a:cubicBezTo>
                    <a:pt x="43" y="110"/>
                    <a:pt x="43" y="110"/>
                    <a:pt x="43" y="110"/>
                  </a:cubicBezTo>
                  <a:cubicBezTo>
                    <a:pt x="42" y="110"/>
                    <a:pt x="41" y="109"/>
                    <a:pt x="41" y="108"/>
                  </a:cubicBezTo>
                  <a:cubicBezTo>
                    <a:pt x="41" y="102"/>
                    <a:pt x="41" y="102"/>
                    <a:pt x="41" y="102"/>
                  </a:cubicBezTo>
                  <a:cubicBezTo>
                    <a:pt x="41" y="101"/>
                    <a:pt x="42" y="100"/>
                    <a:pt x="43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0" y="93"/>
                    <a:pt x="60" y="93"/>
                    <a:pt x="60" y="93"/>
                  </a:cubicBezTo>
                  <a:cubicBezTo>
                    <a:pt x="36" y="93"/>
                    <a:pt x="36" y="93"/>
                    <a:pt x="36" y="93"/>
                  </a:cubicBezTo>
                  <a:cubicBezTo>
                    <a:pt x="35" y="93"/>
                    <a:pt x="34" y="92"/>
                    <a:pt x="34" y="91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4" y="36"/>
                    <a:pt x="35" y="35"/>
                    <a:pt x="36" y="35"/>
                  </a:cubicBezTo>
                  <a:cubicBezTo>
                    <a:pt x="108" y="35"/>
                    <a:pt x="108" y="35"/>
                    <a:pt x="108" y="35"/>
                  </a:cubicBezTo>
                  <a:cubicBezTo>
                    <a:pt x="109" y="35"/>
                    <a:pt x="110" y="36"/>
                    <a:pt x="110" y="37"/>
                  </a:cubicBezTo>
                  <a:lnTo>
                    <a:pt x="11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/>
            </a:p>
          </p:txBody>
        </p:sp>
        <p:sp>
          <p:nvSpPr>
            <p:cNvPr id="18" name="Freeform 1105"/>
            <p:cNvSpPr/>
            <p:nvPr/>
          </p:nvSpPr>
          <p:spPr bwMode="auto">
            <a:xfrm>
              <a:off x="4516944" y="5597526"/>
              <a:ext cx="211138" cy="134938"/>
            </a:xfrm>
            <a:custGeom>
              <a:avLst/>
              <a:gdLst>
                <a:gd name="T0" fmla="*/ 54 w 56"/>
                <a:gd name="T1" fmla="*/ 0 h 36"/>
                <a:gd name="T2" fmla="*/ 2 w 56"/>
                <a:gd name="T3" fmla="*/ 0 h 36"/>
                <a:gd name="T4" fmla="*/ 0 w 56"/>
                <a:gd name="T5" fmla="*/ 2 h 36"/>
                <a:gd name="T6" fmla="*/ 0 w 56"/>
                <a:gd name="T7" fmla="*/ 34 h 36"/>
                <a:gd name="T8" fmla="*/ 2 w 56"/>
                <a:gd name="T9" fmla="*/ 36 h 36"/>
                <a:gd name="T10" fmla="*/ 54 w 56"/>
                <a:gd name="T11" fmla="*/ 36 h 36"/>
                <a:gd name="T12" fmla="*/ 56 w 56"/>
                <a:gd name="T13" fmla="*/ 34 h 36"/>
                <a:gd name="T14" fmla="*/ 56 w 56"/>
                <a:gd name="T15" fmla="*/ 2 h 36"/>
                <a:gd name="T16" fmla="*/ 54 w 56"/>
                <a:gd name="T1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36">
                  <a:moveTo>
                    <a:pt x="5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2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5"/>
                    <a:pt x="1" y="36"/>
                    <a:pt x="2" y="36"/>
                  </a:cubicBezTo>
                  <a:cubicBezTo>
                    <a:pt x="54" y="36"/>
                    <a:pt x="54" y="36"/>
                    <a:pt x="54" y="36"/>
                  </a:cubicBezTo>
                  <a:cubicBezTo>
                    <a:pt x="55" y="36"/>
                    <a:pt x="56" y="35"/>
                    <a:pt x="56" y="34"/>
                  </a:cubicBezTo>
                  <a:cubicBezTo>
                    <a:pt x="56" y="2"/>
                    <a:pt x="56" y="2"/>
                    <a:pt x="56" y="2"/>
                  </a:cubicBezTo>
                  <a:cubicBezTo>
                    <a:pt x="56" y="0"/>
                    <a:pt x="55" y="0"/>
                    <a:pt x="5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/>
            </a:p>
          </p:txBody>
        </p:sp>
      </p:grpSp>
      <p:sp>
        <p:nvSpPr>
          <p:cNvPr id="19" name="Freeform 1103"/>
          <p:cNvSpPr>
            <a:spLocks noChangeAspect="1" noEditPoints="1"/>
          </p:cNvSpPr>
          <p:nvPr/>
        </p:nvSpPr>
        <p:spPr bwMode="auto">
          <a:xfrm>
            <a:off x="3501066" y="3789654"/>
            <a:ext cx="270000" cy="270000"/>
          </a:xfrm>
          <a:custGeom>
            <a:avLst/>
            <a:gdLst>
              <a:gd name="T0" fmla="*/ 72 w 144"/>
              <a:gd name="T1" fmla="*/ 0 h 144"/>
              <a:gd name="T2" fmla="*/ 0 w 144"/>
              <a:gd name="T3" fmla="*/ 72 h 144"/>
              <a:gd name="T4" fmla="*/ 72 w 144"/>
              <a:gd name="T5" fmla="*/ 144 h 144"/>
              <a:gd name="T6" fmla="*/ 144 w 144"/>
              <a:gd name="T7" fmla="*/ 72 h 144"/>
              <a:gd name="T8" fmla="*/ 72 w 144"/>
              <a:gd name="T9" fmla="*/ 0 h 144"/>
              <a:gd name="T10" fmla="*/ 41 w 144"/>
              <a:gd name="T11" fmla="*/ 109 h 144"/>
              <a:gd name="T12" fmla="*/ 35 w 144"/>
              <a:gd name="T13" fmla="*/ 103 h 144"/>
              <a:gd name="T14" fmla="*/ 37 w 144"/>
              <a:gd name="T15" fmla="*/ 79 h 144"/>
              <a:gd name="T16" fmla="*/ 65 w 144"/>
              <a:gd name="T17" fmla="*/ 107 h 144"/>
              <a:gd name="T18" fmla="*/ 41 w 144"/>
              <a:gd name="T19" fmla="*/ 109 h 144"/>
              <a:gd name="T20" fmla="*/ 78 w 144"/>
              <a:gd name="T21" fmla="*/ 105 h 144"/>
              <a:gd name="T22" fmla="*/ 39 w 144"/>
              <a:gd name="T23" fmla="*/ 65 h 144"/>
              <a:gd name="T24" fmla="*/ 40 w 144"/>
              <a:gd name="T25" fmla="*/ 51 h 144"/>
              <a:gd name="T26" fmla="*/ 92 w 144"/>
              <a:gd name="T27" fmla="*/ 104 h 144"/>
              <a:gd name="T28" fmla="*/ 78 w 144"/>
              <a:gd name="T29" fmla="*/ 105 h 144"/>
              <a:gd name="T30" fmla="*/ 106 w 144"/>
              <a:gd name="T31" fmla="*/ 103 h 144"/>
              <a:gd name="T32" fmla="*/ 41 w 144"/>
              <a:gd name="T33" fmla="*/ 38 h 144"/>
              <a:gd name="T34" fmla="*/ 43 w 144"/>
              <a:gd name="T35" fmla="*/ 24 h 144"/>
              <a:gd name="T36" fmla="*/ 120 w 144"/>
              <a:gd name="T37" fmla="*/ 101 h 144"/>
              <a:gd name="T38" fmla="*/ 106 w 144"/>
              <a:gd name="T39" fmla="*/ 103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44" h="144">
                <a:moveTo>
                  <a:pt x="72" y="0"/>
                </a:moveTo>
                <a:cubicBezTo>
                  <a:pt x="32" y="0"/>
                  <a:pt x="0" y="32"/>
                  <a:pt x="0" y="72"/>
                </a:cubicBezTo>
                <a:cubicBezTo>
                  <a:pt x="0" y="112"/>
                  <a:pt x="32" y="144"/>
                  <a:pt x="72" y="144"/>
                </a:cubicBezTo>
                <a:cubicBezTo>
                  <a:pt x="112" y="144"/>
                  <a:pt x="144" y="112"/>
                  <a:pt x="144" y="72"/>
                </a:cubicBezTo>
                <a:cubicBezTo>
                  <a:pt x="144" y="32"/>
                  <a:pt x="112" y="0"/>
                  <a:pt x="72" y="0"/>
                </a:cubicBezTo>
                <a:close/>
                <a:moveTo>
                  <a:pt x="41" y="109"/>
                </a:moveTo>
                <a:cubicBezTo>
                  <a:pt x="38" y="109"/>
                  <a:pt x="35" y="106"/>
                  <a:pt x="35" y="103"/>
                </a:cubicBezTo>
                <a:cubicBezTo>
                  <a:pt x="37" y="79"/>
                  <a:pt x="37" y="79"/>
                  <a:pt x="37" y="79"/>
                </a:cubicBezTo>
                <a:cubicBezTo>
                  <a:pt x="52" y="81"/>
                  <a:pt x="63" y="92"/>
                  <a:pt x="65" y="107"/>
                </a:cubicBezTo>
                <a:lnTo>
                  <a:pt x="41" y="109"/>
                </a:lnTo>
                <a:close/>
                <a:moveTo>
                  <a:pt x="78" y="105"/>
                </a:moveTo>
                <a:cubicBezTo>
                  <a:pt x="77" y="84"/>
                  <a:pt x="60" y="67"/>
                  <a:pt x="39" y="65"/>
                </a:cubicBezTo>
                <a:cubicBezTo>
                  <a:pt x="40" y="51"/>
                  <a:pt x="40" y="51"/>
                  <a:pt x="40" y="51"/>
                </a:cubicBezTo>
                <a:cubicBezTo>
                  <a:pt x="68" y="54"/>
                  <a:pt x="90" y="76"/>
                  <a:pt x="92" y="104"/>
                </a:cubicBezTo>
                <a:lnTo>
                  <a:pt x="78" y="105"/>
                </a:lnTo>
                <a:close/>
                <a:moveTo>
                  <a:pt x="106" y="103"/>
                </a:moveTo>
                <a:cubicBezTo>
                  <a:pt x="103" y="68"/>
                  <a:pt x="76" y="41"/>
                  <a:pt x="41" y="38"/>
                </a:cubicBezTo>
                <a:cubicBezTo>
                  <a:pt x="43" y="24"/>
                  <a:pt x="43" y="24"/>
                  <a:pt x="43" y="24"/>
                </a:cubicBezTo>
                <a:cubicBezTo>
                  <a:pt x="84" y="28"/>
                  <a:pt x="116" y="60"/>
                  <a:pt x="120" y="101"/>
                </a:cubicBezTo>
                <a:lnTo>
                  <a:pt x="106" y="10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en-US" sz="1350"/>
          </a:p>
        </p:txBody>
      </p:sp>
      <p:sp>
        <p:nvSpPr>
          <p:cNvPr id="20" name="矩形 19"/>
          <p:cNvSpPr/>
          <p:nvPr/>
        </p:nvSpPr>
        <p:spPr>
          <a:xfrm>
            <a:off x="578800" y="4100154"/>
            <a:ext cx="2432432" cy="2743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900" dirty="0">
              <a:solidFill>
                <a:srgbClr val="1B2831"/>
              </a:solidFill>
              <a:latin typeface="Helvetica" panose="020B060402020203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452720" y="4100154"/>
            <a:ext cx="2432432" cy="897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900" dirty="0">
                <a:solidFill>
                  <a:srgbClr val="1B2831"/>
                </a:solidFill>
                <a:latin typeface="Helvetica" panose="020B0604020202030204" pitchFamily="34" charset="0"/>
              </a:rPr>
              <a:t>When tomorrow turns in today, yesterday, and someday that no more important in your memory, we suddenly realize that we are pushed forward by time. </a:t>
            </a:r>
            <a:endParaRPr lang="zh-CN" altLang="en-US" sz="900" dirty="0">
              <a:solidFill>
                <a:srgbClr val="1B283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334486" y="4100154"/>
            <a:ext cx="2432432" cy="897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900" dirty="0">
                <a:solidFill>
                  <a:srgbClr val="1B2831"/>
                </a:solidFill>
                <a:latin typeface="Helvetica" panose="020B0604020202030204" pitchFamily="34" charset="0"/>
              </a:rPr>
              <a:t>When tomorrow turns in today, yesterday, and someday that no more important in your memory, we suddenly realize that we are pushed forward by time. </a:t>
            </a:r>
            <a:endParaRPr lang="zh-CN" altLang="en-US" sz="900" dirty="0">
              <a:solidFill>
                <a:srgbClr val="1B283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 flipV="1">
            <a:off x="0" y="857251"/>
            <a:ext cx="9144000" cy="995984"/>
          </a:xfrm>
          <a:custGeom>
            <a:avLst/>
            <a:gdLst>
              <a:gd name="connsiteX0" fmla="*/ 0 w 12192000"/>
              <a:gd name="connsiteY0" fmla="*/ 1327979 h 1327979"/>
              <a:gd name="connsiteX1" fmla="*/ 12192000 w 12192000"/>
              <a:gd name="connsiteY1" fmla="*/ 1327979 h 1327979"/>
              <a:gd name="connsiteX2" fmla="*/ 12192000 w 12192000"/>
              <a:gd name="connsiteY2" fmla="*/ 870779 h 1327979"/>
              <a:gd name="connsiteX3" fmla="*/ 7562844 w 12192000"/>
              <a:gd name="connsiteY3" fmla="*/ 870779 h 1327979"/>
              <a:gd name="connsiteX4" fmla="*/ 7397873 w 12192000"/>
              <a:gd name="connsiteY4" fmla="*/ 818383 h 1327979"/>
              <a:gd name="connsiteX5" fmla="*/ 5990049 w 12192000"/>
              <a:gd name="connsiteY5" fmla="*/ 6 h 1327979"/>
              <a:gd name="connsiteX6" fmla="*/ 105952 w 12192000"/>
              <a:gd name="connsiteY6" fmla="*/ 6 h 1327979"/>
              <a:gd name="connsiteX7" fmla="*/ 0 w 12192000"/>
              <a:gd name="connsiteY7" fmla="*/ 3363 h 1327979"/>
              <a:gd name="connsiteX8" fmla="*/ 0 w 12192000"/>
              <a:gd name="connsiteY8" fmla="*/ 870779 h 1327979"/>
              <a:gd name="connsiteX9" fmla="*/ 0 w 12192000"/>
              <a:gd name="connsiteY9" fmla="*/ 870781 h 132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327979">
                <a:moveTo>
                  <a:pt x="0" y="1327979"/>
                </a:moveTo>
                <a:lnTo>
                  <a:pt x="12192000" y="1327979"/>
                </a:lnTo>
                <a:lnTo>
                  <a:pt x="12192000" y="870779"/>
                </a:lnTo>
                <a:lnTo>
                  <a:pt x="7562844" y="870779"/>
                </a:lnTo>
                <a:lnTo>
                  <a:pt x="7397873" y="818383"/>
                </a:lnTo>
                <a:cubicBezTo>
                  <a:pt x="6652131" y="537909"/>
                  <a:pt x="7036652" y="-1980"/>
                  <a:pt x="5990049" y="6"/>
                </a:cubicBezTo>
                <a:lnTo>
                  <a:pt x="105952" y="6"/>
                </a:lnTo>
                <a:lnTo>
                  <a:pt x="0" y="3363"/>
                </a:lnTo>
                <a:lnTo>
                  <a:pt x="0" y="870779"/>
                </a:lnTo>
                <a:lnTo>
                  <a:pt x="0" y="870781"/>
                </a:lnTo>
                <a:close/>
              </a:path>
            </a:pathLst>
          </a:custGeom>
          <a:solidFill>
            <a:srgbClr val="0E814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3" name="任意多边形 2"/>
          <p:cNvSpPr/>
          <p:nvPr/>
        </p:nvSpPr>
        <p:spPr>
          <a:xfrm flipH="1">
            <a:off x="4572000" y="1172936"/>
            <a:ext cx="4572000" cy="680356"/>
          </a:xfrm>
          <a:custGeom>
            <a:avLst/>
            <a:gdLst>
              <a:gd name="connsiteX0" fmla="*/ 4523198 w 6096000"/>
              <a:gd name="connsiteY0" fmla="*/ 6 h 870781"/>
              <a:gd name="connsiteX1" fmla="*/ 0 w 6096000"/>
              <a:gd name="connsiteY1" fmla="*/ 6 h 870781"/>
              <a:gd name="connsiteX2" fmla="*/ 0 w 6096000"/>
              <a:gd name="connsiteY2" fmla="*/ 870781 h 870781"/>
              <a:gd name="connsiteX3" fmla="*/ 6096000 w 6096000"/>
              <a:gd name="connsiteY3" fmla="*/ 870781 h 870781"/>
              <a:gd name="connsiteX4" fmla="*/ 4523198 w 6096000"/>
              <a:gd name="connsiteY4" fmla="*/ 6 h 870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870781">
                <a:moveTo>
                  <a:pt x="4523198" y="6"/>
                </a:moveTo>
                <a:lnTo>
                  <a:pt x="0" y="6"/>
                </a:lnTo>
                <a:lnTo>
                  <a:pt x="0" y="870781"/>
                </a:lnTo>
                <a:lnTo>
                  <a:pt x="6096000" y="870781"/>
                </a:lnTo>
                <a:cubicBezTo>
                  <a:pt x="5127651" y="612302"/>
                  <a:pt x="5639575" y="-2112"/>
                  <a:pt x="4523198" y="6"/>
                </a:cubicBezTo>
                <a:close/>
              </a:path>
            </a:pathLst>
          </a:custGeom>
          <a:solidFill>
            <a:srgbClr val="95C53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7782" y="1107794"/>
            <a:ext cx="156966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</a:rPr>
              <a:t>标题内容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977084" y="1316905"/>
            <a:ext cx="96372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100" dirty="0">
                <a:solidFill>
                  <a:schemeClr val="bg1"/>
                </a:solidFill>
              </a:rPr>
              <a:t>LOGO</a:t>
            </a:r>
            <a:endParaRPr lang="zh-CN" altLang="en-US" sz="2100" dirty="0">
              <a:solidFill>
                <a:schemeClr val="bg1"/>
              </a:solidFill>
            </a:endParaRPr>
          </a:p>
        </p:txBody>
      </p:sp>
      <p:sp>
        <p:nvSpPr>
          <p:cNvPr id="6" name="任意多边形 5"/>
          <p:cNvSpPr/>
          <p:nvPr/>
        </p:nvSpPr>
        <p:spPr>
          <a:xfrm rot="16200000">
            <a:off x="3213513" y="2644366"/>
            <a:ext cx="1057275" cy="884391"/>
          </a:xfrm>
          <a:custGeom>
            <a:avLst/>
            <a:gdLst>
              <a:gd name="connsiteX0" fmla="*/ 1771650 w 1771650"/>
              <a:gd name="connsiteY0" fmla="*/ 0 h 1666875"/>
              <a:gd name="connsiteX1" fmla="*/ 1771650 w 1771650"/>
              <a:gd name="connsiteY1" fmla="*/ 1666875 h 1666875"/>
              <a:gd name="connsiteX2" fmla="*/ 0 w 1771650"/>
              <a:gd name="connsiteY2" fmla="*/ 1666875 h 1666875"/>
              <a:gd name="connsiteX3" fmla="*/ 553936 w 1771650"/>
              <a:gd name="connsiteY3" fmla="*/ 833438 h 1666875"/>
              <a:gd name="connsiteX4" fmla="*/ 0 w 1771650"/>
              <a:gd name="connsiteY4" fmla="*/ 0 h 1666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71650" h="1666875">
                <a:moveTo>
                  <a:pt x="1771650" y="0"/>
                </a:moveTo>
                <a:lnTo>
                  <a:pt x="1771650" y="1666875"/>
                </a:lnTo>
                <a:lnTo>
                  <a:pt x="0" y="1666875"/>
                </a:lnTo>
                <a:lnTo>
                  <a:pt x="553936" y="833438"/>
                </a:lnTo>
                <a:lnTo>
                  <a:pt x="0" y="0"/>
                </a:lnTo>
                <a:close/>
              </a:path>
            </a:pathLst>
          </a:cu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t"/>
          <a:lstStyle/>
          <a:p>
            <a:pPr algn="ctr"/>
            <a:r>
              <a:rPr lang="en-US" altLang="zh-CN" sz="4050" dirty="0">
                <a:solidFill>
                  <a:schemeClr val="bg1"/>
                </a:solidFill>
              </a:rPr>
              <a:t>01</a:t>
            </a:r>
            <a:endParaRPr lang="zh-CN" altLang="en-US" sz="4050" dirty="0">
              <a:solidFill>
                <a:schemeClr val="bg1"/>
              </a:solidFill>
            </a:endParaRPr>
          </a:p>
        </p:txBody>
      </p:sp>
      <p:sp>
        <p:nvSpPr>
          <p:cNvPr id="7" name="任意多边形 6"/>
          <p:cNvSpPr/>
          <p:nvPr/>
        </p:nvSpPr>
        <p:spPr>
          <a:xfrm rot="16200000">
            <a:off x="4573681" y="2644364"/>
            <a:ext cx="1057275" cy="884391"/>
          </a:xfrm>
          <a:custGeom>
            <a:avLst/>
            <a:gdLst>
              <a:gd name="connsiteX0" fmla="*/ 1771650 w 1771650"/>
              <a:gd name="connsiteY0" fmla="*/ 0 h 1666875"/>
              <a:gd name="connsiteX1" fmla="*/ 1771650 w 1771650"/>
              <a:gd name="connsiteY1" fmla="*/ 1666875 h 1666875"/>
              <a:gd name="connsiteX2" fmla="*/ 0 w 1771650"/>
              <a:gd name="connsiteY2" fmla="*/ 1666875 h 1666875"/>
              <a:gd name="connsiteX3" fmla="*/ 553936 w 1771650"/>
              <a:gd name="connsiteY3" fmla="*/ 833438 h 1666875"/>
              <a:gd name="connsiteX4" fmla="*/ 0 w 1771650"/>
              <a:gd name="connsiteY4" fmla="*/ 0 h 1666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71650" h="1666875">
                <a:moveTo>
                  <a:pt x="1771650" y="0"/>
                </a:moveTo>
                <a:lnTo>
                  <a:pt x="1771650" y="1666875"/>
                </a:lnTo>
                <a:lnTo>
                  <a:pt x="0" y="1666875"/>
                </a:lnTo>
                <a:lnTo>
                  <a:pt x="553936" y="833438"/>
                </a:lnTo>
                <a:lnTo>
                  <a:pt x="0" y="0"/>
                </a:lnTo>
                <a:close/>
              </a:path>
            </a:pathLst>
          </a:cu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t"/>
          <a:lstStyle/>
          <a:p>
            <a:pPr algn="ctr"/>
            <a:r>
              <a:rPr lang="en-US" altLang="zh-CN" sz="4050" dirty="0">
                <a:solidFill>
                  <a:schemeClr val="bg1"/>
                </a:solidFill>
              </a:rPr>
              <a:t>02</a:t>
            </a:r>
            <a:endParaRPr lang="zh-CN" altLang="en-US" sz="4050" dirty="0">
              <a:solidFill>
                <a:schemeClr val="bg1"/>
              </a:solidFill>
            </a:endParaRPr>
          </a:p>
        </p:txBody>
      </p:sp>
      <p:sp>
        <p:nvSpPr>
          <p:cNvPr id="8" name="任意多边形 7"/>
          <p:cNvSpPr/>
          <p:nvPr/>
        </p:nvSpPr>
        <p:spPr>
          <a:xfrm rot="16200000">
            <a:off x="3199225" y="3930240"/>
            <a:ext cx="1057275" cy="884392"/>
          </a:xfrm>
          <a:custGeom>
            <a:avLst/>
            <a:gdLst>
              <a:gd name="connsiteX0" fmla="*/ 1771650 w 1771650"/>
              <a:gd name="connsiteY0" fmla="*/ 0 h 1666875"/>
              <a:gd name="connsiteX1" fmla="*/ 1771650 w 1771650"/>
              <a:gd name="connsiteY1" fmla="*/ 1666875 h 1666875"/>
              <a:gd name="connsiteX2" fmla="*/ 0 w 1771650"/>
              <a:gd name="connsiteY2" fmla="*/ 1666875 h 1666875"/>
              <a:gd name="connsiteX3" fmla="*/ 553936 w 1771650"/>
              <a:gd name="connsiteY3" fmla="*/ 833438 h 1666875"/>
              <a:gd name="connsiteX4" fmla="*/ 0 w 1771650"/>
              <a:gd name="connsiteY4" fmla="*/ 0 h 1666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71650" h="1666875">
                <a:moveTo>
                  <a:pt x="1771650" y="0"/>
                </a:moveTo>
                <a:lnTo>
                  <a:pt x="1771650" y="1666875"/>
                </a:lnTo>
                <a:lnTo>
                  <a:pt x="0" y="1666875"/>
                </a:lnTo>
                <a:lnTo>
                  <a:pt x="553936" y="833438"/>
                </a:lnTo>
                <a:lnTo>
                  <a:pt x="0" y="0"/>
                </a:lnTo>
                <a:close/>
              </a:path>
            </a:pathLst>
          </a:cu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t"/>
          <a:lstStyle/>
          <a:p>
            <a:pPr algn="ctr"/>
            <a:r>
              <a:rPr lang="en-US" altLang="zh-CN" sz="4050" dirty="0">
                <a:solidFill>
                  <a:schemeClr val="bg1"/>
                </a:solidFill>
              </a:rPr>
              <a:t>03</a:t>
            </a:r>
            <a:endParaRPr lang="zh-CN" altLang="en-US" sz="4050" dirty="0">
              <a:solidFill>
                <a:schemeClr val="bg1"/>
              </a:solidFill>
            </a:endParaRPr>
          </a:p>
        </p:txBody>
      </p:sp>
      <p:sp>
        <p:nvSpPr>
          <p:cNvPr id="9" name="任意多边形 8"/>
          <p:cNvSpPr/>
          <p:nvPr/>
        </p:nvSpPr>
        <p:spPr>
          <a:xfrm rot="16200000">
            <a:off x="4559393" y="3930239"/>
            <a:ext cx="1057275" cy="884391"/>
          </a:xfrm>
          <a:custGeom>
            <a:avLst/>
            <a:gdLst>
              <a:gd name="connsiteX0" fmla="*/ 1771650 w 1771650"/>
              <a:gd name="connsiteY0" fmla="*/ 0 h 1666875"/>
              <a:gd name="connsiteX1" fmla="*/ 1771650 w 1771650"/>
              <a:gd name="connsiteY1" fmla="*/ 1666875 h 1666875"/>
              <a:gd name="connsiteX2" fmla="*/ 0 w 1771650"/>
              <a:gd name="connsiteY2" fmla="*/ 1666875 h 1666875"/>
              <a:gd name="connsiteX3" fmla="*/ 553936 w 1771650"/>
              <a:gd name="connsiteY3" fmla="*/ 833438 h 1666875"/>
              <a:gd name="connsiteX4" fmla="*/ 0 w 1771650"/>
              <a:gd name="connsiteY4" fmla="*/ 0 h 1666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71650" h="1666875">
                <a:moveTo>
                  <a:pt x="1771650" y="0"/>
                </a:moveTo>
                <a:lnTo>
                  <a:pt x="1771650" y="1666875"/>
                </a:lnTo>
                <a:lnTo>
                  <a:pt x="0" y="1666875"/>
                </a:lnTo>
                <a:lnTo>
                  <a:pt x="553936" y="833438"/>
                </a:lnTo>
                <a:lnTo>
                  <a:pt x="0" y="0"/>
                </a:lnTo>
                <a:close/>
              </a:path>
            </a:pathLst>
          </a:cu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t"/>
          <a:lstStyle/>
          <a:p>
            <a:pPr algn="ctr"/>
            <a:r>
              <a:rPr lang="en-US" altLang="zh-CN" sz="4050" dirty="0">
                <a:solidFill>
                  <a:schemeClr val="bg1"/>
                </a:solidFill>
              </a:rPr>
              <a:t>04</a:t>
            </a:r>
            <a:endParaRPr lang="zh-CN" altLang="en-US" sz="4050" dirty="0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690166" y="2557921"/>
            <a:ext cx="2489821" cy="761745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r>
              <a:rPr lang="en-US" altLang="zh-CN" sz="105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11" name="矩形 10"/>
          <p:cNvSpPr/>
          <p:nvPr/>
        </p:nvSpPr>
        <p:spPr>
          <a:xfrm>
            <a:off x="5690166" y="3841156"/>
            <a:ext cx="2489821" cy="761745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r>
              <a:rPr lang="en-US" altLang="zh-CN" sz="105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12" name="矩形 11"/>
          <p:cNvSpPr/>
          <p:nvPr/>
        </p:nvSpPr>
        <p:spPr>
          <a:xfrm>
            <a:off x="671718" y="2557921"/>
            <a:ext cx="2489821" cy="761745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 algn="r"/>
            <a:r>
              <a:rPr lang="en-US" altLang="zh-CN" sz="105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13" name="矩形 12"/>
          <p:cNvSpPr/>
          <p:nvPr/>
        </p:nvSpPr>
        <p:spPr>
          <a:xfrm>
            <a:off x="671718" y="3841156"/>
            <a:ext cx="2489821" cy="761745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 algn="r"/>
            <a:r>
              <a:rPr lang="en-US" altLang="zh-CN" sz="105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 flipV="1">
            <a:off x="0" y="857251"/>
            <a:ext cx="9144000" cy="995984"/>
          </a:xfrm>
          <a:custGeom>
            <a:avLst/>
            <a:gdLst>
              <a:gd name="connsiteX0" fmla="*/ 0 w 12192000"/>
              <a:gd name="connsiteY0" fmla="*/ 1327979 h 1327979"/>
              <a:gd name="connsiteX1" fmla="*/ 12192000 w 12192000"/>
              <a:gd name="connsiteY1" fmla="*/ 1327979 h 1327979"/>
              <a:gd name="connsiteX2" fmla="*/ 12192000 w 12192000"/>
              <a:gd name="connsiteY2" fmla="*/ 870779 h 1327979"/>
              <a:gd name="connsiteX3" fmla="*/ 7562844 w 12192000"/>
              <a:gd name="connsiteY3" fmla="*/ 870779 h 1327979"/>
              <a:gd name="connsiteX4" fmla="*/ 7397873 w 12192000"/>
              <a:gd name="connsiteY4" fmla="*/ 818383 h 1327979"/>
              <a:gd name="connsiteX5" fmla="*/ 5990049 w 12192000"/>
              <a:gd name="connsiteY5" fmla="*/ 6 h 1327979"/>
              <a:gd name="connsiteX6" fmla="*/ 105952 w 12192000"/>
              <a:gd name="connsiteY6" fmla="*/ 6 h 1327979"/>
              <a:gd name="connsiteX7" fmla="*/ 0 w 12192000"/>
              <a:gd name="connsiteY7" fmla="*/ 3363 h 1327979"/>
              <a:gd name="connsiteX8" fmla="*/ 0 w 12192000"/>
              <a:gd name="connsiteY8" fmla="*/ 870779 h 1327979"/>
              <a:gd name="connsiteX9" fmla="*/ 0 w 12192000"/>
              <a:gd name="connsiteY9" fmla="*/ 870781 h 132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327979">
                <a:moveTo>
                  <a:pt x="0" y="1327979"/>
                </a:moveTo>
                <a:lnTo>
                  <a:pt x="12192000" y="1327979"/>
                </a:lnTo>
                <a:lnTo>
                  <a:pt x="12192000" y="870779"/>
                </a:lnTo>
                <a:lnTo>
                  <a:pt x="7562844" y="870779"/>
                </a:lnTo>
                <a:lnTo>
                  <a:pt x="7397873" y="818383"/>
                </a:lnTo>
                <a:cubicBezTo>
                  <a:pt x="6652131" y="537909"/>
                  <a:pt x="7036652" y="-1980"/>
                  <a:pt x="5990049" y="6"/>
                </a:cubicBezTo>
                <a:lnTo>
                  <a:pt x="105952" y="6"/>
                </a:lnTo>
                <a:lnTo>
                  <a:pt x="0" y="3363"/>
                </a:lnTo>
                <a:lnTo>
                  <a:pt x="0" y="870779"/>
                </a:lnTo>
                <a:lnTo>
                  <a:pt x="0" y="870781"/>
                </a:lnTo>
                <a:close/>
              </a:path>
            </a:pathLst>
          </a:custGeom>
          <a:solidFill>
            <a:srgbClr val="0E814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3" name="任意多边形 2"/>
          <p:cNvSpPr/>
          <p:nvPr/>
        </p:nvSpPr>
        <p:spPr>
          <a:xfrm flipH="1">
            <a:off x="4572000" y="1172936"/>
            <a:ext cx="4572000" cy="680356"/>
          </a:xfrm>
          <a:custGeom>
            <a:avLst/>
            <a:gdLst>
              <a:gd name="connsiteX0" fmla="*/ 4523198 w 6096000"/>
              <a:gd name="connsiteY0" fmla="*/ 6 h 870781"/>
              <a:gd name="connsiteX1" fmla="*/ 0 w 6096000"/>
              <a:gd name="connsiteY1" fmla="*/ 6 h 870781"/>
              <a:gd name="connsiteX2" fmla="*/ 0 w 6096000"/>
              <a:gd name="connsiteY2" fmla="*/ 870781 h 870781"/>
              <a:gd name="connsiteX3" fmla="*/ 6096000 w 6096000"/>
              <a:gd name="connsiteY3" fmla="*/ 870781 h 870781"/>
              <a:gd name="connsiteX4" fmla="*/ 4523198 w 6096000"/>
              <a:gd name="connsiteY4" fmla="*/ 6 h 870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870781">
                <a:moveTo>
                  <a:pt x="4523198" y="6"/>
                </a:moveTo>
                <a:lnTo>
                  <a:pt x="0" y="6"/>
                </a:lnTo>
                <a:lnTo>
                  <a:pt x="0" y="870781"/>
                </a:lnTo>
                <a:lnTo>
                  <a:pt x="6096000" y="870781"/>
                </a:lnTo>
                <a:cubicBezTo>
                  <a:pt x="5127651" y="612302"/>
                  <a:pt x="5639575" y="-2112"/>
                  <a:pt x="4523198" y="6"/>
                </a:cubicBezTo>
                <a:close/>
              </a:path>
            </a:pathLst>
          </a:custGeom>
          <a:solidFill>
            <a:srgbClr val="95C53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7782" y="1107794"/>
            <a:ext cx="156966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</a:rPr>
              <a:t>标题内容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977084" y="1316905"/>
            <a:ext cx="96372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100" dirty="0">
                <a:solidFill>
                  <a:schemeClr val="bg1"/>
                </a:solidFill>
              </a:rPr>
              <a:t>LOGO</a:t>
            </a:r>
            <a:endParaRPr lang="zh-CN" altLang="en-US" sz="2100" dirty="0">
              <a:solidFill>
                <a:schemeClr val="bg1"/>
              </a:solidFill>
            </a:endParaRPr>
          </a:p>
        </p:txBody>
      </p:sp>
      <p:sp>
        <p:nvSpPr>
          <p:cNvPr id="6" name="任意多边形 5"/>
          <p:cNvSpPr/>
          <p:nvPr/>
        </p:nvSpPr>
        <p:spPr>
          <a:xfrm rot="2773790">
            <a:off x="2255313" y="3206434"/>
            <a:ext cx="935821" cy="887129"/>
          </a:xfrm>
          <a:custGeom>
            <a:avLst/>
            <a:gdLst>
              <a:gd name="connsiteX0" fmla="*/ 173223 w 1247761"/>
              <a:gd name="connsiteY0" fmla="*/ 173223 h 1182838"/>
              <a:gd name="connsiteX1" fmla="*/ 591419 w 1247761"/>
              <a:gd name="connsiteY1" fmla="*/ 0 h 1182838"/>
              <a:gd name="connsiteX2" fmla="*/ 1247761 w 1247761"/>
              <a:gd name="connsiteY2" fmla="*/ 0 h 1182838"/>
              <a:gd name="connsiteX3" fmla="*/ 1247760 w 1247761"/>
              <a:gd name="connsiteY3" fmla="*/ 1182838 h 1182838"/>
              <a:gd name="connsiteX4" fmla="*/ 591419 w 1247761"/>
              <a:gd name="connsiteY4" fmla="*/ 1182837 h 1182838"/>
              <a:gd name="connsiteX5" fmla="*/ 0 w 1247761"/>
              <a:gd name="connsiteY5" fmla="*/ 591418 h 1182838"/>
              <a:gd name="connsiteX6" fmla="*/ 0 w 1247761"/>
              <a:gd name="connsiteY6" fmla="*/ 591419 h 1182838"/>
              <a:gd name="connsiteX7" fmla="*/ 173223 w 1247761"/>
              <a:gd name="connsiteY7" fmla="*/ 173223 h 118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7761" h="1182838">
                <a:moveTo>
                  <a:pt x="173223" y="173223"/>
                </a:moveTo>
                <a:cubicBezTo>
                  <a:pt x="280248" y="66197"/>
                  <a:pt x="428103" y="0"/>
                  <a:pt x="591419" y="0"/>
                </a:cubicBezTo>
                <a:lnTo>
                  <a:pt x="1247761" y="0"/>
                </a:lnTo>
                <a:lnTo>
                  <a:pt x="1247760" y="1182838"/>
                </a:lnTo>
                <a:lnTo>
                  <a:pt x="591419" y="1182837"/>
                </a:lnTo>
                <a:cubicBezTo>
                  <a:pt x="264787" y="1182837"/>
                  <a:pt x="0" y="918050"/>
                  <a:pt x="0" y="591418"/>
                </a:cubicBezTo>
                <a:lnTo>
                  <a:pt x="0" y="591419"/>
                </a:lnTo>
                <a:cubicBezTo>
                  <a:pt x="0" y="428103"/>
                  <a:pt x="66197" y="280248"/>
                  <a:pt x="173223" y="173223"/>
                </a:cubicBezTo>
                <a:close/>
              </a:path>
            </a:pathLst>
          </a:cu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圆角矩形 25"/>
          <p:cNvSpPr/>
          <p:nvPr/>
        </p:nvSpPr>
        <p:spPr>
          <a:xfrm rot="2773790">
            <a:off x="2973426" y="3989051"/>
            <a:ext cx="994036" cy="887128"/>
          </a:xfrm>
          <a:custGeom>
            <a:avLst/>
            <a:gdLst>
              <a:gd name="connsiteX0" fmla="*/ 0 w 1323221"/>
              <a:gd name="connsiteY0" fmla="*/ 0 h 1182837"/>
              <a:gd name="connsiteX1" fmla="*/ 0 w 1323221"/>
              <a:gd name="connsiteY1" fmla="*/ 0 h 1182837"/>
              <a:gd name="connsiteX2" fmla="*/ 1323221 w 1323221"/>
              <a:gd name="connsiteY2" fmla="*/ 0 h 1182837"/>
              <a:gd name="connsiteX3" fmla="*/ 1323221 w 1323221"/>
              <a:gd name="connsiteY3" fmla="*/ 0 h 1182837"/>
              <a:gd name="connsiteX4" fmla="*/ 1323221 w 1323221"/>
              <a:gd name="connsiteY4" fmla="*/ 1182837 h 1182837"/>
              <a:gd name="connsiteX5" fmla="*/ 1323221 w 1323221"/>
              <a:gd name="connsiteY5" fmla="*/ 1182837 h 1182837"/>
              <a:gd name="connsiteX6" fmla="*/ 0 w 1323221"/>
              <a:gd name="connsiteY6" fmla="*/ 1182837 h 1182837"/>
              <a:gd name="connsiteX7" fmla="*/ 0 w 1323221"/>
              <a:gd name="connsiteY7" fmla="*/ 1182837 h 1182837"/>
              <a:gd name="connsiteX8" fmla="*/ 0 w 1323221"/>
              <a:gd name="connsiteY8" fmla="*/ 0 h 1182837"/>
              <a:gd name="connsiteX0-1" fmla="*/ 0 w 1323221"/>
              <a:gd name="connsiteY0-2" fmla="*/ 0 h 1182837"/>
              <a:gd name="connsiteX1-3" fmla="*/ 0 w 1323221"/>
              <a:gd name="connsiteY1-4" fmla="*/ 0 h 1182837"/>
              <a:gd name="connsiteX2-5" fmla="*/ 1323221 w 1323221"/>
              <a:gd name="connsiteY2-6" fmla="*/ 0 h 1182837"/>
              <a:gd name="connsiteX3-7" fmla="*/ 1323221 w 1323221"/>
              <a:gd name="connsiteY3-8" fmla="*/ 0 h 1182837"/>
              <a:gd name="connsiteX4-9" fmla="*/ 1323221 w 1323221"/>
              <a:gd name="connsiteY4-10" fmla="*/ 1182837 h 1182837"/>
              <a:gd name="connsiteX5-11" fmla="*/ 1323221 w 1323221"/>
              <a:gd name="connsiteY5-12" fmla="*/ 1182837 h 1182837"/>
              <a:gd name="connsiteX6-13" fmla="*/ 927378 w 1323221"/>
              <a:gd name="connsiteY6-14" fmla="*/ 1179233 h 1182837"/>
              <a:gd name="connsiteX7-15" fmla="*/ 0 w 1323221"/>
              <a:gd name="connsiteY7-16" fmla="*/ 1182837 h 1182837"/>
              <a:gd name="connsiteX8-17" fmla="*/ 0 w 1323221"/>
              <a:gd name="connsiteY8-18" fmla="*/ 1182837 h 1182837"/>
              <a:gd name="connsiteX9" fmla="*/ 0 w 1323221"/>
              <a:gd name="connsiteY9" fmla="*/ 0 h 1182837"/>
              <a:gd name="connsiteX0-19" fmla="*/ 0 w 1325381"/>
              <a:gd name="connsiteY0-20" fmla="*/ 0 h 1182837"/>
              <a:gd name="connsiteX1-21" fmla="*/ 0 w 1325381"/>
              <a:gd name="connsiteY1-22" fmla="*/ 0 h 1182837"/>
              <a:gd name="connsiteX2-23" fmla="*/ 1323221 w 1325381"/>
              <a:gd name="connsiteY2-24" fmla="*/ 0 h 1182837"/>
              <a:gd name="connsiteX3-25" fmla="*/ 1323221 w 1325381"/>
              <a:gd name="connsiteY3-26" fmla="*/ 0 h 1182837"/>
              <a:gd name="connsiteX4-27" fmla="*/ 1325381 w 1325381"/>
              <a:gd name="connsiteY4-28" fmla="*/ 681152 h 1182837"/>
              <a:gd name="connsiteX5-29" fmla="*/ 1323221 w 1325381"/>
              <a:gd name="connsiteY5-30" fmla="*/ 1182837 h 1182837"/>
              <a:gd name="connsiteX6-31" fmla="*/ 1323221 w 1325381"/>
              <a:gd name="connsiteY6-32" fmla="*/ 1182837 h 1182837"/>
              <a:gd name="connsiteX7-33" fmla="*/ 927378 w 1325381"/>
              <a:gd name="connsiteY7-34" fmla="*/ 1179233 h 1182837"/>
              <a:gd name="connsiteX8-35" fmla="*/ 0 w 1325381"/>
              <a:gd name="connsiteY8-36" fmla="*/ 1182837 h 1182837"/>
              <a:gd name="connsiteX9-37" fmla="*/ 0 w 1325381"/>
              <a:gd name="connsiteY9-38" fmla="*/ 1182837 h 1182837"/>
              <a:gd name="connsiteX10" fmla="*/ 0 w 1325381"/>
              <a:gd name="connsiteY10" fmla="*/ 0 h 1182837"/>
              <a:gd name="connsiteX0-39" fmla="*/ 0 w 1325381"/>
              <a:gd name="connsiteY0-40" fmla="*/ 0 h 1182837"/>
              <a:gd name="connsiteX1-41" fmla="*/ 0 w 1325381"/>
              <a:gd name="connsiteY1-42" fmla="*/ 0 h 1182837"/>
              <a:gd name="connsiteX2-43" fmla="*/ 1323221 w 1325381"/>
              <a:gd name="connsiteY2-44" fmla="*/ 0 h 1182837"/>
              <a:gd name="connsiteX3-45" fmla="*/ 1323221 w 1325381"/>
              <a:gd name="connsiteY3-46" fmla="*/ 0 h 1182837"/>
              <a:gd name="connsiteX4-47" fmla="*/ 1325381 w 1325381"/>
              <a:gd name="connsiteY4-48" fmla="*/ 681152 h 1182837"/>
              <a:gd name="connsiteX5-49" fmla="*/ 1323221 w 1325381"/>
              <a:gd name="connsiteY5-50" fmla="*/ 1182837 h 1182837"/>
              <a:gd name="connsiteX6-51" fmla="*/ 927378 w 1325381"/>
              <a:gd name="connsiteY6-52" fmla="*/ 1179233 h 1182837"/>
              <a:gd name="connsiteX7-53" fmla="*/ 0 w 1325381"/>
              <a:gd name="connsiteY7-54" fmla="*/ 1182837 h 1182837"/>
              <a:gd name="connsiteX8-55" fmla="*/ 0 w 1325381"/>
              <a:gd name="connsiteY8-56" fmla="*/ 1182837 h 1182837"/>
              <a:gd name="connsiteX9-57" fmla="*/ 0 w 1325381"/>
              <a:gd name="connsiteY9-58" fmla="*/ 0 h 1182837"/>
              <a:gd name="connsiteX0-59" fmla="*/ 0 w 1325381"/>
              <a:gd name="connsiteY0-60" fmla="*/ 0 h 1182837"/>
              <a:gd name="connsiteX1-61" fmla="*/ 0 w 1325381"/>
              <a:gd name="connsiteY1-62" fmla="*/ 0 h 1182837"/>
              <a:gd name="connsiteX2-63" fmla="*/ 1323221 w 1325381"/>
              <a:gd name="connsiteY2-64" fmla="*/ 0 h 1182837"/>
              <a:gd name="connsiteX3-65" fmla="*/ 1323221 w 1325381"/>
              <a:gd name="connsiteY3-66" fmla="*/ 0 h 1182837"/>
              <a:gd name="connsiteX4-67" fmla="*/ 1325381 w 1325381"/>
              <a:gd name="connsiteY4-68" fmla="*/ 681152 h 1182837"/>
              <a:gd name="connsiteX5-69" fmla="*/ 927378 w 1325381"/>
              <a:gd name="connsiteY5-70" fmla="*/ 1179233 h 1182837"/>
              <a:gd name="connsiteX6-71" fmla="*/ 0 w 1325381"/>
              <a:gd name="connsiteY6-72" fmla="*/ 1182837 h 1182837"/>
              <a:gd name="connsiteX7-73" fmla="*/ 0 w 1325381"/>
              <a:gd name="connsiteY7-74" fmla="*/ 1182837 h 1182837"/>
              <a:gd name="connsiteX8-75" fmla="*/ 0 w 1325381"/>
              <a:gd name="connsiteY8-76" fmla="*/ 0 h 1182837"/>
              <a:gd name="connsiteX0-77" fmla="*/ 0 w 1325381"/>
              <a:gd name="connsiteY0-78" fmla="*/ 0 h 1182837"/>
              <a:gd name="connsiteX1-79" fmla="*/ 0 w 1325381"/>
              <a:gd name="connsiteY1-80" fmla="*/ 0 h 1182837"/>
              <a:gd name="connsiteX2-81" fmla="*/ 1323221 w 1325381"/>
              <a:gd name="connsiteY2-82" fmla="*/ 0 h 1182837"/>
              <a:gd name="connsiteX3-83" fmla="*/ 1323221 w 1325381"/>
              <a:gd name="connsiteY3-84" fmla="*/ 0 h 1182837"/>
              <a:gd name="connsiteX4-85" fmla="*/ 1325381 w 1325381"/>
              <a:gd name="connsiteY4-86" fmla="*/ 681152 h 1182837"/>
              <a:gd name="connsiteX5-87" fmla="*/ 927378 w 1325381"/>
              <a:gd name="connsiteY5-88" fmla="*/ 1179233 h 1182837"/>
              <a:gd name="connsiteX6-89" fmla="*/ 0 w 1325381"/>
              <a:gd name="connsiteY6-90" fmla="*/ 1182837 h 1182837"/>
              <a:gd name="connsiteX7-91" fmla="*/ 0 w 1325381"/>
              <a:gd name="connsiteY7-92" fmla="*/ 1182837 h 1182837"/>
              <a:gd name="connsiteX8-93" fmla="*/ 0 w 1325381"/>
              <a:gd name="connsiteY8-94" fmla="*/ 0 h 1182837"/>
              <a:gd name="connsiteX0-95" fmla="*/ 0 w 1325381"/>
              <a:gd name="connsiteY0-96" fmla="*/ 0 h 1182837"/>
              <a:gd name="connsiteX1-97" fmla="*/ 0 w 1325381"/>
              <a:gd name="connsiteY1-98" fmla="*/ 0 h 1182837"/>
              <a:gd name="connsiteX2-99" fmla="*/ 1323221 w 1325381"/>
              <a:gd name="connsiteY2-100" fmla="*/ 0 h 1182837"/>
              <a:gd name="connsiteX3-101" fmla="*/ 1323221 w 1325381"/>
              <a:gd name="connsiteY3-102" fmla="*/ 0 h 1182837"/>
              <a:gd name="connsiteX4-103" fmla="*/ 1325381 w 1325381"/>
              <a:gd name="connsiteY4-104" fmla="*/ 681152 h 1182837"/>
              <a:gd name="connsiteX5-105" fmla="*/ 927378 w 1325381"/>
              <a:gd name="connsiteY5-106" fmla="*/ 1179233 h 1182837"/>
              <a:gd name="connsiteX6-107" fmla="*/ 0 w 1325381"/>
              <a:gd name="connsiteY6-108" fmla="*/ 1182837 h 1182837"/>
              <a:gd name="connsiteX7-109" fmla="*/ 0 w 1325381"/>
              <a:gd name="connsiteY7-110" fmla="*/ 1182837 h 1182837"/>
              <a:gd name="connsiteX8-111" fmla="*/ 0 w 1325381"/>
              <a:gd name="connsiteY8-112" fmla="*/ 0 h 1182837"/>
              <a:gd name="connsiteX0-113" fmla="*/ 0 w 1325381"/>
              <a:gd name="connsiteY0-114" fmla="*/ 0 h 1182837"/>
              <a:gd name="connsiteX1-115" fmla="*/ 0 w 1325381"/>
              <a:gd name="connsiteY1-116" fmla="*/ 0 h 1182837"/>
              <a:gd name="connsiteX2-117" fmla="*/ 1323221 w 1325381"/>
              <a:gd name="connsiteY2-118" fmla="*/ 0 h 1182837"/>
              <a:gd name="connsiteX3-119" fmla="*/ 1323221 w 1325381"/>
              <a:gd name="connsiteY3-120" fmla="*/ 0 h 1182837"/>
              <a:gd name="connsiteX4-121" fmla="*/ 1325381 w 1325381"/>
              <a:gd name="connsiteY4-122" fmla="*/ 681152 h 1182837"/>
              <a:gd name="connsiteX5-123" fmla="*/ 927378 w 1325381"/>
              <a:gd name="connsiteY5-124" fmla="*/ 1179233 h 1182837"/>
              <a:gd name="connsiteX6-125" fmla="*/ 0 w 1325381"/>
              <a:gd name="connsiteY6-126" fmla="*/ 1182837 h 1182837"/>
              <a:gd name="connsiteX7-127" fmla="*/ 0 w 1325381"/>
              <a:gd name="connsiteY7-128" fmla="*/ 1182837 h 1182837"/>
              <a:gd name="connsiteX8-129" fmla="*/ 0 w 1325381"/>
              <a:gd name="connsiteY8-130" fmla="*/ 0 h 1182837"/>
              <a:gd name="connsiteX0-131" fmla="*/ 0 w 1325381"/>
              <a:gd name="connsiteY0-132" fmla="*/ 0 h 1182837"/>
              <a:gd name="connsiteX1-133" fmla="*/ 0 w 1325381"/>
              <a:gd name="connsiteY1-134" fmla="*/ 0 h 1182837"/>
              <a:gd name="connsiteX2-135" fmla="*/ 1323221 w 1325381"/>
              <a:gd name="connsiteY2-136" fmla="*/ 0 h 1182837"/>
              <a:gd name="connsiteX3-137" fmla="*/ 1323221 w 1325381"/>
              <a:gd name="connsiteY3-138" fmla="*/ 0 h 1182837"/>
              <a:gd name="connsiteX4-139" fmla="*/ 1325381 w 1325381"/>
              <a:gd name="connsiteY4-140" fmla="*/ 681152 h 1182837"/>
              <a:gd name="connsiteX5-141" fmla="*/ 927378 w 1325381"/>
              <a:gd name="connsiteY5-142" fmla="*/ 1179233 h 1182837"/>
              <a:gd name="connsiteX6-143" fmla="*/ 0 w 1325381"/>
              <a:gd name="connsiteY6-144" fmla="*/ 1182837 h 1182837"/>
              <a:gd name="connsiteX7-145" fmla="*/ 0 w 1325381"/>
              <a:gd name="connsiteY7-146" fmla="*/ 1182837 h 1182837"/>
              <a:gd name="connsiteX8-147" fmla="*/ 0 w 1325381"/>
              <a:gd name="connsiteY8-148" fmla="*/ 0 h 1182837"/>
              <a:gd name="connsiteX0-149" fmla="*/ 0 w 1325381"/>
              <a:gd name="connsiteY0-150" fmla="*/ 0 h 1182837"/>
              <a:gd name="connsiteX1-151" fmla="*/ 0 w 1325381"/>
              <a:gd name="connsiteY1-152" fmla="*/ 0 h 1182837"/>
              <a:gd name="connsiteX2-153" fmla="*/ 1323221 w 1325381"/>
              <a:gd name="connsiteY2-154" fmla="*/ 0 h 1182837"/>
              <a:gd name="connsiteX3-155" fmla="*/ 1323221 w 1325381"/>
              <a:gd name="connsiteY3-156" fmla="*/ 0 h 1182837"/>
              <a:gd name="connsiteX4-157" fmla="*/ 1325381 w 1325381"/>
              <a:gd name="connsiteY4-158" fmla="*/ 681152 h 1182837"/>
              <a:gd name="connsiteX5-159" fmla="*/ 927378 w 1325381"/>
              <a:gd name="connsiteY5-160" fmla="*/ 1179233 h 1182837"/>
              <a:gd name="connsiteX6-161" fmla="*/ 0 w 1325381"/>
              <a:gd name="connsiteY6-162" fmla="*/ 1182837 h 1182837"/>
              <a:gd name="connsiteX7-163" fmla="*/ 0 w 1325381"/>
              <a:gd name="connsiteY7-164" fmla="*/ 1182837 h 1182837"/>
              <a:gd name="connsiteX8-165" fmla="*/ 0 w 1325381"/>
              <a:gd name="connsiteY8-166" fmla="*/ 0 h 1182837"/>
              <a:gd name="connsiteX0-167" fmla="*/ 0 w 1325381"/>
              <a:gd name="connsiteY0-168" fmla="*/ 0 h 1182837"/>
              <a:gd name="connsiteX1-169" fmla="*/ 0 w 1325381"/>
              <a:gd name="connsiteY1-170" fmla="*/ 0 h 1182837"/>
              <a:gd name="connsiteX2-171" fmla="*/ 1323221 w 1325381"/>
              <a:gd name="connsiteY2-172" fmla="*/ 0 h 1182837"/>
              <a:gd name="connsiteX3-173" fmla="*/ 1323221 w 1325381"/>
              <a:gd name="connsiteY3-174" fmla="*/ 0 h 1182837"/>
              <a:gd name="connsiteX4-175" fmla="*/ 1325381 w 1325381"/>
              <a:gd name="connsiteY4-176" fmla="*/ 681152 h 1182837"/>
              <a:gd name="connsiteX5-177" fmla="*/ 927378 w 1325381"/>
              <a:gd name="connsiteY5-178" fmla="*/ 1179233 h 1182837"/>
              <a:gd name="connsiteX6-179" fmla="*/ 0 w 1325381"/>
              <a:gd name="connsiteY6-180" fmla="*/ 1182837 h 1182837"/>
              <a:gd name="connsiteX7-181" fmla="*/ 0 w 1325381"/>
              <a:gd name="connsiteY7-182" fmla="*/ 1182837 h 1182837"/>
              <a:gd name="connsiteX8-183" fmla="*/ 0 w 1325381"/>
              <a:gd name="connsiteY8-184" fmla="*/ 0 h 1182837"/>
              <a:gd name="connsiteX0-185" fmla="*/ 0 w 1325381"/>
              <a:gd name="connsiteY0-186" fmla="*/ 0 h 1182837"/>
              <a:gd name="connsiteX1-187" fmla="*/ 0 w 1325381"/>
              <a:gd name="connsiteY1-188" fmla="*/ 0 h 1182837"/>
              <a:gd name="connsiteX2-189" fmla="*/ 1323221 w 1325381"/>
              <a:gd name="connsiteY2-190" fmla="*/ 0 h 1182837"/>
              <a:gd name="connsiteX3-191" fmla="*/ 1323221 w 1325381"/>
              <a:gd name="connsiteY3-192" fmla="*/ 0 h 1182837"/>
              <a:gd name="connsiteX4-193" fmla="*/ 1325381 w 1325381"/>
              <a:gd name="connsiteY4-194" fmla="*/ 681152 h 1182837"/>
              <a:gd name="connsiteX5-195" fmla="*/ 927378 w 1325381"/>
              <a:gd name="connsiteY5-196" fmla="*/ 1179233 h 1182837"/>
              <a:gd name="connsiteX6-197" fmla="*/ 0 w 1325381"/>
              <a:gd name="connsiteY6-198" fmla="*/ 1182837 h 1182837"/>
              <a:gd name="connsiteX7-199" fmla="*/ 0 w 1325381"/>
              <a:gd name="connsiteY7-200" fmla="*/ 1182837 h 1182837"/>
              <a:gd name="connsiteX8-201" fmla="*/ 0 w 1325381"/>
              <a:gd name="connsiteY8-202" fmla="*/ 0 h 1182837"/>
              <a:gd name="connsiteX0-203" fmla="*/ 0 w 1325381"/>
              <a:gd name="connsiteY0-204" fmla="*/ 0 h 1182837"/>
              <a:gd name="connsiteX1-205" fmla="*/ 0 w 1325381"/>
              <a:gd name="connsiteY1-206" fmla="*/ 0 h 1182837"/>
              <a:gd name="connsiteX2-207" fmla="*/ 1323221 w 1325381"/>
              <a:gd name="connsiteY2-208" fmla="*/ 0 h 1182837"/>
              <a:gd name="connsiteX3-209" fmla="*/ 1323221 w 1325381"/>
              <a:gd name="connsiteY3-210" fmla="*/ 0 h 1182837"/>
              <a:gd name="connsiteX4-211" fmla="*/ 1325381 w 1325381"/>
              <a:gd name="connsiteY4-212" fmla="*/ 681152 h 1182837"/>
              <a:gd name="connsiteX5-213" fmla="*/ 927378 w 1325381"/>
              <a:gd name="connsiteY5-214" fmla="*/ 1179233 h 1182837"/>
              <a:gd name="connsiteX6-215" fmla="*/ 0 w 1325381"/>
              <a:gd name="connsiteY6-216" fmla="*/ 1182837 h 1182837"/>
              <a:gd name="connsiteX7-217" fmla="*/ 0 w 1325381"/>
              <a:gd name="connsiteY7-218" fmla="*/ 1182837 h 1182837"/>
              <a:gd name="connsiteX8-219" fmla="*/ 0 w 1325381"/>
              <a:gd name="connsiteY8-220" fmla="*/ 0 h 1182837"/>
              <a:gd name="connsiteX0-221" fmla="*/ 0 w 1325381"/>
              <a:gd name="connsiteY0-222" fmla="*/ 0 h 1182837"/>
              <a:gd name="connsiteX1-223" fmla="*/ 0 w 1325381"/>
              <a:gd name="connsiteY1-224" fmla="*/ 0 h 1182837"/>
              <a:gd name="connsiteX2-225" fmla="*/ 1323221 w 1325381"/>
              <a:gd name="connsiteY2-226" fmla="*/ 0 h 1182837"/>
              <a:gd name="connsiteX3-227" fmla="*/ 1323221 w 1325381"/>
              <a:gd name="connsiteY3-228" fmla="*/ 0 h 1182837"/>
              <a:gd name="connsiteX4-229" fmla="*/ 1325381 w 1325381"/>
              <a:gd name="connsiteY4-230" fmla="*/ 681152 h 1182837"/>
              <a:gd name="connsiteX5-231" fmla="*/ 927378 w 1325381"/>
              <a:gd name="connsiteY5-232" fmla="*/ 1179233 h 1182837"/>
              <a:gd name="connsiteX6-233" fmla="*/ 825228 w 1325381"/>
              <a:gd name="connsiteY6-234" fmla="*/ 1180303 h 1182837"/>
              <a:gd name="connsiteX7-235" fmla="*/ 0 w 1325381"/>
              <a:gd name="connsiteY7-236" fmla="*/ 1182837 h 1182837"/>
              <a:gd name="connsiteX8-237" fmla="*/ 0 w 1325381"/>
              <a:gd name="connsiteY8-238" fmla="*/ 1182837 h 1182837"/>
              <a:gd name="connsiteX9-239" fmla="*/ 0 w 1325381"/>
              <a:gd name="connsiteY9-240" fmla="*/ 0 h 1182837"/>
              <a:gd name="connsiteX0-241" fmla="*/ 0 w 1325381"/>
              <a:gd name="connsiteY0-242" fmla="*/ 0 h 1182837"/>
              <a:gd name="connsiteX1-243" fmla="*/ 0 w 1325381"/>
              <a:gd name="connsiteY1-244" fmla="*/ 0 h 1182837"/>
              <a:gd name="connsiteX2-245" fmla="*/ 1323221 w 1325381"/>
              <a:gd name="connsiteY2-246" fmla="*/ 0 h 1182837"/>
              <a:gd name="connsiteX3-247" fmla="*/ 1323221 w 1325381"/>
              <a:gd name="connsiteY3-248" fmla="*/ 0 h 1182837"/>
              <a:gd name="connsiteX4-249" fmla="*/ 1325381 w 1325381"/>
              <a:gd name="connsiteY4-250" fmla="*/ 681152 h 1182837"/>
              <a:gd name="connsiteX5-251" fmla="*/ 825228 w 1325381"/>
              <a:gd name="connsiteY5-252" fmla="*/ 1180303 h 1182837"/>
              <a:gd name="connsiteX6-253" fmla="*/ 0 w 1325381"/>
              <a:gd name="connsiteY6-254" fmla="*/ 1182837 h 1182837"/>
              <a:gd name="connsiteX7-255" fmla="*/ 0 w 1325381"/>
              <a:gd name="connsiteY7-256" fmla="*/ 1182837 h 1182837"/>
              <a:gd name="connsiteX8-257" fmla="*/ 0 w 1325381"/>
              <a:gd name="connsiteY8-258" fmla="*/ 0 h 1182837"/>
              <a:gd name="connsiteX0-259" fmla="*/ 0 w 1325381"/>
              <a:gd name="connsiteY0-260" fmla="*/ 0 h 1182837"/>
              <a:gd name="connsiteX1-261" fmla="*/ 0 w 1325381"/>
              <a:gd name="connsiteY1-262" fmla="*/ 0 h 1182837"/>
              <a:gd name="connsiteX2-263" fmla="*/ 1323221 w 1325381"/>
              <a:gd name="connsiteY2-264" fmla="*/ 0 h 1182837"/>
              <a:gd name="connsiteX3-265" fmla="*/ 1323221 w 1325381"/>
              <a:gd name="connsiteY3-266" fmla="*/ 0 h 1182837"/>
              <a:gd name="connsiteX4-267" fmla="*/ 1325381 w 1325381"/>
              <a:gd name="connsiteY4-268" fmla="*/ 681152 h 1182837"/>
              <a:gd name="connsiteX5-269" fmla="*/ 825228 w 1325381"/>
              <a:gd name="connsiteY5-270" fmla="*/ 1180303 h 1182837"/>
              <a:gd name="connsiteX6-271" fmla="*/ 0 w 1325381"/>
              <a:gd name="connsiteY6-272" fmla="*/ 1182837 h 1182837"/>
              <a:gd name="connsiteX7-273" fmla="*/ 0 w 1325381"/>
              <a:gd name="connsiteY7-274" fmla="*/ 1182837 h 1182837"/>
              <a:gd name="connsiteX8-275" fmla="*/ 0 w 1325381"/>
              <a:gd name="connsiteY8-276" fmla="*/ 0 h 1182837"/>
              <a:gd name="connsiteX0-277" fmla="*/ 0 w 1325381"/>
              <a:gd name="connsiteY0-278" fmla="*/ 0 h 1182837"/>
              <a:gd name="connsiteX1-279" fmla="*/ 0 w 1325381"/>
              <a:gd name="connsiteY1-280" fmla="*/ 0 h 1182837"/>
              <a:gd name="connsiteX2-281" fmla="*/ 1323221 w 1325381"/>
              <a:gd name="connsiteY2-282" fmla="*/ 0 h 1182837"/>
              <a:gd name="connsiteX3-283" fmla="*/ 1323221 w 1325381"/>
              <a:gd name="connsiteY3-284" fmla="*/ 0 h 1182837"/>
              <a:gd name="connsiteX4-285" fmla="*/ 1325381 w 1325381"/>
              <a:gd name="connsiteY4-286" fmla="*/ 681152 h 1182837"/>
              <a:gd name="connsiteX5-287" fmla="*/ 825228 w 1325381"/>
              <a:gd name="connsiteY5-288" fmla="*/ 1180303 h 1182837"/>
              <a:gd name="connsiteX6-289" fmla="*/ 0 w 1325381"/>
              <a:gd name="connsiteY6-290" fmla="*/ 1182837 h 1182837"/>
              <a:gd name="connsiteX7-291" fmla="*/ 0 w 1325381"/>
              <a:gd name="connsiteY7-292" fmla="*/ 1182837 h 1182837"/>
              <a:gd name="connsiteX8-293" fmla="*/ 0 w 1325381"/>
              <a:gd name="connsiteY8-294" fmla="*/ 0 h 1182837"/>
              <a:gd name="connsiteX0-295" fmla="*/ 0 w 1325381"/>
              <a:gd name="connsiteY0-296" fmla="*/ 0 h 1182837"/>
              <a:gd name="connsiteX1-297" fmla="*/ 0 w 1325381"/>
              <a:gd name="connsiteY1-298" fmla="*/ 0 h 1182837"/>
              <a:gd name="connsiteX2-299" fmla="*/ 1323221 w 1325381"/>
              <a:gd name="connsiteY2-300" fmla="*/ 0 h 1182837"/>
              <a:gd name="connsiteX3-301" fmla="*/ 1323221 w 1325381"/>
              <a:gd name="connsiteY3-302" fmla="*/ 0 h 1182837"/>
              <a:gd name="connsiteX4-303" fmla="*/ 1325381 w 1325381"/>
              <a:gd name="connsiteY4-304" fmla="*/ 681152 h 1182837"/>
              <a:gd name="connsiteX5-305" fmla="*/ 825228 w 1325381"/>
              <a:gd name="connsiteY5-306" fmla="*/ 1180303 h 1182837"/>
              <a:gd name="connsiteX6-307" fmla="*/ 0 w 1325381"/>
              <a:gd name="connsiteY6-308" fmla="*/ 1182837 h 1182837"/>
              <a:gd name="connsiteX7-309" fmla="*/ 0 w 1325381"/>
              <a:gd name="connsiteY7-310" fmla="*/ 1182837 h 1182837"/>
              <a:gd name="connsiteX8-311" fmla="*/ 0 w 1325381"/>
              <a:gd name="connsiteY8-312" fmla="*/ 0 h 11828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325381" h="1182837">
                <a:moveTo>
                  <a:pt x="0" y="0"/>
                </a:moveTo>
                <a:lnTo>
                  <a:pt x="0" y="0"/>
                </a:lnTo>
                <a:lnTo>
                  <a:pt x="1323221" y="0"/>
                </a:lnTo>
                <a:lnTo>
                  <a:pt x="1323221" y="0"/>
                </a:lnTo>
                <a:lnTo>
                  <a:pt x="1325381" y="681152"/>
                </a:lnTo>
                <a:cubicBezTo>
                  <a:pt x="1316596" y="883012"/>
                  <a:pt x="1092461" y="1163062"/>
                  <a:pt x="825228" y="1180303"/>
                </a:cubicBezTo>
                <a:lnTo>
                  <a:pt x="0" y="1182837"/>
                </a:lnTo>
                <a:lnTo>
                  <a:pt x="0" y="1182837"/>
                </a:lnTo>
                <a:lnTo>
                  <a:pt x="0" y="0"/>
                </a:lnTo>
                <a:close/>
              </a:path>
            </a:pathLst>
          </a:cu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圆角矩形 25"/>
          <p:cNvSpPr/>
          <p:nvPr/>
        </p:nvSpPr>
        <p:spPr>
          <a:xfrm rot="18826210" flipV="1">
            <a:off x="3750575" y="3199775"/>
            <a:ext cx="952065" cy="963505"/>
          </a:xfrm>
          <a:custGeom>
            <a:avLst/>
            <a:gdLst>
              <a:gd name="connsiteX0" fmla="*/ 0 w 1323221"/>
              <a:gd name="connsiteY0" fmla="*/ 0 h 1182837"/>
              <a:gd name="connsiteX1" fmla="*/ 0 w 1323221"/>
              <a:gd name="connsiteY1" fmla="*/ 0 h 1182837"/>
              <a:gd name="connsiteX2" fmla="*/ 1323221 w 1323221"/>
              <a:gd name="connsiteY2" fmla="*/ 0 h 1182837"/>
              <a:gd name="connsiteX3" fmla="*/ 1323221 w 1323221"/>
              <a:gd name="connsiteY3" fmla="*/ 0 h 1182837"/>
              <a:gd name="connsiteX4" fmla="*/ 1323221 w 1323221"/>
              <a:gd name="connsiteY4" fmla="*/ 1182837 h 1182837"/>
              <a:gd name="connsiteX5" fmla="*/ 1323221 w 1323221"/>
              <a:gd name="connsiteY5" fmla="*/ 1182837 h 1182837"/>
              <a:gd name="connsiteX6" fmla="*/ 0 w 1323221"/>
              <a:gd name="connsiteY6" fmla="*/ 1182837 h 1182837"/>
              <a:gd name="connsiteX7" fmla="*/ 0 w 1323221"/>
              <a:gd name="connsiteY7" fmla="*/ 1182837 h 1182837"/>
              <a:gd name="connsiteX8" fmla="*/ 0 w 1323221"/>
              <a:gd name="connsiteY8" fmla="*/ 0 h 1182837"/>
              <a:gd name="connsiteX0-1" fmla="*/ 0 w 1323221"/>
              <a:gd name="connsiteY0-2" fmla="*/ 0 h 1182837"/>
              <a:gd name="connsiteX1-3" fmla="*/ 0 w 1323221"/>
              <a:gd name="connsiteY1-4" fmla="*/ 0 h 1182837"/>
              <a:gd name="connsiteX2-5" fmla="*/ 1323221 w 1323221"/>
              <a:gd name="connsiteY2-6" fmla="*/ 0 h 1182837"/>
              <a:gd name="connsiteX3-7" fmla="*/ 1323221 w 1323221"/>
              <a:gd name="connsiteY3-8" fmla="*/ 0 h 1182837"/>
              <a:gd name="connsiteX4-9" fmla="*/ 1323221 w 1323221"/>
              <a:gd name="connsiteY4-10" fmla="*/ 1182837 h 1182837"/>
              <a:gd name="connsiteX5-11" fmla="*/ 1323221 w 1323221"/>
              <a:gd name="connsiteY5-12" fmla="*/ 1182837 h 1182837"/>
              <a:gd name="connsiteX6-13" fmla="*/ 927378 w 1323221"/>
              <a:gd name="connsiteY6-14" fmla="*/ 1179233 h 1182837"/>
              <a:gd name="connsiteX7-15" fmla="*/ 0 w 1323221"/>
              <a:gd name="connsiteY7-16" fmla="*/ 1182837 h 1182837"/>
              <a:gd name="connsiteX8-17" fmla="*/ 0 w 1323221"/>
              <a:gd name="connsiteY8-18" fmla="*/ 1182837 h 1182837"/>
              <a:gd name="connsiteX9" fmla="*/ 0 w 1323221"/>
              <a:gd name="connsiteY9" fmla="*/ 0 h 1182837"/>
              <a:gd name="connsiteX0-19" fmla="*/ 0 w 1325381"/>
              <a:gd name="connsiteY0-20" fmla="*/ 0 h 1182837"/>
              <a:gd name="connsiteX1-21" fmla="*/ 0 w 1325381"/>
              <a:gd name="connsiteY1-22" fmla="*/ 0 h 1182837"/>
              <a:gd name="connsiteX2-23" fmla="*/ 1323221 w 1325381"/>
              <a:gd name="connsiteY2-24" fmla="*/ 0 h 1182837"/>
              <a:gd name="connsiteX3-25" fmla="*/ 1323221 w 1325381"/>
              <a:gd name="connsiteY3-26" fmla="*/ 0 h 1182837"/>
              <a:gd name="connsiteX4-27" fmla="*/ 1325381 w 1325381"/>
              <a:gd name="connsiteY4-28" fmla="*/ 681152 h 1182837"/>
              <a:gd name="connsiteX5-29" fmla="*/ 1323221 w 1325381"/>
              <a:gd name="connsiteY5-30" fmla="*/ 1182837 h 1182837"/>
              <a:gd name="connsiteX6-31" fmla="*/ 1323221 w 1325381"/>
              <a:gd name="connsiteY6-32" fmla="*/ 1182837 h 1182837"/>
              <a:gd name="connsiteX7-33" fmla="*/ 927378 w 1325381"/>
              <a:gd name="connsiteY7-34" fmla="*/ 1179233 h 1182837"/>
              <a:gd name="connsiteX8-35" fmla="*/ 0 w 1325381"/>
              <a:gd name="connsiteY8-36" fmla="*/ 1182837 h 1182837"/>
              <a:gd name="connsiteX9-37" fmla="*/ 0 w 1325381"/>
              <a:gd name="connsiteY9-38" fmla="*/ 1182837 h 1182837"/>
              <a:gd name="connsiteX10" fmla="*/ 0 w 1325381"/>
              <a:gd name="connsiteY10" fmla="*/ 0 h 1182837"/>
              <a:gd name="connsiteX0-39" fmla="*/ 0 w 1325381"/>
              <a:gd name="connsiteY0-40" fmla="*/ 0 h 1182837"/>
              <a:gd name="connsiteX1-41" fmla="*/ 0 w 1325381"/>
              <a:gd name="connsiteY1-42" fmla="*/ 0 h 1182837"/>
              <a:gd name="connsiteX2-43" fmla="*/ 1323221 w 1325381"/>
              <a:gd name="connsiteY2-44" fmla="*/ 0 h 1182837"/>
              <a:gd name="connsiteX3-45" fmla="*/ 1323221 w 1325381"/>
              <a:gd name="connsiteY3-46" fmla="*/ 0 h 1182837"/>
              <a:gd name="connsiteX4-47" fmla="*/ 1325381 w 1325381"/>
              <a:gd name="connsiteY4-48" fmla="*/ 681152 h 1182837"/>
              <a:gd name="connsiteX5-49" fmla="*/ 1323221 w 1325381"/>
              <a:gd name="connsiteY5-50" fmla="*/ 1182837 h 1182837"/>
              <a:gd name="connsiteX6-51" fmla="*/ 927378 w 1325381"/>
              <a:gd name="connsiteY6-52" fmla="*/ 1179233 h 1182837"/>
              <a:gd name="connsiteX7-53" fmla="*/ 0 w 1325381"/>
              <a:gd name="connsiteY7-54" fmla="*/ 1182837 h 1182837"/>
              <a:gd name="connsiteX8-55" fmla="*/ 0 w 1325381"/>
              <a:gd name="connsiteY8-56" fmla="*/ 1182837 h 1182837"/>
              <a:gd name="connsiteX9-57" fmla="*/ 0 w 1325381"/>
              <a:gd name="connsiteY9-58" fmla="*/ 0 h 1182837"/>
              <a:gd name="connsiteX0-59" fmla="*/ 0 w 1325381"/>
              <a:gd name="connsiteY0-60" fmla="*/ 0 h 1182837"/>
              <a:gd name="connsiteX1-61" fmla="*/ 0 w 1325381"/>
              <a:gd name="connsiteY1-62" fmla="*/ 0 h 1182837"/>
              <a:gd name="connsiteX2-63" fmla="*/ 1323221 w 1325381"/>
              <a:gd name="connsiteY2-64" fmla="*/ 0 h 1182837"/>
              <a:gd name="connsiteX3-65" fmla="*/ 1323221 w 1325381"/>
              <a:gd name="connsiteY3-66" fmla="*/ 0 h 1182837"/>
              <a:gd name="connsiteX4-67" fmla="*/ 1325381 w 1325381"/>
              <a:gd name="connsiteY4-68" fmla="*/ 681152 h 1182837"/>
              <a:gd name="connsiteX5-69" fmla="*/ 927378 w 1325381"/>
              <a:gd name="connsiteY5-70" fmla="*/ 1179233 h 1182837"/>
              <a:gd name="connsiteX6-71" fmla="*/ 0 w 1325381"/>
              <a:gd name="connsiteY6-72" fmla="*/ 1182837 h 1182837"/>
              <a:gd name="connsiteX7-73" fmla="*/ 0 w 1325381"/>
              <a:gd name="connsiteY7-74" fmla="*/ 1182837 h 1182837"/>
              <a:gd name="connsiteX8-75" fmla="*/ 0 w 1325381"/>
              <a:gd name="connsiteY8-76" fmla="*/ 0 h 1182837"/>
              <a:gd name="connsiteX0-77" fmla="*/ 0 w 1325381"/>
              <a:gd name="connsiteY0-78" fmla="*/ 0 h 1182837"/>
              <a:gd name="connsiteX1-79" fmla="*/ 0 w 1325381"/>
              <a:gd name="connsiteY1-80" fmla="*/ 0 h 1182837"/>
              <a:gd name="connsiteX2-81" fmla="*/ 1323221 w 1325381"/>
              <a:gd name="connsiteY2-82" fmla="*/ 0 h 1182837"/>
              <a:gd name="connsiteX3-83" fmla="*/ 1323221 w 1325381"/>
              <a:gd name="connsiteY3-84" fmla="*/ 0 h 1182837"/>
              <a:gd name="connsiteX4-85" fmla="*/ 1325381 w 1325381"/>
              <a:gd name="connsiteY4-86" fmla="*/ 681152 h 1182837"/>
              <a:gd name="connsiteX5-87" fmla="*/ 927378 w 1325381"/>
              <a:gd name="connsiteY5-88" fmla="*/ 1179233 h 1182837"/>
              <a:gd name="connsiteX6-89" fmla="*/ 0 w 1325381"/>
              <a:gd name="connsiteY6-90" fmla="*/ 1182837 h 1182837"/>
              <a:gd name="connsiteX7-91" fmla="*/ 0 w 1325381"/>
              <a:gd name="connsiteY7-92" fmla="*/ 1182837 h 1182837"/>
              <a:gd name="connsiteX8-93" fmla="*/ 0 w 1325381"/>
              <a:gd name="connsiteY8-94" fmla="*/ 0 h 1182837"/>
              <a:gd name="connsiteX0-95" fmla="*/ 0 w 1325381"/>
              <a:gd name="connsiteY0-96" fmla="*/ 0 h 1182837"/>
              <a:gd name="connsiteX1-97" fmla="*/ 0 w 1325381"/>
              <a:gd name="connsiteY1-98" fmla="*/ 0 h 1182837"/>
              <a:gd name="connsiteX2-99" fmla="*/ 1323221 w 1325381"/>
              <a:gd name="connsiteY2-100" fmla="*/ 0 h 1182837"/>
              <a:gd name="connsiteX3-101" fmla="*/ 1323221 w 1325381"/>
              <a:gd name="connsiteY3-102" fmla="*/ 0 h 1182837"/>
              <a:gd name="connsiteX4-103" fmla="*/ 1325381 w 1325381"/>
              <a:gd name="connsiteY4-104" fmla="*/ 681152 h 1182837"/>
              <a:gd name="connsiteX5-105" fmla="*/ 927378 w 1325381"/>
              <a:gd name="connsiteY5-106" fmla="*/ 1179233 h 1182837"/>
              <a:gd name="connsiteX6-107" fmla="*/ 0 w 1325381"/>
              <a:gd name="connsiteY6-108" fmla="*/ 1182837 h 1182837"/>
              <a:gd name="connsiteX7-109" fmla="*/ 0 w 1325381"/>
              <a:gd name="connsiteY7-110" fmla="*/ 1182837 h 1182837"/>
              <a:gd name="connsiteX8-111" fmla="*/ 0 w 1325381"/>
              <a:gd name="connsiteY8-112" fmla="*/ 0 h 1182837"/>
              <a:gd name="connsiteX0-113" fmla="*/ 0 w 1325381"/>
              <a:gd name="connsiteY0-114" fmla="*/ 0 h 1182837"/>
              <a:gd name="connsiteX1-115" fmla="*/ 0 w 1325381"/>
              <a:gd name="connsiteY1-116" fmla="*/ 0 h 1182837"/>
              <a:gd name="connsiteX2-117" fmla="*/ 1323221 w 1325381"/>
              <a:gd name="connsiteY2-118" fmla="*/ 0 h 1182837"/>
              <a:gd name="connsiteX3-119" fmla="*/ 1323221 w 1325381"/>
              <a:gd name="connsiteY3-120" fmla="*/ 0 h 1182837"/>
              <a:gd name="connsiteX4-121" fmla="*/ 1325381 w 1325381"/>
              <a:gd name="connsiteY4-122" fmla="*/ 681152 h 1182837"/>
              <a:gd name="connsiteX5-123" fmla="*/ 927378 w 1325381"/>
              <a:gd name="connsiteY5-124" fmla="*/ 1179233 h 1182837"/>
              <a:gd name="connsiteX6-125" fmla="*/ 0 w 1325381"/>
              <a:gd name="connsiteY6-126" fmla="*/ 1182837 h 1182837"/>
              <a:gd name="connsiteX7-127" fmla="*/ 0 w 1325381"/>
              <a:gd name="connsiteY7-128" fmla="*/ 1182837 h 1182837"/>
              <a:gd name="connsiteX8-129" fmla="*/ 0 w 1325381"/>
              <a:gd name="connsiteY8-130" fmla="*/ 0 h 1182837"/>
              <a:gd name="connsiteX0-131" fmla="*/ 0 w 1325381"/>
              <a:gd name="connsiteY0-132" fmla="*/ 0 h 1182837"/>
              <a:gd name="connsiteX1-133" fmla="*/ 0 w 1325381"/>
              <a:gd name="connsiteY1-134" fmla="*/ 0 h 1182837"/>
              <a:gd name="connsiteX2-135" fmla="*/ 1323221 w 1325381"/>
              <a:gd name="connsiteY2-136" fmla="*/ 0 h 1182837"/>
              <a:gd name="connsiteX3-137" fmla="*/ 1323221 w 1325381"/>
              <a:gd name="connsiteY3-138" fmla="*/ 0 h 1182837"/>
              <a:gd name="connsiteX4-139" fmla="*/ 1325381 w 1325381"/>
              <a:gd name="connsiteY4-140" fmla="*/ 681152 h 1182837"/>
              <a:gd name="connsiteX5-141" fmla="*/ 927378 w 1325381"/>
              <a:gd name="connsiteY5-142" fmla="*/ 1179233 h 1182837"/>
              <a:gd name="connsiteX6-143" fmla="*/ 0 w 1325381"/>
              <a:gd name="connsiteY6-144" fmla="*/ 1182837 h 1182837"/>
              <a:gd name="connsiteX7-145" fmla="*/ 0 w 1325381"/>
              <a:gd name="connsiteY7-146" fmla="*/ 1182837 h 1182837"/>
              <a:gd name="connsiteX8-147" fmla="*/ 0 w 1325381"/>
              <a:gd name="connsiteY8-148" fmla="*/ 0 h 1182837"/>
              <a:gd name="connsiteX0-149" fmla="*/ 0 w 1325381"/>
              <a:gd name="connsiteY0-150" fmla="*/ 0 h 1182837"/>
              <a:gd name="connsiteX1-151" fmla="*/ 0 w 1325381"/>
              <a:gd name="connsiteY1-152" fmla="*/ 0 h 1182837"/>
              <a:gd name="connsiteX2-153" fmla="*/ 1323221 w 1325381"/>
              <a:gd name="connsiteY2-154" fmla="*/ 0 h 1182837"/>
              <a:gd name="connsiteX3-155" fmla="*/ 1323221 w 1325381"/>
              <a:gd name="connsiteY3-156" fmla="*/ 0 h 1182837"/>
              <a:gd name="connsiteX4-157" fmla="*/ 1325381 w 1325381"/>
              <a:gd name="connsiteY4-158" fmla="*/ 681152 h 1182837"/>
              <a:gd name="connsiteX5-159" fmla="*/ 927378 w 1325381"/>
              <a:gd name="connsiteY5-160" fmla="*/ 1179233 h 1182837"/>
              <a:gd name="connsiteX6-161" fmla="*/ 0 w 1325381"/>
              <a:gd name="connsiteY6-162" fmla="*/ 1182837 h 1182837"/>
              <a:gd name="connsiteX7-163" fmla="*/ 0 w 1325381"/>
              <a:gd name="connsiteY7-164" fmla="*/ 1182837 h 1182837"/>
              <a:gd name="connsiteX8-165" fmla="*/ 0 w 1325381"/>
              <a:gd name="connsiteY8-166" fmla="*/ 0 h 1182837"/>
              <a:gd name="connsiteX0-167" fmla="*/ 0 w 1325381"/>
              <a:gd name="connsiteY0-168" fmla="*/ 0 h 1182837"/>
              <a:gd name="connsiteX1-169" fmla="*/ 0 w 1325381"/>
              <a:gd name="connsiteY1-170" fmla="*/ 0 h 1182837"/>
              <a:gd name="connsiteX2-171" fmla="*/ 1323221 w 1325381"/>
              <a:gd name="connsiteY2-172" fmla="*/ 0 h 1182837"/>
              <a:gd name="connsiteX3-173" fmla="*/ 1323221 w 1325381"/>
              <a:gd name="connsiteY3-174" fmla="*/ 0 h 1182837"/>
              <a:gd name="connsiteX4-175" fmla="*/ 1325381 w 1325381"/>
              <a:gd name="connsiteY4-176" fmla="*/ 681152 h 1182837"/>
              <a:gd name="connsiteX5-177" fmla="*/ 927378 w 1325381"/>
              <a:gd name="connsiteY5-178" fmla="*/ 1179233 h 1182837"/>
              <a:gd name="connsiteX6-179" fmla="*/ 0 w 1325381"/>
              <a:gd name="connsiteY6-180" fmla="*/ 1182837 h 1182837"/>
              <a:gd name="connsiteX7-181" fmla="*/ 0 w 1325381"/>
              <a:gd name="connsiteY7-182" fmla="*/ 1182837 h 1182837"/>
              <a:gd name="connsiteX8-183" fmla="*/ 0 w 1325381"/>
              <a:gd name="connsiteY8-184" fmla="*/ 0 h 1182837"/>
              <a:gd name="connsiteX0-185" fmla="*/ 0 w 1325381"/>
              <a:gd name="connsiteY0-186" fmla="*/ 0 h 1182837"/>
              <a:gd name="connsiteX1-187" fmla="*/ 0 w 1325381"/>
              <a:gd name="connsiteY1-188" fmla="*/ 0 h 1182837"/>
              <a:gd name="connsiteX2-189" fmla="*/ 1323221 w 1325381"/>
              <a:gd name="connsiteY2-190" fmla="*/ 0 h 1182837"/>
              <a:gd name="connsiteX3-191" fmla="*/ 1323221 w 1325381"/>
              <a:gd name="connsiteY3-192" fmla="*/ 0 h 1182837"/>
              <a:gd name="connsiteX4-193" fmla="*/ 1325381 w 1325381"/>
              <a:gd name="connsiteY4-194" fmla="*/ 681152 h 1182837"/>
              <a:gd name="connsiteX5-195" fmla="*/ 927378 w 1325381"/>
              <a:gd name="connsiteY5-196" fmla="*/ 1179233 h 1182837"/>
              <a:gd name="connsiteX6-197" fmla="*/ 0 w 1325381"/>
              <a:gd name="connsiteY6-198" fmla="*/ 1182837 h 1182837"/>
              <a:gd name="connsiteX7-199" fmla="*/ 0 w 1325381"/>
              <a:gd name="connsiteY7-200" fmla="*/ 1182837 h 1182837"/>
              <a:gd name="connsiteX8-201" fmla="*/ 0 w 1325381"/>
              <a:gd name="connsiteY8-202" fmla="*/ 0 h 1182837"/>
              <a:gd name="connsiteX0-203" fmla="*/ 0 w 1325381"/>
              <a:gd name="connsiteY0-204" fmla="*/ 0 h 1182837"/>
              <a:gd name="connsiteX1-205" fmla="*/ 0 w 1325381"/>
              <a:gd name="connsiteY1-206" fmla="*/ 0 h 1182837"/>
              <a:gd name="connsiteX2-207" fmla="*/ 1323221 w 1325381"/>
              <a:gd name="connsiteY2-208" fmla="*/ 0 h 1182837"/>
              <a:gd name="connsiteX3-209" fmla="*/ 1323221 w 1325381"/>
              <a:gd name="connsiteY3-210" fmla="*/ 0 h 1182837"/>
              <a:gd name="connsiteX4-211" fmla="*/ 1325381 w 1325381"/>
              <a:gd name="connsiteY4-212" fmla="*/ 681152 h 1182837"/>
              <a:gd name="connsiteX5-213" fmla="*/ 927378 w 1325381"/>
              <a:gd name="connsiteY5-214" fmla="*/ 1179233 h 1182837"/>
              <a:gd name="connsiteX6-215" fmla="*/ 0 w 1325381"/>
              <a:gd name="connsiteY6-216" fmla="*/ 1182837 h 1182837"/>
              <a:gd name="connsiteX7-217" fmla="*/ 0 w 1325381"/>
              <a:gd name="connsiteY7-218" fmla="*/ 1182837 h 1182837"/>
              <a:gd name="connsiteX8-219" fmla="*/ 0 w 1325381"/>
              <a:gd name="connsiteY8-220" fmla="*/ 0 h 1182837"/>
              <a:gd name="connsiteX0-221" fmla="*/ 0 w 1325381"/>
              <a:gd name="connsiteY0-222" fmla="*/ 0 h 1182837"/>
              <a:gd name="connsiteX1-223" fmla="*/ 0 w 1325381"/>
              <a:gd name="connsiteY1-224" fmla="*/ 0 h 1182837"/>
              <a:gd name="connsiteX2-225" fmla="*/ 1323221 w 1325381"/>
              <a:gd name="connsiteY2-226" fmla="*/ 0 h 1182837"/>
              <a:gd name="connsiteX3-227" fmla="*/ 1323221 w 1325381"/>
              <a:gd name="connsiteY3-228" fmla="*/ 0 h 1182837"/>
              <a:gd name="connsiteX4-229" fmla="*/ 1325381 w 1325381"/>
              <a:gd name="connsiteY4-230" fmla="*/ 681152 h 1182837"/>
              <a:gd name="connsiteX5-231" fmla="*/ 927378 w 1325381"/>
              <a:gd name="connsiteY5-232" fmla="*/ 1179233 h 1182837"/>
              <a:gd name="connsiteX6-233" fmla="*/ 747962 w 1325381"/>
              <a:gd name="connsiteY6-234" fmla="*/ 1181917 h 1182837"/>
              <a:gd name="connsiteX7-235" fmla="*/ 0 w 1325381"/>
              <a:gd name="connsiteY7-236" fmla="*/ 1182837 h 1182837"/>
              <a:gd name="connsiteX8-237" fmla="*/ 0 w 1325381"/>
              <a:gd name="connsiteY8-238" fmla="*/ 1182837 h 1182837"/>
              <a:gd name="connsiteX9-239" fmla="*/ 0 w 1325381"/>
              <a:gd name="connsiteY9-240" fmla="*/ 0 h 1182837"/>
              <a:gd name="connsiteX0-241" fmla="*/ 0 w 1325381"/>
              <a:gd name="connsiteY0-242" fmla="*/ 0 h 1182837"/>
              <a:gd name="connsiteX1-243" fmla="*/ 0 w 1325381"/>
              <a:gd name="connsiteY1-244" fmla="*/ 0 h 1182837"/>
              <a:gd name="connsiteX2-245" fmla="*/ 1323221 w 1325381"/>
              <a:gd name="connsiteY2-246" fmla="*/ 0 h 1182837"/>
              <a:gd name="connsiteX3-247" fmla="*/ 1323221 w 1325381"/>
              <a:gd name="connsiteY3-248" fmla="*/ 0 h 1182837"/>
              <a:gd name="connsiteX4-249" fmla="*/ 1325381 w 1325381"/>
              <a:gd name="connsiteY4-250" fmla="*/ 681152 h 1182837"/>
              <a:gd name="connsiteX5-251" fmla="*/ 747962 w 1325381"/>
              <a:gd name="connsiteY5-252" fmla="*/ 1181917 h 1182837"/>
              <a:gd name="connsiteX6-253" fmla="*/ 0 w 1325381"/>
              <a:gd name="connsiteY6-254" fmla="*/ 1182837 h 1182837"/>
              <a:gd name="connsiteX7-255" fmla="*/ 0 w 1325381"/>
              <a:gd name="connsiteY7-256" fmla="*/ 1182837 h 1182837"/>
              <a:gd name="connsiteX8-257" fmla="*/ 0 w 1325381"/>
              <a:gd name="connsiteY8-258" fmla="*/ 0 h 1182837"/>
              <a:gd name="connsiteX0-259" fmla="*/ 0 w 1325381"/>
              <a:gd name="connsiteY0-260" fmla="*/ 0 h 1182837"/>
              <a:gd name="connsiteX1-261" fmla="*/ 0 w 1325381"/>
              <a:gd name="connsiteY1-262" fmla="*/ 0 h 1182837"/>
              <a:gd name="connsiteX2-263" fmla="*/ 1323221 w 1325381"/>
              <a:gd name="connsiteY2-264" fmla="*/ 0 h 1182837"/>
              <a:gd name="connsiteX3-265" fmla="*/ 1323221 w 1325381"/>
              <a:gd name="connsiteY3-266" fmla="*/ 0 h 1182837"/>
              <a:gd name="connsiteX4-267" fmla="*/ 1325381 w 1325381"/>
              <a:gd name="connsiteY4-268" fmla="*/ 681152 h 1182837"/>
              <a:gd name="connsiteX5-269" fmla="*/ 747962 w 1325381"/>
              <a:gd name="connsiteY5-270" fmla="*/ 1181917 h 1182837"/>
              <a:gd name="connsiteX6-271" fmla="*/ 0 w 1325381"/>
              <a:gd name="connsiteY6-272" fmla="*/ 1182837 h 1182837"/>
              <a:gd name="connsiteX7-273" fmla="*/ 0 w 1325381"/>
              <a:gd name="connsiteY7-274" fmla="*/ 1182837 h 1182837"/>
              <a:gd name="connsiteX8-275" fmla="*/ 0 w 1325381"/>
              <a:gd name="connsiteY8-276" fmla="*/ 0 h 1182837"/>
              <a:gd name="connsiteX0-277" fmla="*/ 0 w 1325381"/>
              <a:gd name="connsiteY0-278" fmla="*/ 0 h 1182837"/>
              <a:gd name="connsiteX1-279" fmla="*/ 0 w 1325381"/>
              <a:gd name="connsiteY1-280" fmla="*/ 0 h 1182837"/>
              <a:gd name="connsiteX2-281" fmla="*/ 1323221 w 1325381"/>
              <a:gd name="connsiteY2-282" fmla="*/ 0 h 1182837"/>
              <a:gd name="connsiteX3-283" fmla="*/ 1323221 w 1325381"/>
              <a:gd name="connsiteY3-284" fmla="*/ 0 h 1182837"/>
              <a:gd name="connsiteX4-285" fmla="*/ 1325381 w 1325381"/>
              <a:gd name="connsiteY4-286" fmla="*/ 681152 h 1182837"/>
              <a:gd name="connsiteX5-287" fmla="*/ 747962 w 1325381"/>
              <a:gd name="connsiteY5-288" fmla="*/ 1181917 h 1182837"/>
              <a:gd name="connsiteX6-289" fmla="*/ 0 w 1325381"/>
              <a:gd name="connsiteY6-290" fmla="*/ 1182837 h 1182837"/>
              <a:gd name="connsiteX7-291" fmla="*/ 0 w 1325381"/>
              <a:gd name="connsiteY7-292" fmla="*/ 1182837 h 1182837"/>
              <a:gd name="connsiteX8-293" fmla="*/ 0 w 1325381"/>
              <a:gd name="connsiteY8-294" fmla="*/ 0 h 11828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325381" h="1182837">
                <a:moveTo>
                  <a:pt x="0" y="0"/>
                </a:moveTo>
                <a:lnTo>
                  <a:pt x="0" y="0"/>
                </a:lnTo>
                <a:lnTo>
                  <a:pt x="1323221" y="0"/>
                </a:lnTo>
                <a:lnTo>
                  <a:pt x="1323221" y="0"/>
                </a:lnTo>
                <a:lnTo>
                  <a:pt x="1325381" y="681152"/>
                </a:lnTo>
                <a:cubicBezTo>
                  <a:pt x="1307444" y="901474"/>
                  <a:pt x="1082705" y="1151972"/>
                  <a:pt x="747962" y="1181917"/>
                </a:cubicBezTo>
                <a:lnTo>
                  <a:pt x="0" y="1182837"/>
                </a:lnTo>
                <a:lnTo>
                  <a:pt x="0" y="1182837"/>
                </a:lnTo>
                <a:lnTo>
                  <a:pt x="0" y="0"/>
                </a:lnTo>
                <a:close/>
              </a:path>
            </a:pathLst>
          </a:cu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圆角矩形 25"/>
          <p:cNvSpPr/>
          <p:nvPr/>
        </p:nvSpPr>
        <p:spPr>
          <a:xfrm rot="18826210" flipH="1">
            <a:off x="4522967" y="3950862"/>
            <a:ext cx="952065" cy="963505"/>
          </a:xfrm>
          <a:custGeom>
            <a:avLst/>
            <a:gdLst>
              <a:gd name="connsiteX0" fmla="*/ 0 w 1323221"/>
              <a:gd name="connsiteY0" fmla="*/ 0 h 1182837"/>
              <a:gd name="connsiteX1" fmla="*/ 0 w 1323221"/>
              <a:gd name="connsiteY1" fmla="*/ 0 h 1182837"/>
              <a:gd name="connsiteX2" fmla="*/ 1323221 w 1323221"/>
              <a:gd name="connsiteY2" fmla="*/ 0 h 1182837"/>
              <a:gd name="connsiteX3" fmla="*/ 1323221 w 1323221"/>
              <a:gd name="connsiteY3" fmla="*/ 0 h 1182837"/>
              <a:gd name="connsiteX4" fmla="*/ 1323221 w 1323221"/>
              <a:gd name="connsiteY4" fmla="*/ 1182837 h 1182837"/>
              <a:gd name="connsiteX5" fmla="*/ 1323221 w 1323221"/>
              <a:gd name="connsiteY5" fmla="*/ 1182837 h 1182837"/>
              <a:gd name="connsiteX6" fmla="*/ 0 w 1323221"/>
              <a:gd name="connsiteY6" fmla="*/ 1182837 h 1182837"/>
              <a:gd name="connsiteX7" fmla="*/ 0 w 1323221"/>
              <a:gd name="connsiteY7" fmla="*/ 1182837 h 1182837"/>
              <a:gd name="connsiteX8" fmla="*/ 0 w 1323221"/>
              <a:gd name="connsiteY8" fmla="*/ 0 h 1182837"/>
              <a:gd name="connsiteX0-1" fmla="*/ 0 w 1323221"/>
              <a:gd name="connsiteY0-2" fmla="*/ 0 h 1182837"/>
              <a:gd name="connsiteX1-3" fmla="*/ 0 w 1323221"/>
              <a:gd name="connsiteY1-4" fmla="*/ 0 h 1182837"/>
              <a:gd name="connsiteX2-5" fmla="*/ 1323221 w 1323221"/>
              <a:gd name="connsiteY2-6" fmla="*/ 0 h 1182837"/>
              <a:gd name="connsiteX3-7" fmla="*/ 1323221 w 1323221"/>
              <a:gd name="connsiteY3-8" fmla="*/ 0 h 1182837"/>
              <a:gd name="connsiteX4-9" fmla="*/ 1323221 w 1323221"/>
              <a:gd name="connsiteY4-10" fmla="*/ 1182837 h 1182837"/>
              <a:gd name="connsiteX5-11" fmla="*/ 1323221 w 1323221"/>
              <a:gd name="connsiteY5-12" fmla="*/ 1182837 h 1182837"/>
              <a:gd name="connsiteX6-13" fmla="*/ 927378 w 1323221"/>
              <a:gd name="connsiteY6-14" fmla="*/ 1179233 h 1182837"/>
              <a:gd name="connsiteX7-15" fmla="*/ 0 w 1323221"/>
              <a:gd name="connsiteY7-16" fmla="*/ 1182837 h 1182837"/>
              <a:gd name="connsiteX8-17" fmla="*/ 0 w 1323221"/>
              <a:gd name="connsiteY8-18" fmla="*/ 1182837 h 1182837"/>
              <a:gd name="connsiteX9" fmla="*/ 0 w 1323221"/>
              <a:gd name="connsiteY9" fmla="*/ 0 h 1182837"/>
              <a:gd name="connsiteX0-19" fmla="*/ 0 w 1325381"/>
              <a:gd name="connsiteY0-20" fmla="*/ 0 h 1182837"/>
              <a:gd name="connsiteX1-21" fmla="*/ 0 w 1325381"/>
              <a:gd name="connsiteY1-22" fmla="*/ 0 h 1182837"/>
              <a:gd name="connsiteX2-23" fmla="*/ 1323221 w 1325381"/>
              <a:gd name="connsiteY2-24" fmla="*/ 0 h 1182837"/>
              <a:gd name="connsiteX3-25" fmla="*/ 1323221 w 1325381"/>
              <a:gd name="connsiteY3-26" fmla="*/ 0 h 1182837"/>
              <a:gd name="connsiteX4-27" fmla="*/ 1325381 w 1325381"/>
              <a:gd name="connsiteY4-28" fmla="*/ 681152 h 1182837"/>
              <a:gd name="connsiteX5-29" fmla="*/ 1323221 w 1325381"/>
              <a:gd name="connsiteY5-30" fmla="*/ 1182837 h 1182837"/>
              <a:gd name="connsiteX6-31" fmla="*/ 1323221 w 1325381"/>
              <a:gd name="connsiteY6-32" fmla="*/ 1182837 h 1182837"/>
              <a:gd name="connsiteX7-33" fmla="*/ 927378 w 1325381"/>
              <a:gd name="connsiteY7-34" fmla="*/ 1179233 h 1182837"/>
              <a:gd name="connsiteX8-35" fmla="*/ 0 w 1325381"/>
              <a:gd name="connsiteY8-36" fmla="*/ 1182837 h 1182837"/>
              <a:gd name="connsiteX9-37" fmla="*/ 0 w 1325381"/>
              <a:gd name="connsiteY9-38" fmla="*/ 1182837 h 1182837"/>
              <a:gd name="connsiteX10" fmla="*/ 0 w 1325381"/>
              <a:gd name="connsiteY10" fmla="*/ 0 h 1182837"/>
              <a:gd name="connsiteX0-39" fmla="*/ 0 w 1325381"/>
              <a:gd name="connsiteY0-40" fmla="*/ 0 h 1182837"/>
              <a:gd name="connsiteX1-41" fmla="*/ 0 w 1325381"/>
              <a:gd name="connsiteY1-42" fmla="*/ 0 h 1182837"/>
              <a:gd name="connsiteX2-43" fmla="*/ 1323221 w 1325381"/>
              <a:gd name="connsiteY2-44" fmla="*/ 0 h 1182837"/>
              <a:gd name="connsiteX3-45" fmla="*/ 1323221 w 1325381"/>
              <a:gd name="connsiteY3-46" fmla="*/ 0 h 1182837"/>
              <a:gd name="connsiteX4-47" fmla="*/ 1325381 w 1325381"/>
              <a:gd name="connsiteY4-48" fmla="*/ 681152 h 1182837"/>
              <a:gd name="connsiteX5-49" fmla="*/ 1323221 w 1325381"/>
              <a:gd name="connsiteY5-50" fmla="*/ 1182837 h 1182837"/>
              <a:gd name="connsiteX6-51" fmla="*/ 927378 w 1325381"/>
              <a:gd name="connsiteY6-52" fmla="*/ 1179233 h 1182837"/>
              <a:gd name="connsiteX7-53" fmla="*/ 0 w 1325381"/>
              <a:gd name="connsiteY7-54" fmla="*/ 1182837 h 1182837"/>
              <a:gd name="connsiteX8-55" fmla="*/ 0 w 1325381"/>
              <a:gd name="connsiteY8-56" fmla="*/ 1182837 h 1182837"/>
              <a:gd name="connsiteX9-57" fmla="*/ 0 w 1325381"/>
              <a:gd name="connsiteY9-58" fmla="*/ 0 h 1182837"/>
              <a:gd name="connsiteX0-59" fmla="*/ 0 w 1325381"/>
              <a:gd name="connsiteY0-60" fmla="*/ 0 h 1182837"/>
              <a:gd name="connsiteX1-61" fmla="*/ 0 w 1325381"/>
              <a:gd name="connsiteY1-62" fmla="*/ 0 h 1182837"/>
              <a:gd name="connsiteX2-63" fmla="*/ 1323221 w 1325381"/>
              <a:gd name="connsiteY2-64" fmla="*/ 0 h 1182837"/>
              <a:gd name="connsiteX3-65" fmla="*/ 1323221 w 1325381"/>
              <a:gd name="connsiteY3-66" fmla="*/ 0 h 1182837"/>
              <a:gd name="connsiteX4-67" fmla="*/ 1325381 w 1325381"/>
              <a:gd name="connsiteY4-68" fmla="*/ 681152 h 1182837"/>
              <a:gd name="connsiteX5-69" fmla="*/ 927378 w 1325381"/>
              <a:gd name="connsiteY5-70" fmla="*/ 1179233 h 1182837"/>
              <a:gd name="connsiteX6-71" fmla="*/ 0 w 1325381"/>
              <a:gd name="connsiteY6-72" fmla="*/ 1182837 h 1182837"/>
              <a:gd name="connsiteX7-73" fmla="*/ 0 w 1325381"/>
              <a:gd name="connsiteY7-74" fmla="*/ 1182837 h 1182837"/>
              <a:gd name="connsiteX8-75" fmla="*/ 0 w 1325381"/>
              <a:gd name="connsiteY8-76" fmla="*/ 0 h 1182837"/>
              <a:gd name="connsiteX0-77" fmla="*/ 0 w 1325381"/>
              <a:gd name="connsiteY0-78" fmla="*/ 0 h 1182837"/>
              <a:gd name="connsiteX1-79" fmla="*/ 0 w 1325381"/>
              <a:gd name="connsiteY1-80" fmla="*/ 0 h 1182837"/>
              <a:gd name="connsiteX2-81" fmla="*/ 1323221 w 1325381"/>
              <a:gd name="connsiteY2-82" fmla="*/ 0 h 1182837"/>
              <a:gd name="connsiteX3-83" fmla="*/ 1323221 w 1325381"/>
              <a:gd name="connsiteY3-84" fmla="*/ 0 h 1182837"/>
              <a:gd name="connsiteX4-85" fmla="*/ 1325381 w 1325381"/>
              <a:gd name="connsiteY4-86" fmla="*/ 681152 h 1182837"/>
              <a:gd name="connsiteX5-87" fmla="*/ 927378 w 1325381"/>
              <a:gd name="connsiteY5-88" fmla="*/ 1179233 h 1182837"/>
              <a:gd name="connsiteX6-89" fmla="*/ 0 w 1325381"/>
              <a:gd name="connsiteY6-90" fmla="*/ 1182837 h 1182837"/>
              <a:gd name="connsiteX7-91" fmla="*/ 0 w 1325381"/>
              <a:gd name="connsiteY7-92" fmla="*/ 1182837 h 1182837"/>
              <a:gd name="connsiteX8-93" fmla="*/ 0 w 1325381"/>
              <a:gd name="connsiteY8-94" fmla="*/ 0 h 1182837"/>
              <a:gd name="connsiteX0-95" fmla="*/ 0 w 1325381"/>
              <a:gd name="connsiteY0-96" fmla="*/ 0 h 1182837"/>
              <a:gd name="connsiteX1-97" fmla="*/ 0 w 1325381"/>
              <a:gd name="connsiteY1-98" fmla="*/ 0 h 1182837"/>
              <a:gd name="connsiteX2-99" fmla="*/ 1323221 w 1325381"/>
              <a:gd name="connsiteY2-100" fmla="*/ 0 h 1182837"/>
              <a:gd name="connsiteX3-101" fmla="*/ 1323221 w 1325381"/>
              <a:gd name="connsiteY3-102" fmla="*/ 0 h 1182837"/>
              <a:gd name="connsiteX4-103" fmla="*/ 1325381 w 1325381"/>
              <a:gd name="connsiteY4-104" fmla="*/ 681152 h 1182837"/>
              <a:gd name="connsiteX5-105" fmla="*/ 927378 w 1325381"/>
              <a:gd name="connsiteY5-106" fmla="*/ 1179233 h 1182837"/>
              <a:gd name="connsiteX6-107" fmla="*/ 0 w 1325381"/>
              <a:gd name="connsiteY6-108" fmla="*/ 1182837 h 1182837"/>
              <a:gd name="connsiteX7-109" fmla="*/ 0 w 1325381"/>
              <a:gd name="connsiteY7-110" fmla="*/ 1182837 h 1182837"/>
              <a:gd name="connsiteX8-111" fmla="*/ 0 w 1325381"/>
              <a:gd name="connsiteY8-112" fmla="*/ 0 h 1182837"/>
              <a:gd name="connsiteX0-113" fmla="*/ 0 w 1325381"/>
              <a:gd name="connsiteY0-114" fmla="*/ 0 h 1182837"/>
              <a:gd name="connsiteX1-115" fmla="*/ 0 w 1325381"/>
              <a:gd name="connsiteY1-116" fmla="*/ 0 h 1182837"/>
              <a:gd name="connsiteX2-117" fmla="*/ 1323221 w 1325381"/>
              <a:gd name="connsiteY2-118" fmla="*/ 0 h 1182837"/>
              <a:gd name="connsiteX3-119" fmla="*/ 1323221 w 1325381"/>
              <a:gd name="connsiteY3-120" fmla="*/ 0 h 1182837"/>
              <a:gd name="connsiteX4-121" fmla="*/ 1325381 w 1325381"/>
              <a:gd name="connsiteY4-122" fmla="*/ 681152 h 1182837"/>
              <a:gd name="connsiteX5-123" fmla="*/ 927378 w 1325381"/>
              <a:gd name="connsiteY5-124" fmla="*/ 1179233 h 1182837"/>
              <a:gd name="connsiteX6-125" fmla="*/ 0 w 1325381"/>
              <a:gd name="connsiteY6-126" fmla="*/ 1182837 h 1182837"/>
              <a:gd name="connsiteX7-127" fmla="*/ 0 w 1325381"/>
              <a:gd name="connsiteY7-128" fmla="*/ 1182837 h 1182837"/>
              <a:gd name="connsiteX8-129" fmla="*/ 0 w 1325381"/>
              <a:gd name="connsiteY8-130" fmla="*/ 0 h 1182837"/>
              <a:gd name="connsiteX0-131" fmla="*/ 0 w 1325381"/>
              <a:gd name="connsiteY0-132" fmla="*/ 0 h 1182837"/>
              <a:gd name="connsiteX1-133" fmla="*/ 0 w 1325381"/>
              <a:gd name="connsiteY1-134" fmla="*/ 0 h 1182837"/>
              <a:gd name="connsiteX2-135" fmla="*/ 1323221 w 1325381"/>
              <a:gd name="connsiteY2-136" fmla="*/ 0 h 1182837"/>
              <a:gd name="connsiteX3-137" fmla="*/ 1323221 w 1325381"/>
              <a:gd name="connsiteY3-138" fmla="*/ 0 h 1182837"/>
              <a:gd name="connsiteX4-139" fmla="*/ 1325381 w 1325381"/>
              <a:gd name="connsiteY4-140" fmla="*/ 681152 h 1182837"/>
              <a:gd name="connsiteX5-141" fmla="*/ 927378 w 1325381"/>
              <a:gd name="connsiteY5-142" fmla="*/ 1179233 h 1182837"/>
              <a:gd name="connsiteX6-143" fmla="*/ 0 w 1325381"/>
              <a:gd name="connsiteY6-144" fmla="*/ 1182837 h 1182837"/>
              <a:gd name="connsiteX7-145" fmla="*/ 0 w 1325381"/>
              <a:gd name="connsiteY7-146" fmla="*/ 1182837 h 1182837"/>
              <a:gd name="connsiteX8-147" fmla="*/ 0 w 1325381"/>
              <a:gd name="connsiteY8-148" fmla="*/ 0 h 1182837"/>
              <a:gd name="connsiteX0-149" fmla="*/ 0 w 1325381"/>
              <a:gd name="connsiteY0-150" fmla="*/ 0 h 1182837"/>
              <a:gd name="connsiteX1-151" fmla="*/ 0 w 1325381"/>
              <a:gd name="connsiteY1-152" fmla="*/ 0 h 1182837"/>
              <a:gd name="connsiteX2-153" fmla="*/ 1323221 w 1325381"/>
              <a:gd name="connsiteY2-154" fmla="*/ 0 h 1182837"/>
              <a:gd name="connsiteX3-155" fmla="*/ 1323221 w 1325381"/>
              <a:gd name="connsiteY3-156" fmla="*/ 0 h 1182837"/>
              <a:gd name="connsiteX4-157" fmla="*/ 1325381 w 1325381"/>
              <a:gd name="connsiteY4-158" fmla="*/ 681152 h 1182837"/>
              <a:gd name="connsiteX5-159" fmla="*/ 927378 w 1325381"/>
              <a:gd name="connsiteY5-160" fmla="*/ 1179233 h 1182837"/>
              <a:gd name="connsiteX6-161" fmla="*/ 0 w 1325381"/>
              <a:gd name="connsiteY6-162" fmla="*/ 1182837 h 1182837"/>
              <a:gd name="connsiteX7-163" fmla="*/ 0 w 1325381"/>
              <a:gd name="connsiteY7-164" fmla="*/ 1182837 h 1182837"/>
              <a:gd name="connsiteX8-165" fmla="*/ 0 w 1325381"/>
              <a:gd name="connsiteY8-166" fmla="*/ 0 h 1182837"/>
              <a:gd name="connsiteX0-167" fmla="*/ 0 w 1325381"/>
              <a:gd name="connsiteY0-168" fmla="*/ 0 h 1182837"/>
              <a:gd name="connsiteX1-169" fmla="*/ 0 w 1325381"/>
              <a:gd name="connsiteY1-170" fmla="*/ 0 h 1182837"/>
              <a:gd name="connsiteX2-171" fmla="*/ 1323221 w 1325381"/>
              <a:gd name="connsiteY2-172" fmla="*/ 0 h 1182837"/>
              <a:gd name="connsiteX3-173" fmla="*/ 1323221 w 1325381"/>
              <a:gd name="connsiteY3-174" fmla="*/ 0 h 1182837"/>
              <a:gd name="connsiteX4-175" fmla="*/ 1325381 w 1325381"/>
              <a:gd name="connsiteY4-176" fmla="*/ 681152 h 1182837"/>
              <a:gd name="connsiteX5-177" fmla="*/ 927378 w 1325381"/>
              <a:gd name="connsiteY5-178" fmla="*/ 1179233 h 1182837"/>
              <a:gd name="connsiteX6-179" fmla="*/ 0 w 1325381"/>
              <a:gd name="connsiteY6-180" fmla="*/ 1182837 h 1182837"/>
              <a:gd name="connsiteX7-181" fmla="*/ 0 w 1325381"/>
              <a:gd name="connsiteY7-182" fmla="*/ 1182837 h 1182837"/>
              <a:gd name="connsiteX8-183" fmla="*/ 0 w 1325381"/>
              <a:gd name="connsiteY8-184" fmla="*/ 0 h 1182837"/>
              <a:gd name="connsiteX0-185" fmla="*/ 0 w 1325381"/>
              <a:gd name="connsiteY0-186" fmla="*/ 0 h 1182837"/>
              <a:gd name="connsiteX1-187" fmla="*/ 0 w 1325381"/>
              <a:gd name="connsiteY1-188" fmla="*/ 0 h 1182837"/>
              <a:gd name="connsiteX2-189" fmla="*/ 1323221 w 1325381"/>
              <a:gd name="connsiteY2-190" fmla="*/ 0 h 1182837"/>
              <a:gd name="connsiteX3-191" fmla="*/ 1323221 w 1325381"/>
              <a:gd name="connsiteY3-192" fmla="*/ 0 h 1182837"/>
              <a:gd name="connsiteX4-193" fmla="*/ 1325381 w 1325381"/>
              <a:gd name="connsiteY4-194" fmla="*/ 681152 h 1182837"/>
              <a:gd name="connsiteX5-195" fmla="*/ 927378 w 1325381"/>
              <a:gd name="connsiteY5-196" fmla="*/ 1179233 h 1182837"/>
              <a:gd name="connsiteX6-197" fmla="*/ 0 w 1325381"/>
              <a:gd name="connsiteY6-198" fmla="*/ 1182837 h 1182837"/>
              <a:gd name="connsiteX7-199" fmla="*/ 0 w 1325381"/>
              <a:gd name="connsiteY7-200" fmla="*/ 1182837 h 1182837"/>
              <a:gd name="connsiteX8-201" fmla="*/ 0 w 1325381"/>
              <a:gd name="connsiteY8-202" fmla="*/ 0 h 1182837"/>
              <a:gd name="connsiteX0-203" fmla="*/ 0 w 1325381"/>
              <a:gd name="connsiteY0-204" fmla="*/ 0 h 1182837"/>
              <a:gd name="connsiteX1-205" fmla="*/ 0 w 1325381"/>
              <a:gd name="connsiteY1-206" fmla="*/ 0 h 1182837"/>
              <a:gd name="connsiteX2-207" fmla="*/ 1323221 w 1325381"/>
              <a:gd name="connsiteY2-208" fmla="*/ 0 h 1182837"/>
              <a:gd name="connsiteX3-209" fmla="*/ 1323221 w 1325381"/>
              <a:gd name="connsiteY3-210" fmla="*/ 0 h 1182837"/>
              <a:gd name="connsiteX4-211" fmla="*/ 1325381 w 1325381"/>
              <a:gd name="connsiteY4-212" fmla="*/ 681152 h 1182837"/>
              <a:gd name="connsiteX5-213" fmla="*/ 927378 w 1325381"/>
              <a:gd name="connsiteY5-214" fmla="*/ 1179233 h 1182837"/>
              <a:gd name="connsiteX6-215" fmla="*/ 0 w 1325381"/>
              <a:gd name="connsiteY6-216" fmla="*/ 1182837 h 1182837"/>
              <a:gd name="connsiteX7-217" fmla="*/ 0 w 1325381"/>
              <a:gd name="connsiteY7-218" fmla="*/ 1182837 h 1182837"/>
              <a:gd name="connsiteX8-219" fmla="*/ 0 w 1325381"/>
              <a:gd name="connsiteY8-220" fmla="*/ 0 h 1182837"/>
              <a:gd name="connsiteX0-221" fmla="*/ 0 w 1325381"/>
              <a:gd name="connsiteY0-222" fmla="*/ 0 h 1182837"/>
              <a:gd name="connsiteX1-223" fmla="*/ 0 w 1325381"/>
              <a:gd name="connsiteY1-224" fmla="*/ 0 h 1182837"/>
              <a:gd name="connsiteX2-225" fmla="*/ 1323221 w 1325381"/>
              <a:gd name="connsiteY2-226" fmla="*/ 0 h 1182837"/>
              <a:gd name="connsiteX3-227" fmla="*/ 1323221 w 1325381"/>
              <a:gd name="connsiteY3-228" fmla="*/ 0 h 1182837"/>
              <a:gd name="connsiteX4-229" fmla="*/ 1325381 w 1325381"/>
              <a:gd name="connsiteY4-230" fmla="*/ 681152 h 1182837"/>
              <a:gd name="connsiteX5-231" fmla="*/ 927378 w 1325381"/>
              <a:gd name="connsiteY5-232" fmla="*/ 1179233 h 1182837"/>
              <a:gd name="connsiteX6-233" fmla="*/ 747962 w 1325381"/>
              <a:gd name="connsiteY6-234" fmla="*/ 1181917 h 1182837"/>
              <a:gd name="connsiteX7-235" fmla="*/ 0 w 1325381"/>
              <a:gd name="connsiteY7-236" fmla="*/ 1182837 h 1182837"/>
              <a:gd name="connsiteX8-237" fmla="*/ 0 w 1325381"/>
              <a:gd name="connsiteY8-238" fmla="*/ 1182837 h 1182837"/>
              <a:gd name="connsiteX9-239" fmla="*/ 0 w 1325381"/>
              <a:gd name="connsiteY9-240" fmla="*/ 0 h 1182837"/>
              <a:gd name="connsiteX0-241" fmla="*/ 0 w 1325381"/>
              <a:gd name="connsiteY0-242" fmla="*/ 0 h 1182837"/>
              <a:gd name="connsiteX1-243" fmla="*/ 0 w 1325381"/>
              <a:gd name="connsiteY1-244" fmla="*/ 0 h 1182837"/>
              <a:gd name="connsiteX2-245" fmla="*/ 1323221 w 1325381"/>
              <a:gd name="connsiteY2-246" fmla="*/ 0 h 1182837"/>
              <a:gd name="connsiteX3-247" fmla="*/ 1323221 w 1325381"/>
              <a:gd name="connsiteY3-248" fmla="*/ 0 h 1182837"/>
              <a:gd name="connsiteX4-249" fmla="*/ 1325381 w 1325381"/>
              <a:gd name="connsiteY4-250" fmla="*/ 681152 h 1182837"/>
              <a:gd name="connsiteX5-251" fmla="*/ 747962 w 1325381"/>
              <a:gd name="connsiteY5-252" fmla="*/ 1181917 h 1182837"/>
              <a:gd name="connsiteX6-253" fmla="*/ 0 w 1325381"/>
              <a:gd name="connsiteY6-254" fmla="*/ 1182837 h 1182837"/>
              <a:gd name="connsiteX7-255" fmla="*/ 0 w 1325381"/>
              <a:gd name="connsiteY7-256" fmla="*/ 1182837 h 1182837"/>
              <a:gd name="connsiteX8-257" fmla="*/ 0 w 1325381"/>
              <a:gd name="connsiteY8-258" fmla="*/ 0 h 1182837"/>
              <a:gd name="connsiteX0-259" fmla="*/ 0 w 1325381"/>
              <a:gd name="connsiteY0-260" fmla="*/ 0 h 1182837"/>
              <a:gd name="connsiteX1-261" fmla="*/ 0 w 1325381"/>
              <a:gd name="connsiteY1-262" fmla="*/ 0 h 1182837"/>
              <a:gd name="connsiteX2-263" fmla="*/ 1323221 w 1325381"/>
              <a:gd name="connsiteY2-264" fmla="*/ 0 h 1182837"/>
              <a:gd name="connsiteX3-265" fmla="*/ 1323221 w 1325381"/>
              <a:gd name="connsiteY3-266" fmla="*/ 0 h 1182837"/>
              <a:gd name="connsiteX4-267" fmla="*/ 1325381 w 1325381"/>
              <a:gd name="connsiteY4-268" fmla="*/ 681152 h 1182837"/>
              <a:gd name="connsiteX5-269" fmla="*/ 747962 w 1325381"/>
              <a:gd name="connsiteY5-270" fmla="*/ 1181917 h 1182837"/>
              <a:gd name="connsiteX6-271" fmla="*/ 0 w 1325381"/>
              <a:gd name="connsiteY6-272" fmla="*/ 1182837 h 1182837"/>
              <a:gd name="connsiteX7-273" fmla="*/ 0 w 1325381"/>
              <a:gd name="connsiteY7-274" fmla="*/ 1182837 h 1182837"/>
              <a:gd name="connsiteX8-275" fmla="*/ 0 w 1325381"/>
              <a:gd name="connsiteY8-276" fmla="*/ 0 h 1182837"/>
              <a:gd name="connsiteX0-277" fmla="*/ 0 w 1325381"/>
              <a:gd name="connsiteY0-278" fmla="*/ 0 h 1182837"/>
              <a:gd name="connsiteX1-279" fmla="*/ 0 w 1325381"/>
              <a:gd name="connsiteY1-280" fmla="*/ 0 h 1182837"/>
              <a:gd name="connsiteX2-281" fmla="*/ 1323221 w 1325381"/>
              <a:gd name="connsiteY2-282" fmla="*/ 0 h 1182837"/>
              <a:gd name="connsiteX3-283" fmla="*/ 1323221 w 1325381"/>
              <a:gd name="connsiteY3-284" fmla="*/ 0 h 1182837"/>
              <a:gd name="connsiteX4-285" fmla="*/ 1325381 w 1325381"/>
              <a:gd name="connsiteY4-286" fmla="*/ 681152 h 1182837"/>
              <a:gd name="connsiteX5-287" fmla="*/ 747962 w 1325381"/>
              <a:gd name="connsiteY5-288" fmla="*/ 1181917 h 1182837"/>
              <a:gd name="connsiteX6-289" fmla="*/ 0 w 1325381"/>
              <a:gd name="connsiteY6-290" fmla="*/ 1182837 h 1182837"/>
              <a:gd name="connsiteX7-291" fmla="*/ 0 w 1325381"/>
              <a:gd name="connsiteY7-292" fmla="*/ 1182837 h 1182837"/>
              <a:gd name="connsiteX8-293" fmla="*/ 0 w 1325381"/>
              <a:gd name="connsiteY8-294" fmla="*/ 0 h 11828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325381" h="1182837">
                <a:moveTo>
                  <a:pt x="0" y="0"/>
                </a:moveTo>
                <a:lnTo>
                  <a:pt x="0" y="0"/>
                </a:lnTo>
                <a:lnTo>
                  <a:pt x="1323221" y="0"/>
                </a:lnTo>
                <a:lnTo>
                  <a:pt x="1323221" y="0"/>
                </a:lnTo>
                <a:lnTo>
                  <a:pt x="1325381" y="681152"/>
                </a:lnTo>
                <a:cubicBezTo>
                  <a:pt x="1307444" y="901474"/>
                  <a:pt x="1082705" y="1151972"/>
                  <a:pt x="747962" y="1181917"/>
                </a:cubicBezTo>
                <a:lnTo>
                  <a:pt x="0" y="1182837"/>
                </a:lnTo>
                <a:lnTo>
                  <a:pt x="0" y="1182837"/>
                </a:lnTo>
                <a:lnTo>
                  <a:pt x="0" y="0"/>
                </a:lnTo>
                <a:close/>
              </a:path>
            </a:pathLst>
          </a:cu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任意多边形 9"/>
          <p:cNvSpPr/>
          <p:nvPr/>
        </p:nvSpPr>
        <p:spPr>
          <a:xfrm rot="2761155">
            <a:off x="5209346" y="2452672"/>
            <a:ext cx="1761471" cy="1848917"/>
          </a:xfrm>
          <a:custGeom>
            <a:avLst/>
            <a:gdLst>
              <a:gd name="connsiteX0" fmla="*/ 1174314 w 2348628"/>
              <a:gd name="connsiteY0" fmla="*/ 0 h 2465222"/>
              <a:gd name="connsiteX1" fmla="*/ 2348628 w 2348628"/>
              <a:gd name="connsiteY1" fmla="*/ 1334390 h 2465222"/>
              <a:gd name="connsiteX2" fmla="*/ 1811939 w 2348628"/>
              <a:gd name="connsiteY2" fmla="*/ 1334390 h 2465222"/>
              <a:gd name="connsiteX3" fmla="*/ 1807782 w 2348628"/>
              <a:gd name="connsiteY3" fmla="*/ 2465222 h 2465222"/>
              <a:gd name="connsiteX4" fmla="*/ 528461 w 2348628"/>
              <a:gd name="connsiteY4" fmla="*/ 2460520 h 2465222"/>
              <a:gd name="connsiteX5" fmla="*/ 532600 w 2348628"/>
              <a:gd name="connsiteY5" fmla="*/ 1334390 h 2465222"/>
              <a:gd name="connsiteX6" fmla="*/ 0 w 2348628"/>
              <a:gd name="connsiteY6" fmla="*/ 1334390 h 2465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48628" h="2465222">
                <a:moveTo>
                  <a:pt x="1174314" y="0"/>
                </a:moveTo>
                <a:lnTo>
                  <a:pt x="2348628" y="1334390"/>
                </a:lnTo>
                <a:lnTo>
                  <a:pt x="1811939" y="1334390"/>
                </a:lnTo>
                <a:lnTo>
                  <a:pt x="1807782" y="2465222"/>
                </a:lnTo>
                <a:lnTo>
                  <a:pt x="528461" y="2460520"/>
                </a:lnTo>
                <a:lnTo>
                  <a:pt x="532600" y="1334390"/>
                </a:lnTo>
                <a:lnTo>
                  <a:pt x="0" y="1334390"/>
                </a:lnTo>
                <a:close/>
              </a:path>
            </a:pathLst>
          </a:cu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矩形 10"/>
          <p:cNvSpPr/>
          <p:nvPr/>
        </p:nvSpPr>
        <p:spPr>
          <a:xfrm>
            <a:off x="1989149" y="2383619"/>
            <a:ext cx="1366956" cy="669412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5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 algn="ctr"/>
            <a:r>
              <a:rPr lang="en-US" altLang="zh-CN" sz="900" dirty="0">
                <a:solidFill>
                  <a:schemeClr val="bg2">
                    <a:lumMod val="25000"/>
                  </a:schemeClr>
                </a:solidFill>
              </a:rPr>
              <a:t>Lorem ipsum dolor sit amet, consectetuer </a:t>
            </a:r>
            <a:r>
              <a:rPr lang="en-US" altLang="zh-CN" sz="900" dirty="0" err="1">
                <a:solidFill>
                  <a:schemeClr val="bg2">
                    <a:lumMod val="25000"/>
                  </a:schemeClr>
                </a:solidFill>
              </a:rPr>
              <a:t>adipiscing</a:t>
            </a:r>
            <a:r>
              <a:rPr lang="en-US" altLang="zh-CN" sz="9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zh-CN" sz="900" dirty="0" err="1">
                <a:solidFill>
                  <a:schemeClr val="bg2">
                    <a:lumMod val="25000"/>
                  </a:schemeClr>
                </a:solidFill>
              </a:rPr>
              <a:t>elit</a:t>
            </a:r>
            <a:r>
              <a:rPr lang="en-US" altLang="zh-CN" sz="90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</p:txBody>
      </p:sp>
      <p:sp>
        <p:nvSpPr>
          <p:cNvPr id="12" name="矩形 11"/>
          <p:cNvSpPr/>
          <p:nvPr/>
        </p:nvSpPr>
        <p:spPr>
          <a:xfrm>
            <a:off x="3586012" y="2383619"/>
            <a:ext cx="1366956" cy="669412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5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 algn="ctr"/>
            <a:r>
              <a:rPr lang="en-US" altLang="zh-CN" sz="900" dirty="0">
                <a:solidFill>
                  <a:schemeClr val="bg2">
                    <a:lumMod val="25000"/>
                  </a:schemeClr>
                </a:solidFill>
              </a:rPr>
              <a:t>Lorem ipsum dolor sit amet, consectetuer </a:t>
            </a:r>
            <a:r>
              <a:rPr lang="en-US" altLang="zh-CN" sz="900" dirty="0" err="1">
                <a:solidFill>
                  <a:schemeClr val="bg2">
                    <a:lumMod val="25000"/>
                  </a:schemeClr>
                </a:solidFill>
              </a:rPr>
              <a:t>adipiscing</a:t>
            </a:r>
            <a:r>
              <a:rPr lang="en-US" altLang="zh-CN" sz="9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zh-CN" sz="900" dirty="0" err="1">
                <a:solidFill>
                  <a:schemeClr val="bg2">
                    <a:lumMod val="25000"/>
                  </a:schemeClr>
                </a:solidFill>
              </a:rPr>
              <a:t>elit</a:t>
            </a:r>
            <a:r>
              <a:rPr lang="en-US" altLang="zh-CN" sz="90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</p:txBody>
      </p:sp>
      <p:sp>
        <p:nvSpPr>
          <p:cNvPr id="13" name="矩形 12"/>
          <p:cNvSpPr/>
          <p:nvPr/>
        </p:nvSpPr>
        <p:spPr>
          <a:xfrm>
            <a:off x="4321813" y="5042414"/>
            <a:ext cx="1366956" cy="669412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5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 algn="ctr"/>
            <a:r>
              <a:rPr lang="en-US" altLang="zh-CN" sz="900" dirty="0">
                <a:solidFill>
                  <a:schemeClr val="bg2">
                    <a:lumMod val="25000"/>
                  </a:schemeClr>
                </a:solidFill>
              </a:rPr>
              <a:t>Lorem ipsum dolor sit amet, consectetuer </a:t>
            </a:r>
            <a:r>
              <a:rPr lang="en-US" altLang="zh-CN" sz="900" dirty="0" err="1">
                <a:solidFill>
                  <a:schemeClr val="bg2">
                    <a:lumMod val="25000"/>
                  </a:schemeClr>
                </a:solidFill>
              </a:rPr>
              <a:t>adipiscing</a:t>
            </a:r>
            <a:r>
              <a:rPr lang="en-US" altLang="zh-CN" sz="9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zh-CN" sz="900" dirty="0" err="1">
                <a:solidFill>
                  <a:schemeClr val="bg2">
                    <a:lumMod val="25000"/>
                  </a:schemeClr>
                </a:solidFill>
              </a:rPr>
              <a:t>elit</a:t>
            </a:r>
            <a:r>
              <a:rPr lang="en-US" altLang="zh-CN" sz="90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</p:txBody>
      </p:sp>
      <p:sp>
        <p:nvSpPr>
          <p:cNvPr id="14" name="矩形 13"/>
          <p:cNvSpPr/>
          <p:nvPr/>
        </p:nvSpPr>
        <p:spPr>
          <a:xfrm>
            <a:off x="2861237" y="5042414"/>
            <a:ext cx="1366956" cy="669412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5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 algn="ctr"/>
            <a:r>
              <a:rPr lang="en-US" altLang="zh-CN" sz="900" dirty="0">
                <a:solidFill>
                  <a:schemeClr val="bg2">
                    <a:lumMod val="25000"/>
                  </a:schemeClr>
                </a:solidFill>
              </a:rPr>
              <a:t>Lorem ipsum dolor sit amet, consectetuer </a:t>
            </a:r>
            <a:r>
              <a:rPr lang="en-US" altLang="zh-CN" sz="900" dirty="0" err="1">
                <a:solidFill>
                  <a:schemeClr val="bg2">
                    <a:lumMod val="25000"/>
                  </a:schemeClr>
                </a:solidFill>
              </a:rPr>
              <a:t>adipiscing</a:t>
            </a:r>
            <a:r>
              <a:rPr lang="en-US" altLang="zh-CN" sz="9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zh-CN" sz="900" dirty="0" err="1">
                <a:solidFill>
                  <a:schemeClr val="bg2">
                    <a:lumMod val="25000"/>
                  </a:schemeClr>
                </a:solidFill>
              </a:rPr>
              <a:t>elit</a:t>
            </a:r>
            <a:r>
              <a:rPr lang="en-US" altLang="zh-CN" sz="90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</p:txBody>
      </p:sp>
      <p:grpSp>
        <p:nvGrpSpPr>
          <p:cNvPr id="17" name="组合 16"/>
          <p:cNvGrpSpPr>
            <a:grpSpLocks noChangeAspect="1"/>
          </p:cNvGrpSpPr>
          <p:nvPr/>
        </p:nvGrpSpPr>
        <p:grpSpPr>
          <a:xfrm>
            <a:off x="2472761" y="3459008"/>
            <a:ext cx="444736" cy="405000"/>
            <a:chOff x="1549401" y="1663700"/>
            <a:chExt cx="461963" cy="420688"/>
          </a:xfrm>
          <a:solidFill>
            <a:schemeClr val="bg1"/>
          </a:solidFill>
        </p:grpSpPr>
        <p:sp>
          <p:nvSpPr>
            <p:cNvPr id="18" name="Freeform 299"/>
            <p:cNvSpPr/>
            <p:nvPr/>
          </p:nvSpPr>
          <p:spPr bwMode="auto">
            <a:xfrm>
              <a:off x="1903414" y="1873250"/>
              <a:ext cx="25400" cy="30163"/>
            </a:xfrm>
            <a:custGeom>
              <a:avLst/>
              <a:gdLst>
                <a:gd name="T0" fmla="*/ 3 w 7"/>
                <a:gd name="T1" fmla="*/ 0 h 8"/>
                <a:gd name="T2" fmla="*/ 0 w 7"/>
                <a:gd name="T3" fmla="*/ 3 h 8"/>
                <a:gd name="T4" fmla="*/ 0 w 7"/>
                <a:gd name="T5" fmla="*/ 8 h 8"/>
                <a:gd name="T6" fmla="*/ 2 w 7"/>
                <a:gd name="T7" fmla="*/ 8 h 8"/>
                <a:gd name="T8" fmla="*/ 7 w 7"/>
                <a:gd name="T9" fmla="*/ 3 h 8"/>
                <a:gd name="T10" fmla="*/ 3 w 7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8">
                  <a:moveTo>
                    <a:pt x="3" y="0"/>
                  </a:moveTo>
                  <a:cubicBezTo>
                    <a:pt x="1" y="0"/>
                    <a:pt x="0" y="2"/>
                    <a:pt x="0" y="3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6" y="1"/>
                    <a:pt x="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/>
            </a:p>
          </p:txBody>
        </p:sp>
        <p:sp>
          <p:nvSpPr>
            <p:cNvPr id="19" name="Freeform 300"/>
            <p:cNvSpPr>
              <a:spLocks noEditPoints="1"/>
            </p:cNvSpPr>
            <p:nvPr/>
          </p:nvSpPr>
          <p:spPr bwMode="auto">
            <a:xfrm>
              <a:off x="1549401" y="1663700"/>
              <a:ext cx="420688" cy="420688"/>
            </a:xfrm>
            <a:custGeom>
              <a:avLst/>
              <a:gdLst>
                <a:gd name="T0" fmla="*/ 74 w 112"/>
                <a:gd name="T1" fmla="*/ 64 h 112"/>
                <a:gd name="T2" fmla="*/ 74 w 112"/>
                <a:gd name="T3" fmla="*/ 59 h 112"/>
                <a:gd name="T4" fmla="*/ 97 w 112"/>
                <a:gd name="T5" fmla="*/ 36 h 112"/>
                <a:gd name="T6" fmla="*/ 112 w 112"/>
                <a:gd name="T7" fmla="*/ 41 h 112"/>
                <a:gd name="T8" fmla="*/ 110 w 112"/>
                <a:gd name="T9" fmla="*/ 38 h 112"/>
                <a:gd name="T10" fmla="*/ 75 w 112"/>
                <a:gd name="T11" fmla="*/ 3 h 112"/>
                <a:gd name="T12" fmla="*/ 63 w 112"/>
                <a:gd name="T13" fmla="*/ 3 h 112"/>
                <a:gd name="T14" fmla="*/ 4 w 112"/>
                <a:gd name="T15" fmla="*/ 62 h 112"/>
                <a:gd name="T16" fmla="*/ 4 w 112"/>
                <a:gd name="T17" fmla="*/ 74 h 112"/>
                <a:gd name="T18" fmla="*/ 39 w 112"/>
                <a:gd name="T19" fmla="*/ 109 h 112"/>
                <a:gd name="T20" fmla="*/ 51 w 112"/>
                <a:gd name="T21" fmla="*/ 109 h 112"/>
                <a:gd name="T22" fmla="*/ 66 w 112"/>
                <a:gd name="T23" fmla="*/ 93 h 112"/>
                <a:gd name="T24" fmla="*/ 66 w 112"/>
                <a:gd name="T25" fmla="*/ 89 h 112"/>
                <a:gd name="T26" fmla="*/ 68 w 112"/>
                <a:gd name="T27" fmla="*/ 82 h 112"/>
                <a:gd name="T28" fmla="*/ 66 w 112"/>
                <a:gd name="T29" fmla="*/ 75 h 112"/>
                <a:gd name="T30" fmla="*/ 74 w 112"/>
                <a:gd name="T31" fmla="*/ 64 h 112"/>
                <a:gd name="T32" fmla="*/ 26 w 112"/>
                <a:gd name="T33" fmla="*/ 90 h 112"/>
                <a:gd name="T34" fmla="*/ 25 w 112"/>
                <a:gd name="T35" fmla="*/ 88 h 112"/>
                <a:gd name="T36" fmla="*/ 54 w 112"/>
                <a:gd name="T37" fmla="*/ 59 h 112"/>
                <a:gd name="T38" fmla="*/ 56 w 112"/>
                <a:gd name="T39" fmla="*/ 59 h 112"/>
                <a:gd name="T40" fmla="*/ 56 w 112"/>
                <a:gd name="T41" fmla="*/ 61 h 112"/>
                <a:gd name="T42" fmla="*/ 27 w 112"/>
                <a:gd name="T43" fmla="*/ 90 h 112"/>
                <a:gd name="T44" fmla="*/ 26 w 112"/>
                <a:gd name="T45" fmla="*/ 90 h 112"/>
                <a:gd name="T46" fmla="*/ 55 w 112"/>
                <a:gd name="T47" fmla="*/ 84 h 112"/>
                <a:gd name="T48" fmla="*/ 38 w 112"/>
                <a:gd name="T49" fmla="*/ 101 h 112"/>
                <a:gd name="T50" fmla="*/ 36 w 112"/>
                <a:gd name="T51" fmla="*/ 100 h 112"/>
                <a:gd name="T52" fmla="*/ 36 w 112"/>
                <a:gd name="T53" fmla="*/ 99 h 112"/>
                <a:gd name="T54" fmla="*/ 53 w 112"/>
                <a:gd name="T55" fmla="*/ 81 h 112"/>
                <a:gd name="T56" fmla="*/ 55 w 112"/>
                <a:gd name="T57" fmla="*/ 82 h 112"/>
                <a:gd name="T58" fmla="*/ 55 w 112"/>
                <a:gd name="T59" fmla="*/ 84 h 112"/>
                <a:gd name="T60" fmla="*/ 59 w 112"/>
                <a:gd name="T61" fmla="*/ 69 h 112"/>
                <a:gd name="T62" fmla="*/ 33 w 112"/>
                <a:gd name="T63" fmla="*/ 95 h 112"/>
                <a:gd name="T64" fmla="*/ 31 w 112"/>
                <a:gd name="T65" fmla="*/ 95 h 112"/>
                <a:gd name="T66" fmla="*/ 31 w 112"/>
                <a:gd name="T67" fmla="*/ 93 h 112"/>
                <a:gd name="T68" fmla="*/ 57 w 112"/>
                <a:gd name="T69" fmla="*/ 67 h 112"/>
                <a:gd name="T70" fmla="*/ 59 w 112"/>
                <a:gd name="T71" fmla="*/ 67 h 112"/>
                <a:gd name="T72" fmla="*/ 59 w 112"/>
                <a:gd name="T73" fmla="*/ 69 h 112"/>
                <a:gd name="T74" fmla="*/ 20 w 112"/>
                <a:gd name="T75" fmla="*/ 80 h 112"/>
                <a:gd name="T76" fmla="*/ 16 w 112"/>
                <a:gd name="T77" fmla="*/ 80 h 112"/>
                <a:gd name="T78" fmla="*/ 9 w 112"/>
                <a:gd name="T79" fmla="*/ 73 h 112"/>
                <a:gd name="T80" fmla="*/ 9 w 112"/>
                <a:gd name="T81" fmla="*/ 69 h 112"/>
                <a:gd name="T82" fmla="*/ 70 w 112"/>
                <a:gd name="T83" fmla="*/ 8 h 112"/>
                <a:gd name="T84" fmla="*/ 74 w 112"/>
                <a:gd name="T85" fmla="*/ 8 h 112"/>
                <a:gd name="T86" fmla="*/ 80 w 112"/>
                <a:gd name="T87" fmla="*/ 15 h 112"/>
                <a:gd name="T88" fmla="*/ 80 w 112"/>
                <a:gd name="T89" fmla="*/ 19 h 112"/>
                <a:gd name="T90" fmla="*/ 20 w 112"/>
                <a:gd name="T91" fmla="*/ 8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2" h="112">
                  <a:moveTo>
                    <a:pt x="74" y="64"/>
                  </a:moveTo>
                  <a:cubicBezTo>
                    <a:pt x="74" y="59"/>
                    <a:pt x="74" y="59"/>
                    <a:pt x="74" y="59"/>
                  </a:cubicBezTo>
                  <a:cubicBezTo>
                    <a:pt x="74" y="47"/>
                    <a:pt x="84" y="36"/>
                    <a:pt x="97" y="36"/>
                  </a:cubicBezTo>
                  <a:cubicBezTo>
                    <a:pt x="103" y="36"/>
                    <a:pt x="108" y="38"/>
                    <a:pt x="112" y="41"/>
                  </a:cubicBezTo>
                  <a:cubicBezTo>
                    <a:pt x="111" y="40"/>
                    <a:pt x="111" y="39"/>
                    <a:pt x="110" y="38"/>
                  </a:cubicBezTo>
                  <a:cubicBezTo>
                    <a:pt x="75" y="3"/>
                    <a:pt x="75" y="3"/>
                    <a:pt x="75" y="3"/>
                  </a:cubicBezTo>
                  <a:cubicBezTo>
                    <a:pt x="71" y="0"/>
                    <a:pt x="66" y="0"/>
                    <a:pt x="63" y="3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0" y="65"/>
                    <a:pt x="0" y="71"/>
                    <a:pt x="4" y="74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12"/>
                    <a:pt x="47" y="112"/>
                    <a:pt x="51" y="109"/>
                  </a:cubicBezTo>
                  <a:cubicBezTo>
                    <a:pt x="66" y="93"/>
                    <a:pt x="66" y="93"/>
                    <a:pt x="66" y="93"/>
                  </a:cubicBezTo>
                  <a:cubicBezTo>
                    <a:pt x="66" y="92"/>
                    <a:pt x="66" y="90"/>
                    <a:pt x="66" y="89"/>
                  </a:cubicBezTo>
                  <a:cubicBezTo>
                    <a:pt x="66" y="86"/>
                    <a:pt x="66" y="84"/>
                    <a:pt x="68" y="82"/>
                  </a:cubicBezTo>
                  <a:cubicBezTo>
                    <a:pt x="66" y="80"/>
                    <a:pt x="66" y="78"/>
                    <a:pt x="66" y="75"/>
                  </a:cubicBezTo>
                  <a:cubicBezTo>
                    <a:pt x="66" y="70"/>
                    <a:pt x="69" y="65"/>
                    <a:pt x="74" y="64"/>
                  </a:cubicBezTo>
                  <a:close/>
                  <a:moveTo>
                    <a:pt x="26" y="90"/>
                  </a:moveTo>
                  <a:cubicBezTo>
                    <a:pt x="25" y="89"/>
                    <a:pt x="25" y="88"/>
                    <a:pt x="25" y="88"/>
                  </a:cubicBezTo>
                  <a:cubicBezTo>
                    <a:pt x="54" y="59"/>
                    <a:pt x="54" y="59"/>
                    <a:pt x="54" y="59"/>
                  </a:cubicBezTo>
                  <a:cubicBezTo>
                    <a:pt x="55" y="59"/>
                    <a:pt x="55" y="59"/>
                    <a:pt x="56" y="59"/>
                  </a:cubicBezTo>
                  <a:cubicBezTo>
                    <a:pt x="56" y="60"/>
                    <a:pt x="57" y="61"/>
                    <a:pt x="56" y="61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27" y="90"/>
                    <a:pt x="26" y="90"/>
                    <a:pt x="26" y="90"/>
                  </a:cubicBezTo>
                  <a:close/>
                  <a:moveTo>
                    <a:pt x="55" y="84"/>
                  </a:moveTo>
                  <a:cubicBezTo>
                    <a:pt x="38" y="101"/>
                    <a:pt x="38" y="101"/>
                    <a:pt x="38" y="101"/>
                  </a:cubicBezTo>
                  <a:cubicBezTo>
                    <a:pt x="38" y="101"/>
                    <a:pt x="37" y="101"/>
                    <a:pt x="36" y="100"/>
                  </a:cubicBezTo>
                  <a:cubicBezTo>
                    <a:pt x="36" y="100"/>
                    <a:pt x="36" y="99"/>
                    <a:pt x="36" y="99"/>
                  </a:cubicBezTo>
                  <a:cubicBezTo>
                    <a:pt x="53" y="81"/>
                    <a:pt x="53" y="81"/>
                    <a:pt x="53" y="81"/>
                  </a:cubicBezTo>
                  <a:cubicBezTo>
                    <a:pt x="54" y="81"/>
                    <a:pt x="55" y="81"/>
                    <a:pt x="55" y="82"/>
                  </a:cubicBezTo>
                  <a:cubicBezTo>
                    <a:pt x="56" y="82"/>
                    <a:pt x="56" y="83"/>
                    <a:pt x="55" y="84"/>
                  </a:cubicBezTo>
                  <a:close/>
                  <a:moveTo>
                    <a:pt x="59" y="69"/>
                  </a:moveTo>
                  <a:cubicBezTo>
                    <a:pt x="33" y="95"/>
                    <a:pt x="33" y="95"/>
                    <a:pt x="33" y="95"/>
                  </a:cubicBezTo>
                  <a:cubicBezTo>
                    <a:pt x="32" y="96"/>
                    <a:pt x="32" y="96"/>
                    <a:pt x="31" y="95"/>
                  </a:cubicBezTo>
                  <a:cubicBezTo>
                    <a:pt x="30" y="94"/>
                    <a:pt x="30" y="94"/>
                    <a:pt x="31" y="93"/>
                  </a:cubicBezTo>
                  <a:cubicBezTo>
                    <a:pt x="57" y="67"/>
                    <a:pt x="57" y="67"/>
                    <a:pt x="57" y="67"/>
                  </a:cubicBezTo>
                  <a:cubicBezTo>
                    <a:pt x="58" y="66"/>
                    <a:pt x="58" y="66"/>
                    <a:pt x="59" y="67"/>
                  </a:cubicBezTo>
                  <a:cubicBezTo>
                    <a:pt x="60" y="68"/>
                    <a:pt x="60" y="68"/>
                    <a:pt x="59" y="69"/>
                  </a:cubicBezTo>
                  <a:close/>
                  <a:moveTo>
                    <a:pt x="20" y="80"/>
                  </a:moveTo>
                  <a:cubicBezTo>
                    <a:pt x="18" y="81"/>
                    <a:pt x="17" y="81"/>
                    <a:pt x="16" y="80"/>
                  </a:cubicBezTo>
                  <a:cubicBezTo>
                    <a:pt x="9" y="73"/>
                    <a:pt x="9" y="73"/>
                    <a:pt x="9" y="73"/>
                  </a:cubicBezTo>
                  <a:cubicBezTo>
                    <a:pt x="8" y="72"/>
                    <a:pt x="8" y="70"/>
                    <a:pt x="9" y="69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1" y="7"/>
                    <a:pt x="73" y="7"/>
                    <a:pt x="74" y="8"/>
                  </a:cubicBezTo>
                  <a:cubicBezTo>
                    <a:pt x="80" y="15"/>
                    <a:pt x="80" y="15"/>
                    <a:pt x="80" y="15"/>
                  </a:cubicBezTo>
                  <a:cubicBezTo>
                    <a:pt x="82" y="16"/>
                    <a:pt x="82" y="18"/>
                    <a:pt x="80" y="19"/>
                  </a:cubicBezTo>
                  <a:lnTo>
                    <a:pt x="20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/>
            </a:p>
          </p:txBody>
        </p:sp>
        <p:sp>
          <p:nvSpPr>
            <p:cNvPr id="20" name="Freeform 301"/>
            <p:cNvSpPr/>
            <p:nvPr/>
          </p:nvSpPr>
          <p:spPr bwMode="auto">
            <a:xfrm>
              <a:off x="1846264" y="1817688"/>
              <a:ext cx="139700" cy="96838"/>
            </a:xfrm>
            <a:custGeom>
              <a:avLst/>
              <a:gdLst>
                <a:gd name="T0" fmla="*/ 18 w 37"/>
                <a:gd name="T1" fmla="*/ 0 h 26"/>
                <a:gd name="T2" fmla="*/ 0 w 37"/>
                <a:gd name="T3" fmla="*/ 18 h 26"/>
                <a:gd name="T4" fmla="*/ 0 w 37"/>
                <a:gd name="T5" fmla="*/ 26 h 26"/>
                <a:gd name="T6" fmla="*/ 10 w 37"/>
                <a:gd name="T7" fmla="*/ 26 h 26"/>
                <a:gd name="T8" fmla="*/ 10 w 37"/>
                <a:gd name="T9" fmla="*/ 18 h 26"/>
                <a:gd name="T10" fmla="*/ 18 w 37"/>
                <a:gd name="T11" fmla="*/ 10 h 26"/>
                <a:gd name="T12" fmla="*/ 27 w 37"/>
                <a:gd name="T13" fmla="*/ 18 h 26"/>
                <a:gd name="T14" fmla="*/ 27 w 37"/>
                <a:gd name="T15" fmla="*/ 26 h 26"/>
                <a:gd name="T16" fmla="*/ 37 w 37"/>
                <a:gd name="T17" fmla="*/ 26 h 26"/>
                <a:gd name="T18" fmla="*/ 37 w 37"/>
                <a:gd name="T19" fmla="*/ 18 h 26"/>
                <a:gd name="T20" fmla="*/ 18 w 37"/>
                <a:gd name="T21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" h="26">
                  <a:moveTo>
                    <a:pt x="18" y="0"/>
                  </a:moveTo>
                  <a:cubicBezTo>
                    <a:pt x="8" y="0"/>
                    <a:pt x="0" y="8"/>
                    <a:pt x="0" y="1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4"/>
                    <a:pt x="14" y="10"/>
                    <a:pt x="18" y="10"/>
                  </a:cubicBezTo>
                  <a:cubicBezTo>
                    <a:pt x="23" y="10"/>
                    <a:pt x="27" y="14"/>
                    <a:pt x="27" y="18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8"/>
                    <a:pt x="28" y="0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/>
            </a:p>
          </p:txBody>
        </p:sp>
        <p:sp>
          <p:nvSpPr>
            <p:cNvPr id="21" name="Freeform 302"/>
            <p:cNvSpPr/>
            <p:nvPr/>
          </p:nvSpPr>
          <p:spPr bwMode="auto">
            <a:xfrm>
              <a:off x="1812926" y="1922463"/>
              <a:ext cx="198438" cy="44450"/>
            </a:xfrm>
            <a:custGeom>
              <a:avLst/>
              <a:gdLst>
                <a:gd name="T0" fmla="*/ 0 w 53"/>
                <a:gd name="T1" fmla="*/ 6 h 12"/>
                <a:gd name="T2" fmla="*/ 7 w 53"/>
                <a:gd name="T3" fmla="*/ 12 h 12"/>
                <a:gd name="T4" fmla="*/ 12 w 53"/>
                <a:gd name="T5" fmla="*/ 12 h 12"/>
                <a:gd name="T6" fmla="*/ 19 w 53"/>
                <a:gd name="T7" fmla="*/ 12 h 12"/>
                <a:gd name="T8" fmla="*/ 27 w 53"/>
                <a:gd name="T9" fmla="*/ 7 h 12"/>
                <a:gd name="T10" fmla="*/ 34 w 53"/>
                <a:gd name="T11" fmla="*/ 12 h 12"/>
                <a:gd name="T12" fmla="*/ 41 w 53"/>
                <a:gd name="T13" fmla="*/ 12 h 12"/>
                <a:gd name="T14" fmla="*/ 43 w 53"/>
                <a:gd name="T15" fmla="*/ 12 h 12"/>
                <a:gd name="T16" fmla="*/ 46 w 53"/>
                <a:gd name="T17" fmla="*/ 12 h 12"/>
                <a:gd name="T18" fmla="*/ 53 w 53"/>
                <a:gd name="T19" fmla="*/ 6 h 12"/>
                <a:gd name="T20" fmla="*/ 46 w 53"/>
                <a:gd name="T21" fmla="*/ 0 h 12"/>
                <a:gd name="T22" fmla="*/ 7 w 53"/>
                <a:gd name="T23" fmla="*/ 0 h 12"/>
                <a:gd name="T24" fmla="*/ 0 w 53"/>
                <a:gd name="T2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3" h="12">
                  <a:moveTo>
                    <a:pt x="0" y="6"/>
                  </a:moveTo>
                  <a:cubicBezTo>
                    <a:pt x="0" y="9"/>
                    <a:pt x="3" y="12"/>
                    <a:pt x="7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20" y="9"/>
                    <a:pt x="23" y="7"/>
                    <a:pt x="27" y="7"/>
                  </a:cubicBezTo>
                  <a:cubicBezTo>
                    <a:pt x="30" y="7"/>
                    <a:pt x="33" y="9"/>
                    <a:pt x="34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6" y="12"/>
                    <a:pt x="46" y="12"/>
                    <a:pt x="46" y="12"/>
                  </a:cubicBezTo>
                  <a:cubicBezTo>
                    <a:pt x="50" y="12"/>
                    <a:pt x="53" y="9"/>
                    <a:pt x="53" y="6"/>
                  </a:cubicBezTo>
                  <a:cubicBezTo>
                    <a:pt x="53" y="2"/>
                    <a:pt x="50" y="0"/>
                    <a:pt x="4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2"/>
                    <a:pt x="0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/>
            </a:p>
          </p:txBody>
        </p:sp>
        <p:sp>
          <p:nvSpPr>
            <p:cNvPr id="22" name="Freeform 303"/>
            <p:cNvSpPr/>
            <p:nvPr/>
          </p:nvSpPr>
          <p:spPr bwMode="auto">
            <a:xfrm>
              <a:off x="1928814" y="1971675"/>
              <a:ext cx="82550" cy="49213"/>
            </a:xfrm>
            <a:custGeom>
              <a:avLst/>
              <a:gdLst>
                <a:gd name="T0" fmla="*/ 15 w 22"/>
                <a:gd name="T1" fmla="*/ 0 h 13"/>
                <a:gd name="T2" fmla="*/ 14 w 22"/>
                <a:gd name="T3" fmla="*/ 0 h 13"/>
                <a:gd name="T4" fmla="*/ 11 w 22"/>
                <a:gd name="T5" fmla="*/ 0 h 13"/>
                <a:gd name="T6" fmla="*/ 3 w 22"/>
                <a:gd name="T7" fmla="*/ 0 h 13"/>
                <a:gd name="T8" fmla="*/ 3 w 22"/>
                <a:gd name="T9" fmla="*/ 1 h 13"/>
                <a:gd name="T10" fmla="*/ 0 w 22"/>
                <a:gd name="T11" fmla="*/ 7 h 13"/>
                <a:gd name="T12" fmla="*/ 0 w 22"/>
                <a:gd name="T13" fmla="*/ 13 h 13"/>
                <a:gd name="T14" fmla="*/ 11 w 22"/>
                <a:gd name="T15" fmla="*/ 13 h 13"/>
                <a:gd name="T16" fmla="*/ 14 w 22"/>
                <a:gd name="T17" fmla="*/ 13 h 13"/>
                <a:gd name="T18" fmla="*/ 15 w 22"/>
                <a:gd name="T19" fmla="*/ 13 h 13"/>
                <a:gd name="T20" fmla="*/ 22 w 22"/>
                <a:gd name="T21" fmla="*/ 7 h 13"/>
                <a:gd name="T22" fmla="*/ 15 w 22"/>
                <a:gd name="T2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2" h="13">
                  <a:moveTo>
                    <a:pt x="15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4"/>
                    <a:pt x="2" y="6"/>
                    <a:pt x="0" y="7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9" y="13"/>
                    <a:pt x="22" y="10"/>
                    <a:pt x="22" y="7"/>
                  </a:cubicBezTo>
                  <a:cubicBezTo>
                    <a:pt x="22" y="3"/>
                    <a:pt x="19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/>
            </a:p>
          </p:txBody>
        </p:sp>
        <p:sp>
          <p:nvSpPr>
            <p:cNvPr id="23" name="Freeform 304"/>
            <p:cNvSpPr/>
            <p:nvPr/>
          </p:nvSpPr>
          <p:spPr bwMode="auto">
            <a:xfrm>
              <a:off x="1812926" y="1971675"/>
              <a:ext cx="82550" cy="49213"/>
            </a:xfrm>
            <a:custGeom>
              <a:avLst/>
              <a:gdLst>
                <a:gd name="T0" fmla="*/ 11 w 22"/>
                <a:gd name="T1" fmla="*/ 0 h 13"/>
                <a:gd name="T2" fmla="*/ 9 w 22"/>
                <a:gd name="T3" fmla="*/ 0 h 13"/>
                <a:gd name="T4" fmla="*/ 7 w 22"/>
                <a:gd name="T5" fmla="*/ 0 h 13"/>
                <a:gd name="T6" fmla="*/ 0 w 22"/>
                <a:gd name="T7" fmla="*/ 7 h 13"/>
                <a:gd name="T8" fmla="*/ 7 w 22"/>
                <a:gd name="T9" fmla="*/ 13 h 13"/>
                <a:gd name="T10" fmla="*/ 9 w 22"/>
                <a:gd name="T11" fmla="*/ 13 h 13"/>
                <a:gd name="T12" fmla="*/ 11 w 22"/>
                <a:gd name="T13" fmla="*/ 13 h 13"/>
                <a:gd name="T14" fmla="*/ 22 w 22"/>
                <a:gd name="T15" fmla="*/ 13 h 13"/>
                <a:gd name="T16" fmla="*/ 22 w 22"/>
                <a:gd name="T17" fmla="*/ 7 h 13"/>
                <a:gd name="T18" fmla="*/ 19 w 22"/>
                <a:gd name="T19" fmla="*/ 1 h 13"/>
                <a:gd name="T20" fmla="*/ 19 w 22"/>
                <a:gd name="T21" fmla="*/ 0 h 13"/>
                <a:gd name="T22" fmla="*/ 11 w 22"/>
                <a:gd name="T2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2" h="13">
                  <a:moveTo>
                    <a:pt x="11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0"/>
                    <a:pt x="3" y="13"/>
                    <a:pt x="7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0" y="6"/>
                    <a:pt x="19" y="4"/>
                    <a:pt x="19" y="1"/>
                  </a:cubicBezTo>
                  <a:cubicBezTo>
                    <a:pt x="19" y="1"/>
                    <a:pt x="19" y="1"/>
                    <a:pt x="19" y="0"/>
                  </a:cubicBezTo>
                  <a:lnTo>
                    <a:pt x="1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/>
            </a:p>
          </p:txBody>
        </p:sp>
        <p:sp>
          <p:nvSpPr>
            <p:cNvPr id="24" name="Freeform 305"/>
            <p:cNvSpPr/>
            <p:nvPr/>
          </p:nvSpPr>
          <p:spPr bwMode="auto">
            <a:xfrm>
              <a:off x="1812926" y="2024063"/>
              <a:ext cx="198438" cy="49213"/>
            </a:xfrm>
            <a:custGeom>
              <a:avLst/>
              <a:gdLst>
                <a:gd name="T0" fmla="*/ 46 w 53"/>
                <a:gd name="T1" fmla="*/ 0 h 13"/>
                <a:gd name="T2" fmla="*/ 44 w 53"/>
                <a:gd name="T3" fmla="*/ 0 h 13"/>
                <a:gd name="T4" fmla="*/ 41 w 53"/>
                <a:gd name="T5" fmla="*/ 0 h 13"/>
                <a:gd name="T6" fmla="*/ 31 w 53"/>
                <a:gd name="T7" fmla="*/ 0 h 13"/>
                <a:gd name="T8" fmla="*/ 31 w 53"/>
                <a:gd name="T9" fmla="*/ 2 h 13"/>
                <a:gd name="T10" fmla="*/ 27 w 53"/>
                <a:gd name="T11" fmla="*/ 7 h 13"/>
                <a:gd name="T12" fmla="*/ 22 w 53"/>
                <a:gd name="T13" fmla="*/ 2 h 13"/>
                <a:gd name="T14" fmla="*/ 22 w 53"/>
                <a:gd name="T15" fmla="*/ 0 h 13"/>
                <a:gd name="T16" fmla="*/ 12 w 53"/>
                <a:gd name="T17" fmla="*/ 0 h 13"/>
                <a:gd name="T18" fmla="*/ 8 w 53"/>
                <a:gd name="T19" fmla="*/ 0 h 13"/>
                <a:gd name="T20" fmla="*/ 7 w 53"/>
                <a:gd name="T21" fmla="*/ 0 h 13"/>
                <a:gd name="T22" fmla="*/ 0 w 53"/>
                <a:gd name="T23" fmla="*/ 7 h 13"/>
                <a:gd name="T24" fmla="*/ 7 w 53"/>
                <a:gd name="T25" fmla="*/ 13 h 13"/>
                <a:gd name="T26" fmla="*/ 46 w 53"/>
                <a:gd name="T27" fmla="*/ 13 h 13"/>
                <a:gd name="T28" fmla="*/ 53 w 53"/>
                <a:gd name="T29" fmla="*/ 7 h 13"/>
                <a:gd name="T30" fmla="*/ 46 w 53"/>
                <a:gd name="T3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3" h="13">
                  <a:moveTo>
                    <a:pt x="46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1" y="5"/>
                    <a:pt x="29" y="7"/>
                    <a:pt x="27" y="7"/>
                  </a:cubicBezTo>
                  <a:cubicBezTo>
                    <a:pt x="24" y="7"/>
                    <a:pt x="22" y="5"/>
                    <a:pt x="22" y="2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0"/>
                    <a:pt x="3" y="13"/>
                    <a:pt x="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50" y="13"/>
                    <a:pt x="53" y="10"/>
                    <a:pt x="53" y="7"/>
                  </a:cubicBezTo>
                  <a:cubicBezTo>
                    <a:pt x="53" y="3"/>
                    <a:pt x="50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/>
            </a:p>
          </p:txBody>
        </p:sp>
      </p:grpSp>
      <p:grpSp>
        <p:nvGrpSpPr>
          <p:cNvPr id="25" name="组合 24"/>
          <p:cNvGrpSpPr>
            <a:grpSpLocks noChangeAspect="1"/>
          </p:cNvGrpSpPr>
          <p:nvPr/>
        </p:nvGrpSpPr>
        <p:grpSpPr>
          <a:xfrm>
            <a:off x="3280292" y="4161672"/>
            <a:ext cx="425948" cy="405000"/>
            <a:chOff x="3441701" y="1069975"/>
            <a:chExt cx="387351" cy="368301"/>
          </a:xfrm>
          <a:solidFill>
            <a:schemeClr val="bg1"/>
          </a:solidFill>
        </p:grpSpPr>
        <p:sp>
          <p:nvSpPr>
            <p:cNvPr id="26" name="Freeform 287"/>
            <p:cNvSpPr/>
            <p:nvPr/>
          </p:nvSpPr>
          <p:spPr bwMode="auto">
            <a:xfrm>
              <a:off x="3441701" y="1171575"/>
              <a:ext cx="131763" cy="228600"/>
            </a:xfrm>
            <a:custGeom>
              <a:avLst/>
              <a:gdLst>
                <a:gd name="T0" fmla="*/ 30 w 35"/>
                <a:gd name="T1" fmla="*/ 17 h 61"/>
                <a:gd name="T2" fmla="*/ 35 w 35"/>
                <a:gd name="T3" fmla="*/ 0 h 61"/>
                <a:gd name="T4" fmla="*/ 34 w 35"/>
                <a:gd name="T5" fmla="*/ 0 h 61"/>
                <a:gd name="T6" fmla="*/ 17 w 35"/>
                <a:gd name="T7" fmla="*/ 0 h 61"/>
                <a:gd name="T8" fmla="*/ 11 w 35"/>
                <a:gd name="T9" fmla="*/ 4 h 61"/>
                <a:gd name="T10" fmla="*/ 6 w 35"/>
                <a:gd name="T11" fmla="*/ 8 h 61"/>
                <a:gd name="T12" fmla="*/ 6 w 35"/>
                <a:gd name="T13" fmla="*/ 8 h 61"/>
                <a:gd name="T14" fmla="*/ 1 w 35"/>
                <a:gd name="T15" fmla="*/ 14 h 61"/>
                <a:gd name="T16" fmla="*/ 4 w 35"/>
                <a:gd name="T17" fmla="*/ 61 h 61"/>
                <a:gd name="T18" fmla="*/ 19 w 35"/>
                <a:gd name="T19" fmla="*/ 24 h 61"/>
                <a:gd name="T20" fmla="*/ 30 w 35"/>
                <a:gd name="T21" fmla="*/ 17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" h="61">
                  <a:moveTo>
                    <a:pt x="30" y="17"/>
                  </a:moveTo>
                  <a:cubicBezTo>
                    <a:pt x="35" y="0"/>
                    <a:pt x="35" y="0"/>
                    <a:pt x="35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4" y="0"/>
                    <a:pt x="11" y="2"/>
                    <a:pt x="11" y="4"/>
                  </a:cubicBezTo>
                  <a:cubicBezTo>
                    <a:pt x="12" y="6"/>
                    <a:pt x="9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3" y="8"/>
                    <a:pt x="0" y="11"/>
                    <a:pt x="1" y="14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21" y="20"/>
                    <a:pt x="25" y="17"/>
                    <a:pt x="30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/>
            </a:p>
          </p:txBody>
        </p:sp>
        <p:sp>
          <p:nvSpPr>
            <p:cNvPr id="27" name="Freeform 288"/>
            <p:cNvSpPr/>
            <p:nvPr/>
          </p:nvSpPr>
          <p:spPr bwMode="auto">
            <a:xfrm>
              <a:off x="3460751" y="1246188"/>
              <a:ext cx="368300" cy="192088"/>
            </a:xfrm>
            <a:custGeom>
              <a:avLst/>
              <a:gdLst>
                <a:gd name="T0" fmla="*/ 94 w 98"/>
                <a:gd name="T1" fmla="*/ 0 h 51"/>
                <a:gd name="T2" fmla="*/ 25 w 98"/>
                <a:gd name="T3" fmla="*/ 0 h 51"/>
                <a:gd name="T4" fmla="*/ 18 w 98"/>
                <a:gd name="T5" fmla="*/ 6 h 51"/>
                <a:gd name="T6" fmla="*/ 2 w 98"/>
                <a:gd name="T7" fmla="*/ 46 h 51"/>
                <a:gd name="T8" fmla="*/ 5 w 98"/>
                <a:gd name="T9" fmla="*/ 51 h 51"/>
                <a:gd name="T10" fmla="*/ 73 w 98"/>
                <a:gd name="T11" fmla="*/ 51 h 51"/>
                <a:gd name="T12" fmla="*/ 81 w 98"/>
                <a:gd name="T13" fmla="*/ 46 h 51"/>
                <a:gd name="T14" fmla="*/ 97 w 98"/>
                <a:gd name="T15" fmla="*/ 5 h 51"/>
                <a:gd name="T16" fmla="*/ 94 w 98"/>
                <a:gd name="T1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" h="51">
                  <a:moveTo>
                    <a:pt x="94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19" y="3"/>
                    <a:pt x="18" y="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0" y="49"/>
                    <a:pt x="2" y="51"/>
                    <a:pt x="5" y="51"/>
                  </a:cubicBezTo>
                  <a:cubicBezTo>
                    <a:pt x="73" y="51"/>
                    <a:pt x="73" y="51"/>
                    <a:pt x="73" y="51"/>
                  </a:cubicBezTo>
                  <a:cubicBezTo>
                    <a:pt x="76" y="51"/>
                    <a:pt x="80" y="49"/>
                    <a:pt x="81" y="46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8" y="3"/>
                    <a:pt x="97" y="0"/>
                    <a:pt x="9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/>
            </a:p>
          </p:txBody>
        </p:sp>
        <p:sp>
          <p:nvSpPr>
            <p:cNvPr id="28" name="Freeform 289"/>
            <p:cNvSpPr/>
            <p:nvPr/>
          </p:nvSpPr>
          <p:spPr bwMode="auto">
            <a:xfrm>
              <a:off x="3570289" y="1069975"/>
              <a:ext cx="258763" cy="161925"/>
            </a:xfrm>
            <a:custGeom>
              <a:avLst/>
              <a:gdLst>
                <a:gd name="T0" fmla="*/ 6 w 69"/>
                <a:gd name="T1" fmla="*/ 43 h 43"/>
                <a:gd name="T2" fmla="*/ 15 w 69"/>
                <a:gd name="T3" fmla="*/ 11 h 43"/>
                <a:gd name="T4" fmla="*/ 22 w 69"/>
                <a:gd name="T5" fmla="*/ 6 h 43"/>
                <a:gd name="T6" fmla="*/ 45 w 69"/>
                <a:gd name="T7" fmla="*/ 6 h 43"/>
                <a:gd name="T8" fmla="*/ 48 w 69"/>
                <a:gd name="T9" fmla="*/ 10 h 43"/>
                <a:gd name="T10" fmla="*/ 45 w 69"/>
                <a:gd name="T11" fmla="*/ 20 h 43"/>
                <a:gd name="T12" fmla="*/ 49 w 69"/>
                <a:gd name="T13" fmla="*/ 26 h 43"/>
                <a:gd name="T14" fmla="*/ 59 w 69"/>
                <a:gd name="T15" fmla="*/ 26 h 43"/>
                <a:gd name="T16" fmla="*/ 62 w 69"/>
                <a:gd name="T17" fmla="*/ 30 h 43"/>
                <a:gd name="T18" fmla="*/ 58 w 69"/>
                <a:gd name="T19" fmla="*/ 43 h 43"/>
                <a:gd name="T20" fmla="*/ 64 w 69"/>
                <a:gd name="T21" fmla="*/ 43 h 43"/>
                <a:gd name="T22" fmla="*/ 68 w 69"/>
                <a:gd name="T23" fmla="*/ 30 h 43"/>
                <a:gd name="T24" fmla="*/ 66 w 69"/>
                <a:gd name="T25" fmla="*/ 19 h 43"/>
                <a:gd name="T26" fmla="*/ 54 w 69"/>
                <a:gd name="T27" fmla="*/ 3 h 43"/>
                <a:gd name="T28" fmla="*/ 48 w 69"/>
                <a:gd name="T29" fmla="*/ 0 h 43"/>
                <a:gd name="T30" fmla="*/ 19 w 69"/>
                <a:gd name="T31" fmla="*/ 0 h 43"/>
                <a:gd name="T32" fmla="*/ 11 w 69"/>
                <a:gd name="T33" fmla="*/ 6 h 43"/>
                <a:gd name="T34" fmla="*/ 0 w 69"/>
                <a:gd name="T35" fmla="*/ 43 h 43"/>
                <a:gd name="T36" fmla="*/ 6 w 69"/>
                <a:gd name="T37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9" h="43">
                  <a:moveTo>
                    <a:pt x="6" y="43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6" y="8"/>
                    <a:pt x="19" y="6"/>
                    <a:pt x="22" y="6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7" y="6"/>
                    <a:pt x="48" y="7"/>
                    <a:pt x="48" y="10"/>
                  </a:cubicBezTo>
                  <a:cubicBezTo>
                    <a:pt x="45" y="20"/>
                    <a:pt x="45" y="20"/>
                    <a:pt x="45" y="20"/>
                  </a:cubicBezTo>
                  <a:cubicBezTo>
                    <a:pt x="44" y="23"/>
                    <a:pt x="46" y="26"/>
                    <a:pt x="49" y="26"/>
                  </a:cubicBezTo>
                  <a:cubicBezTo>
                    <a:pt x="59" y="26"/>
                    <a:pt x="59" y="26"/>
                    <a:pt x="59" y="26"/>
                  </a:cubicBezTo>
                  <a:cubicBezTo>
                    <a:pt x="61" y="26"/>
                    <a:pt x="63" y="28"/>
                    <a:pt x="62" y="30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64" y="43"/>
                    <a:pt x="64" y="43"/>
                    <a:pt x="64" y="43"/>
                  </a:cubicBezTo>
                  <a:cubicBezTo>
                    <a:pt x="68" y="30"/>
                    <a:pt x="68" y="30"/>
                    <a:pt x="68" y="30"/>
                  </a:cubicBezTo>
                  <a:cubicBezTo>
                    <a:pt x="69" y="27"/>
                    <a:pt x="68" y="22"/>
                    <a:pt x="66" y="19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3" y="1"/>
                    <a:pt x="50" y="0"/>
                    <a:pt x="4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6" y="0"/>
                    <a:pt x="12" y="3"/>
                    <a:pt x="11" y="6"/>
                  </a:cubicBezTo>
                  <a:cubicBezTo>
                    <a:pt x="0" y="43"/>
                    <a:pt x="0" y="43"/>
                    <a:pt x="0" y="43"/>
                  </a:cubicBezTo>
                  <a:lnTo>
                    <a:pt x="6" y="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/>
            </a:p>
          </p:txBody>
        </p:sp>
        <p:sp>
          <p:nvSpPr>
            <p:cNvPr id="29" name="Freeform 290"/>
            <p:cNvSpPr/>
            <p:nvPr/>
          </p:nvSpPr>
          <p:spPr bwMode="auto">
            <a:xfrm>
              <a:off x="3641726" y="1144588"/>
              <a:ext cx="82550" cy="22225"/>
            </a:xfrm>
            <a:custGeom>
              <a:avLst/>
              <a:gdLst>
                <a:gd name="T0" fmla="*/ 19 w 22"/>
                <a:gd name="T1" fmla="*/ 6 h 6"/>
                <a:gd name="T2" fmla="*/ 21 w 22"/>
                <a:gd name="T3" fmla="*/ 3 h 6"/>
                <a:gd name="T4" fmla="*/ 21 w 22"/>
                <a:gd name="T5" fmla="*/ 0 h 6"/>
                <a:gd name="T6" fmla="*/ 2 w 22"/>
                <a:gd name="T7" fmla="*/ 0 h 6"/>
                <a:gd name="T8" fmla="*/ 0 w 22"/>
                <a:gd name="T9" fmla="*/ 3 h 6"/>
                <a:gd name="T10" fmla="*/ 1 w 22"/>
                <a:gd name="T11" fmla="*/ 6 h 6"/>
                <a:gd name="T12" fmla="*/ 19 w 22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6">
                  <a:moveTo>
                    <a:pt x="19" y="6"/>
                  </a:moveTo>
                  <a:cubicBezTo>
                    <a:pt x="20" y="6"/>
                    <a:pt x="21" y="5"/>
                    <a:pt x="21" y="3"/>
                  </a:cubicBezTo>
                  <a:cubicBezTo>
                    <a:pt x="22" y="1"/>
                    <a:pt x="22" y="0"/>
                    <a:pt x="2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5"/>
                    <a:pt x="0" y="6"/>
                    <a:pt x="1" y="6"/>
                  </a:cubicBezTo>
                  <a:lnTo>
                    <a:pt x="19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/>
            </a:p>
          </p:txBody>
        </p:sp>
        <p:sp>
          <p:nvSpPr>
            <p:cNvPr id="30" name="Freeform 291"/>
            <p:cNvSpPr/>
            <p:nvPr/>
          </p:nvSpPr>
          <p:spPr bwMode="auto">
            <a:xfrm>
              <a:off x="3622676" y="1201738"/>
              <a:ext cx="146050" cy="22225"/>
            </a:xfrm>
            <a:custGeom>
              <a:avLst/>
              <a:gdLst>
                <a:gd name="T0" fmla="*/ 1 w 39"/>
                <a:gd name="T1" fmla="*/ 3 h 6"/>
                <a:gd name="T2" fmla="*/ 2 w 39"/>
                <a:gd name="T3" fmla="*/ 6 h 6"/>
                <a:gd name="T4" fmla="*/ 35 w 39"/>
                <a:gd name="T5" fmla="*/ 6 h 6"/>
                <a:gd name="T6" fmla="*/ 38 w 39"/>
                <a:gd name="T7" fmla="*/ 3 h 6"/>
                <a:gd name="T8" fmla="*/ 37 w 39"/>
                <a:gd name="T9" fmla="*/ 0 h 6"/>
                <a:gd name="T10" fmla="*/ 4 w 39"/>
                <a:gd name="T11" fmla="*/ 0 h 6"/>
                <a:gd name="T12" fmla="*/ 1 w 39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" h="6">
                  <a:moveTo>
                    <a:pt x="1" y="3"/>
                  </a:moveTo>
                  <a:cubicBezTo>
                    <a:pt x="0" y="5"/>
                    <a:pt x="1" y="6"/>
                    <a:pt x="2" y="6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6" y="6"/>
                    <a:pt x="38" y="5"/>
                    <a:pt x="38" y="3"/>
                  </a:cubicBezTo>
                  <a:cubicBezTo>
                    <a:pt x="39" y="2"/>
                    <a:pt x="38" y="0"/>
                    <a:pt x="37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1" y="2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/>
            </a:p>
          </p:txBody>
        </p:sp>
      </p:grpSp>
      <p:grpSp>
        <p:nvGrpSpPr>
          <p:cNvPr id="31" name="组合 30"/>
          <p:cNvGrpSpPr>
            <a:grpSpLocks noChangeAspect="1"/>
          </p:cNvGrpSpPr>
          <p:nvPr/>
        </p:nvGrpSpPr>
        <p:grpSpPr>
          <a:xfrm>
            <a:off x="4013737" y="3527018"/>
            <a:ext cx="463095" cy="405000"/>
            <a:chOff x="10188576" y="6029325"/>
            <a:chExt cx="442913" cy="387350"/>
          </a:xfrm>
          <a:solidFill>
            <a:schemeClr val="bg1"/>
          </a:solidFill>
        </p:grpSpPr>
        <p:sp>
          <p:nvSpPr>
            <p:cNvPr id="32" name="Freeform 433"/>
            <p:cNvSpPr/>
            <p:nvPr/>
          </p:nvSpPr>
          <p:spPr bwMode="auto">
            <a:xfrm>
              <a:off x="10307638" y="6149975"/>
              <a:ext cx="200025" cy="201613"/>
            </a:xfrm>
            <a:custGeom>
              <a:avLst/>
              <a:gdLst>
                <a:gd name="T0" fmla="*/ 10 w 53"/>
                <a:gd name="T1" fmla="*/ 10 h 54"/>
                <a:gd name="T2" fmla="*/ 10 w 53"/>
                <a:gd name="T3" fmla="*/ 44 h 54"/>
                <a:gd name="T4" fmla="*/ 44 w 53"/>
                <a:gd name="T5" fmla="*/ 44 h 54"/>
                <a:gd name="T6" fmla="*/ 44 w 53"/>
                <a:gd name="T7" fmla="*/ 10 h 54"/>
                <a:gd name="T8" fmla="*/ 10 w 53"/>
                <a:gd name="T9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54">
                  <a:moveTo>
                    <a:pt x="10" y="10"/>
                  </a:moveTo>
                  <a:cubicBezTo>
                    <a:pt x="0" y="19"/>
                    <a:pt x="0" y="35"/>
                    <a:pt x="10" y="44"/>
                  </a:cubicBezTo>
                  <a:cubicBezTo>
                    <a:pt x="19" y="54"/>
                    <a:pt x="34" y="54"/>
                    <a:pt x="44" y="44"/>
                  </a:cubicBezTo>
                  <a:cubicBezTo>
                    <a:pt x="53" y="35"/>
                    <a:pt x="53" y="19"/>
                    <a:pt x="44" y="10"/>
                  </a:cubicBezTo>
                  <a:cubicBezTo>
                    <a:pt x="34" y="0"/>
                    <a:pt x="19" y="0"/>
                    <a:pt x="10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/>
            </a:p>
          </p:txBody>
        </p:sp>
        <p:sp>
          <p:nvSpPr>
            <p:cNvPr id="33" name="Freeform 434"/>
            <p:cNvSpPr>
              <a:spLocks noEditPoints="1"/>
            </p:cNvSpPr>
            <p:nvPr/>
          </p:nvSpPr>
          <p:spPr bwMode="auto">
            <a:xfrm>
              <a:off x="10188576" y="6029325"/>
              <a:ext cx="442913" cy="387350"/>
            </a:xfrm>
            <a:custGeom>
              <a:avLst/>
              <a:gdLst>
                <a:gd name="T0" fmla="*/ 104 w 118"/>
                <a:gd name="T1" fmla="*/ 16 h 103"/>
                <a:gd name="T2" fmla="*/ 88 w 118"/>
                <a:gd name="T3" fmla="*/ 14 h 103"/>
                <a:gd name="T4" fmla="*/ 83 w 118"/>
                <a:gd name="T5" fmla="*/ 8 h 103"/>
                <a:gd name="T6" fmla="*/ 70 w 118"/>
                <a:gd name="T7" fmla="*/ 0 h 103"/>
                <a:gd name="T8" fmla="*/ 59 w 118"/>
                <a:gd name="T9" fmla="*/ 0 h 103"/>
                <a:gd name="T10" fmla="*/ 48 w 118"/>
                <a:gd name="T11" fmla="*/ 0 h 103"/>
                <a:gd name="T12" fmla="*/ 35 w 118"/>
                <a:gd name="T13" fmla="*/ 8 h 103"/>
                <a:gd name="T14" fmla="*/ 29 w 118"/>
                <a:gd name="T15" fmla="*/ 14 h 103"/>
                <a:gd name="T16" fmla="*/ 14 w 118"/>
                <a:gd name="T17" fmla="*/ 16 h 103"/>
                <a:gd name="T18" fmla="*/ 0 w 118"/>
                <a:gd name="T19" fmla="*/ 31 h 103"/>
                <a:gd name="T20" fmla="*/ 0 w 118"/>
                <a:gd name="T21" fmla="*/ 89 h 103"/>
                <a:gd name="T22" fmla="*/ 14 w 118"/>
                <a:gd name="T23" fmla="*/ 103 h 103"/>
                <a:gd name="T24" fmla="*/ 59 w 118"/>
                <a:gd name="T25" fmla="*/ 103 h 103"/>
                <a:gd name="T26" fmla="*/ 104 w 118"/>
                <a:gd name="T27" fmla="*/ 103 h 103"/>
                <a:gd name="T28" fmla="*/ 118 w 118"/>
                <a:gd name="T29" fmla="*/ 89 h 103"/>
                <a:gd name="T30" fmla="*/ 118 w 118"/>
                <a:gd name="T31" fmla="*/ 31 h 103"/>
                <a:gd name="T32" fmla="*/ 104 w 118"/>
                <a:gd name="T33" fmla="*/ 16 h 103"/>
                <a:gd name="T34" fmla="*/ 58 w 118"/>
                <a:gd name="T35" fmla="*/ 4 h 103"/>
                <a:gd name="T36" fmla="*/ 65 w 118"/>
                <a:gd name="T37" fmla="*/ 11 h 103"/>
                <a:gd name="T38" fmla="*/ 58 w 118"/>
                <a:gd name="T39" fmla="*/ 17 h 103"/>
                <a:gd name="T40" fmla="*/ 52 w 118"/>
                <a:gd name="T41" fmla="*/ 11 h 103"/>
                <a:gd name="T42" fmla="*/ 58 w 118"/>
                <a:gd name="T43" fmla="*/ 4 h 103"/>
                <a:gd name="T44" fmla="*/ 85 w 118"/>
                <a:gd name="T45" fmla="*/ 85 h 103"/>
                <a:gd name="T46" fmla="*/ 33 w 118"/>
                <a:gd name="T47" fmla="*/ 85 h 103"/>
                <a:gd name="T48" fmla="*/ 33 w 118"/>
                <a:gd name="T49" fmla="*/ 33 h 103"/>
                <a:gd name="T50" fmla="*/ 85 w 118"/>
                <a:gd name="T51" fmla="*/ 33 h 103"/>
                <a:gd name="T52" fmla="*/ 85 w 118"/>
                <a:gd name="T53" fmla="*/ 85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8" h="103">
                  <a:moveTo>
                    <a:pt x="104" y="16"/>
                  </a:moveTo>
                  <a:cubicBezTo>
                    <a:pt x="104" y="16"/>
                    <a:pt x="94" y="17"/>
                    <a:pt x="88" y="14"/>
                  </a:cubicBezTo>
                  <a:cubicBezTo>
                    <a:pt x="84" y="13"/>
                    <a:pt x="83" y="9"/>
                    <a:pt x="83" y="8"/>
                  </a:cubicBezTo>
                  <a:cubicBezTo>
                    <a:pt x="80" y="3"/>
                    <a:pt x="76" y="0"/>
                    <a:pt x="7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2" y="0"/>
                    <a:pt x="37" y="3"/>
                    <a:pt x="35" y="8"/>
                  </a:cubicBezTo>
                  <a:cubicBezTo>
                    <a:pt x="35" y="9"/>
                    <a:pt x="34" y="13"/>
                    <a:pt x="29" y="14"/>
                  </a:cubicBezTo>
                  <a:cubicBezTo>
                    <a:pt x="24" y="17"/>
                    <a:pt x="14" y="16"/>
                    <a:pt x="14" y="16"/>
                  </a:cubicBezTo>
                  <a:cubicBezTo>
                    <a:pt x="6" y="17"/>
                    <a:pt x="0" y="24"/>
                    <a:pt x="0" y="31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97"/>
                    <a:pt x="6" y="103"/>
                    <a:pt x="14" y="103"/>
                  </a:cubicBezTo>
                  <a:cubicBezTo>
                    <a:pt x="59" y="103"/>
                    <a:pt x="59" y="103"/>
                    <a:pt x="59" y="103"/>
                  </a:cubicBezTo>
                  <a:cubicBezTo>
                    <a:pt x="104" y="103"/>
                    <a:pt x="104" y="103"/>
                    <a:pt x="104" y="103"/>
                  </a:cubicBezTo>
                  <a:cubicBezTo>
                    <a:pt x="111" y="103"/>
                    <a:pt x="118" y="97"/>
                    <a:pt x="118" y="89"/>
                  </a:cubicBezTo>
                  <a:cubicBezTo>
                    <a:pt x="118" y="31"/>
                    <a:pt x="118" y="31"/>
                    <a:pt x="118" y="31"/>
                  </a:cubicBezTo>
                  <a:cubicBezTo>
                    <a:pt x="118" y="24"/>
                    <a:pt x="111" y="17"/>
                    <a:pt x="104" y="16"/>
                  </a:cubicBezTo>
                  <a:close/>
                  <a:moveTo>
                    <a:pt x="58" y="4"/>
                  </a:moveTo>
                  <a:cubicBezTo>
                    <a:pt x="62" y="4"/>
                    <a:pt x="65" y="7"/>
                    <a:pt x="65" y="11"/>
                  </a:cubicBezTo>
                  <a:cubicBezTo>
                    <a:pt x="65" y="14"/>
                    <a:pt x="62" y="17"/>
                    <a:pt x="58" y="17"/>
                  </a:cubicBezTo>
                  <a:cubicBezTo>
                    <a:pt x="55" y="17"/>
                    <a:pt x="52" y="14"/>
                    <a:pt x="52" y="11"/>
                  </a:cubicBezTo>
                  <a:cubicBezTo>
                    <a:pt x="52" y="7"/>
                    <a:pt x="55" y="4"/>
                    <a:pt x="58" y="4"/>
                  </a:cubicBezTo>
                  <a:close/>
                  <a:moveTo>
                    <a:pt x="85" y="85"/>
                  </a:moveTo>
                  <a:cubicBezTo>
                    <a:pt x="71" y="100"/>
                    <a:pt x="47" y="100"/>
                    <a:pt x="33" y="85"/>
                  </a:cubicBezTo>
                  <a:cubicBezTo>
                    <a:pt x="18" y="71"/>
                    <a:pt x="18" y="47"/>
                    <a:pt x="33" y="33"/>
                  </a:cubicBezTo>
                  <a:cubicBezTo>
                    <a:pt x="47" y="18"/>
                    <a:pt x="71" y="18"/>
                    <a:pt x="85" y="33"/>
                  </a:cubicBezTo>
                  <a:cubicBezTo>
                    <a:pt x="100" y="47"/>
                    <a:pt x="100" y="71"/>
                    <a:pt x="85" y="8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/>
            </a:p>
          </p:txBody>
        </p:sp>
      </p:grpSp>
      <p:grpSp>
        <p:nvGrpSpPr>
          <p:cNvPr id="34" name="组合 33"/>
          <p:cNvGrpSpPr>
            <a:grpSpLocks noChangeAspect="1"/>
          </p:cNvGrpSpPr>
          <p:nvPr/>
        </p:nvGrpSpPr>
        <p:grpSpPr>
          <a:xfrm>
            <a:off x="4813270" y="4161672"/>
            <a:ext cx="412433" cy="405000"/>
            <a:chOff x="8326438" y="5427663"/>
            <a:chExt cx="352425" cy="346075"/>
          </a:xfrm>
          <a:solidFill>
            <a:schemeClr val="bg1"/>
          </a:solidFill>
        </p:grpSpPr>
        <p:sp>
          <p:nvSpPr>
            <p:cNvPr id="35" name="Freeform 404"/>
            <p:cNvSpPr/>
            <p:nvPr/>
          </p:nvSpPr>
          <p:spPr bwMode="auto">
            <a:xfrm>
              <a:off x="8359776" y="5705475"/>
              <a:ext cx="285750" cy="7938"/>
            </a:xfrm>
            <a:custGeom>
              <a:avLst/>
              <a:gdLst>
                <a:gd name="T0" fmla="*/ 1 w 76"/>
                <a:gd name="T1" fmla="*/ 2 h 2"/>
                <a:gd name="T2" fmla="*/ 75 w 76"/>
                <a:gd name="T3" fmla="*/ 2 h 2"/>
                <a:gd name="T4" fmla="*/ 76 w 76"/>
                <a:gd name="T5" fmla="*/ 1 h 2"/>
                <a:gd name="T6" fmla="*/ 75 w 76"/>
                <a:gd name="T7" fmla="*/ 0 h 2"/>
                <a:gd name="T8" fmla="*/ 1 w 76"/>
                <a:gd name="T9" fmla="*/ 0 h 2"/>
                <a:gd name="T10" fmla="*/ 0 w 76"/>
                <a:gd name="T11" fmla="*/ 1 h 2"/>
                <a:gd name="T12" fmla="*/ 1 w 76"/>
                <a:gd name="T1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" h="2">
                  <a:moveTo>
                    <a:pt x="1" y="2"/>
                  </a:moveTo>
                  <a:cubicBezTo>
                    <a:pt x="75" y="2"/>
                    <a:pt x="75" y="2"/>
                    <a:pt x="75" y="2"/>
                  </a:cubicBezTo>
                  <a:cubicBezTo>
                    <a:pt x="76" y="2"/>
                    <a:pt x="76" y="2"/>
                    <a:pt x="76" y="1"/>
                  </a:cubicBezTo>
                  <a:cubicBezTo>
                    <a:pt x="76" y="1"/>
                    <a:pt x="76" y="0"/>
                    <a:pt x="75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1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/>
            </a:p>
          </p:txBody>
        </p:sp>
        <p:sp>
          <p:nvSpPr>
            <p:cNvPr id="36" name="Freeform 405"/>
            <p:cNvSpPr/>
            <p:nvPr/>
          </p:nvSpPr>
          <p:spPr bwMode="auto">
            <a:xfrm>
              <a:off x="8356601" y="5716588"/>
              <a:ext cx="292100" cy="7938"/>
            </a:xfrm>
            <a:custGeom>
              <a:avLst/>
              <a:gdLst>
                <a:gd name="T0" fmla="*/ 2 w 78"/>
                <a:gd name="T1" fmla="*/ 2 h 2"/>
                <a:gd name="T2" fmla="*/ 77 w 78"/>
                <a:gd name="T3" fmla="*/ 2 h 2"/>
                <a:gd name="T4" fmla="*/ 78 w 78"/>
                <a:gd name="T5" fmla="*/ 1 h 2"/>
                <a:gd name="T6" fmla="*/ 77 w 78"/>
                <a:gd name="T7" fmla="*/ 0 h 2"/>
                <a:gd name="T8" fmla="*/ 2 w 78"/>
                <a:gd name="T9" fmla="*/ 0 h 2"/>
                <a:gd name="T10" fmla="*/ 0 w 78"/>
                <a:gd name="T11" fmla="*/ 1 h 2"/>
                <a:gd name="T12" fmla="*/ 2 w 78"/>
                <a:gd name="T1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2">
                  <a:moveTo>
                    <a:pt x="2" y="2"/>
                  </a:moveTo>
                  <a:cubicBezTo>
                    <a:pt x="77" y="2"/>
                    <a:pt x="77" y="2"/>
                    <a:pt x="77" y="2"/>
                  </a:cubicBezTo>
                  <a:cubicBezTo>
                    <a:pt x="78" y="2"/>
                    <a:pt x="78" y="2"/>
                    <a:pt x="78" y="1"/>
                  </a:cubicBezTo>
                  <a:cubicBezTo>
                    <a:pt x="78" y="0"/>
                    <a:pt x="78" y="0"/>
                    <a:pt x="77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1" y="2"/>
                    <a:pt x="2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/>
            </a:p>
          </p:txBody>
        </p:sp>
        <p:sp>
          <p:nvSpPr>
            <p:cNvPr id="37" name="Freeform 407"/>
            <p:cNvSpPr/>
            <p:nvPr/>
          </p:nvSpPr>
          <p:spPr bwMode="auto">
            <a:xfrm>
              <a:off x="8356601" y="5727700"/>
              <a:ext cx="296863" cy="7938"/>
            </a:xfrm>
            <a:custGeom>
              <a:avLst/>
              <a:gdLst>
                <a:gd name="T0" fmla="*/ 78 w 79"/>
                <a:gd name="T1" fmla="*/ 0 h 2"/>
                <a:gd name="T2" fmla="*/ 1 w 79"/>
                <a:gd name="T3" fmla="*/ 0 h 2"/>
                <a:gd name="T4" fmla="*/ 0 w 79"/>
                <a:gd name="T5" fmla="*/ 1 h 2"/>
                <a:gd name="T6" fmla="*/ 1 w 79"/>
                <a:gd name="T7" fmla="*/ 2 h 2"/>
                <a:gd name="T8" fmla="*/ 78 w 79"/>
                <a:gd name="T9" fmla="*/ 2 h 2"/>
                <a:gd name="T10" fmla="*/ 79 w 79"/>
                <a:gd name="T11" fmla="*/ 1 h 2"/>
                <a:gd name="T12" fmla="*/ 78 w 79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2">
                  <a:moveTo>
                    <a:pt x="7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2"/>
                    <a:pt x="1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79" y="1"/>
                    <a:pt x="79" y="1"/>
                  </a:cubicBezTo>
                  <a:cubicBezTo>
                    <a:pt x="79" y="0"/>
                    <a:pt x="78" y="0"/>
                    <a:pt x="7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/>
            </a:p>
          </p:txBody>
        </p:sp>
        <p:sp>
          <p:nvSpPr>
            <p:cNvPr id="38" name="Freeform 408"/>
            <p:cNvSpPr>
              <a:spLocks noEditPoints="1"/>
            </p:cNvSpPr>
            <p:nvPr/>
          </p:nvSpPr>
          <p:spPr bwMode="auto">
            <a:xfrm>
              <a:off x="8326438" y="5427663"/>
              <a:ext cx="352425" cy="346075"/>
            </a:xfrm>
            <a:custGeom>
              <a:avLst/>
              <a:gdLst>
                <a:gd name="T0" fmla="*/ 79 w 94"/>
                <a:gd name="T1" fmla="*/ 70 h 92"/>
                <a:gd name="T2" fmla="*/ 78 w 94"/>
                <a:gd name="T3" fmla="*/ 69 h 92"/>
                <a:gd name="T4" fmla="*/ 79 w 94"/>
                <a:gd name="T5" fmla="*/ 67 h 92"/>
                <a:gd name="T6" fmla="*/ 91 w 94"/>
                <a:gd name="T7" fmla="*/ 58 h 92"/>
                <a:gd name="T8" fmla="*/ 80 w 94"/>
                <a:gd name="T9" fmla="*/ 0 h 92"/>
                <a:gd name="T10" fmla="*/ 5 w 94"/>
                <a:gd name="T11" fmla="*/ 8 h 92"/>
                <a:gd name="T12" fmla="*/ 10 w 94"/>
                <a:gd name="T13" fmla="*/ 67 h 92"/>
                <a:gd name="T14" fmla="*/ 16 w 94"/>
                <a:gd name="T15" fmla="*/ 67 h 92"/>
                <a:gd name="T16" fmla="*/ 17 w 94"/>
                <a:gd name="T17" fmla="*/ 69 h 92"/>
                <a:gd name="T18" fmla="*/ 16 w 94"/>
                <a:gd name="T19" fmla="*/ 70 h 92"/>
                <a:gd name="T20" fmla="*/ 0 w 94"/>
                <a:gd name="T21" fmla="*/ 85 h 92"/>
                <a:gd name="T22" fmla="*/ 85 w 94"/>
                <a:gd name="T23" fmla="*/ 92 h 92"/>
                <a:gd name="T24" fmla="*/ 85 w 94"/>
                <a:gd name="T25" fmla="*/ 70 h 92"/>
                <a:gd name="T26" fmla="*/ 7 w 94"/>
                <a:gd name="T27" fmla="*/ 55 h 92"/>
                <a:gd name="T28" fmla="*/ 16 w 94"/>
                <a:gd name="T29" fmla="*/ 4 h 92"/>
                <a:gd name="T30" fmla="*/ 84 w 94"/>
                <a:gd name="T31" fmla="*/ 10 h 92"/>
                <a:gd name="T32" fmla="*/ 80 w 94"/>
                <a:gd name="T33" fmla="*/ 62 h 92"/>
                <a:gd name="T34" fmla="*/ 69 w 94"/>
                <a:gd name="T35" fmla="*/ 69 h 92"/>
                <a:gd name="T36" fmla="*/ 68 w 94"/>
                <a:gd name="T37" fmla="*/ 70 h 92"/>
                <a:gd name="T38" fmla="*/ 26 w 94"/>
                <a:gd name="T39" fmla="*/ 70 h 92"/>
                <a:gd name="T40" fmla="*/ 26 w 94"/>
                <a:gd name="T41" fmla="*/ 67 h 92"/>
                <a:gd name="T42" fmla="*/ 33 w 94"/>
                <a:gd name="T43" fmla="*/ 67 h 92"/>
                <a:gd name="T44" fmla="*/ 68 w 94"/>
                <a:gd name="T45" fmla="*/ 67 h 92"/>
                <a:gd name="T46" fmla="*/ 69 w 94"/>
                <a:gd name="T47" fmla="*/ 68 h 92"/>
                <a:gd name="T48" fmla="*/ 53 w 94"/>
                <a:gd name="T49" fmla="*/ 89 h 92"/>
                <a:gd name="T50" fmla="*/ 47 w 94"/>
                <a:gd name="T51" fmla="*/ 90 h 92"/>
                <a:gd name="T52" fmla="*/ 46 w 94"/>
                <a:gd name="T53" fmla="*/ 91 h 92"/>
                <a:gd name="T54" fmla="*/ 45 w 94"/>
                <a:gd name="T55" fmla="*/ 89 h 92"/>
                <a:gd name="T56" fmla="*/ 41 w 94"/>
                <a:gd name="T57" fmla="*/ 87 h 92"/>
                <a:gd name="T58" fmla="*/ 50 w 94"/>
                <a:gd name="T59" fmla="*/ 84 h 92"/>
                <a:gd name="T60" fmla="*/ 53 w 94"/>
                <a:gd name="T61" fmla="*/ 89 h 92"/>
                <a:gd name="T62" fmla="*/ 84 w 94"/>
                <a:gd name="T63" fmla="*/ 83 h 92"/>
                <a:gd name="T64" fmla="*/ 5 w 94"/>
                <a:gd name="T65" fmla="*/ 79 h 92"/>
                <a:gd name="T66" fmla="*/ 85 w 94"/>
                <a:gd name="T67" fmla="*/ 73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4" h="92">
                  <a:moveTo>
                    <a:pt x="85" y="70"/>
                  </a:moveTo>
                  <a:cubicBezTo>
                    <a:pt x="79" y="70"/>
                    <a:pt x="79" y="70"/>
                    <a:pt x="79" y="70"/>
                  </a:cubicBezTo>
                  <a:cubicBezTo>
                    <a:pt x="79" y="70"/>
                    <a:pt x="79" y="70"/>
                    <a:pt x="79" y="70"/>
                  </a:cubicBezTo>
                  <a:cubicBezTo>
                    <a:pt x="78" y="69"/>
                    <a:pt x="78" y="69"/>
                    <a:pt x="78" y="69"/>
                  </a:cubicBezTo>
                  <a:cubicBezTo>
                    <a:pt x="78" y="68"/>
                    <a:pt x="78" y="68"/>
                    <a:pt x="79" y="67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83" y="67"/>
                    <a:pt x="83" y="67"/>
                    <a:pt x="83" y="67"/>
                  </a:cubicBezTo>
                  <a:cubicBezTo>
                    <a:pt x="88" y="67"/>
                    <a:pt x="92" y="63"/>
                    <a:pt x="91" y="58"/>
                  </a:cubicBezTo>
                  <a:cubicBezTo>
                    <a:pt x="89" y="8"/>
                    <a:pt x="89" y="8"/>
                    <a:pt x="89" y="8"/>
                  </a:cubicBezTo>
                  <a:cubicBezTo>
                    <a:pt x="89" y="4"/>
                    <a:pt x="85" y="0"/>
                    <a:pt x="8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5" y="4"/>
                    <a:pt x="5" y="8"/>
                  </a:cubicBezTo>
                  <a:cubicBezTo>
                    <a:pt x="2" y="58"/>
                    <a:pt x="2" y="58"/>
                    <a:pt x="2" y="58"/>
                  </a:cubicBezTo>
                  <a:cubicBezTo>
                    <a:pt x="2" y="63"/>
                    <a:pt x="6" y="67"/>
                    <a:pt x="10" y="67"/>
                  </a:cubicBezTo>
                  <a:cubicBezTo>
                    <a:pt x="16" y="67"/>
                    <a:pt x="16" y="67"/>
                    <a:pt x="16" y="67"/>
                  </a:cubicBezTo>
                  <a:cubicBezTo>
                    <a:pt x="16" y="67"/>
                    <a:pt x="16" y="67"/>
                    <a:pt x="16" y="67"/>
                  </a:cubicBezTo>
                  <a:cubicBezTo>
                    <a:pt x="16" y="67"/>
                    <a:pt x="16" y="67"/>
                    <a:pt x="16" y="68"/>
                  </a:cubicBezTo>
                  <a:cubicBezTo>
                    <a:pt x="16" y="68"/>
                    <a:pt x="17" y="68"/>
                    <a:pt x="17" y="69"/>
                  </a:cubicBezTo>
                  <a:cubicBezTo>
                    <a:pt x="17" y="69"/>
                    <a:pt x="16" y="69"/>
                    <a:pt x="16" y="70"/>
                  </a:cubicBezTo>
                  <a:cubicBezTo>
                    <a:pt x="16" y="70"/>
                    <a:pt x="16" y="70"/>
                    <a:pt x="16" y="70"/>
                  </a:cubicBezTo>
                  <a:cubicBezTo>
                    <a:pt x="9" y="70"/>
                    <a:pt x="9" y="70"/>
                    <a:pt x="9" y="70"/>
                  </a:cubicBezTo>
                  <a:cubicBezTo>
                    <a:pt x="4" y="70"/>
                    <a:pt x="0" y="79"/>
                    <a:pt x="0" y="85"/>
                  </a:cubicBezTo>
                  <a:cubicBezTo>
                    <a:pt x="0" y="91"/>
                    <a:pt x="4" y="92"/>
                    <a:pt x="9" y="92"/>
                  </a:cubicBezTo>
                  <a:cubicBezTo>
                    <a:pt x="85" y="92"/>
                    <a:pt x="85" y="92"/>
                    <a:pt x="85" y="92"/>
                  </a:cubicBezTo>
                  <a:cubicBezTo>
                    <a:pt x="90" y="92"/>
                    <a:pt x="94" y="91"/>
                    <a:pt x="94" y="85"/>
                  </a:cubicBezTo>
                  <a:cubicBezTo>
                    <a:pt x="94" y="79"/>
                    <a:pt x="90" y="70"/>
                    <a:pt x="85" y="70"/>
                  </a:cubicBezTo>
                  <a:close/>
                  <a:moveTo>
                    <a:pt x="14" y="62"/>
                  </a:moveTo>
                  <a:cubicBezTo>
                    <a:pt x="10" y="62"/>
                    <a:pt x="7" y="59"/>
                    <a:pt x="7" y="55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0" y="7"/>
                    <a:pt x="13" y="4"/>
                    <a:pt x="16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81" y="4"/>
                    <a:pt x="84" y="7"/>
                    <a:pt x="84" y="10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7" y="59"/>
                    <a:pt x="84" y="62"/>
                    <a:pt x="80" y="62"/>
                  </a:cubicBezTo>
                  <a:lnTo>
                    <a:pt x="14" y="62"/>
                  </a:lnTo>
                  <a:close/>
                  <a:moveTo>
                    <a:pt x="69" y="69"/>
                  </a:moveTo>
                  <a:cubicBezTo>
                    <a:pt x="69" y="69"/>
                    <a:pt x="69" y="69"/>
                    <a:pt x="69" y="70"/>
                  </a:cubicBezTo>
                  <a:cubicBezTo>
                    <a:pt x="69" y="70"/>
                    <a:pt x="69" y="70"/>
                    <a:pt x="68" y="70"/>
                  </a:cubicBezTo>
                  <a:cubicBezTo>
                    <a:pt x="26" y="70"/>
                    <a:pt x="26" y="70"/>
                    <a:pt x="26" y="70"/>
                  </a:cubicBezTo>
                  <a:cubicBezTo>
                    <a:pt x="26" y="70"/>
                    <a:pt x="26" y="70"/>
                    <a:pt x="26" y="70"/>
                  </a:cubicBezTo>
                  <a:cubicBezTo>
                    <a:pt x="26" y="69"/>
                    <a:pt x="25" y="69"/>
                    <a:pt x="25" y="69"/>
                  </a:cubicBezTo>
                  <a:cubicBezTo>
                    <a:pt x="25" y="68"/>
                    <a:pt x="26" y="68"/>
                    <a:pt x="26" y="67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56" y="67"/>
                    <a:pt x="56" y="67"/>
                    <a:pt x="56" y="67"/>
                  </a:cubicBezTo>
                  <a:cubicBezTo>
                    <a:pt x="68" y="67"/>
                    <a:pt x="68" y="67"/>
                    <a:pt x="68" y="67"/>
                  </a:cubicBezTo>
                  <a:cubicBezTo>
                    <a:pt x="68" y="67"/>
                    <a:pt x="69" y="67"/>
                    <a:pt x="69" y="67"/>
                  </a:cubicBezTo>
                  <a:cubicBezTo>
                    <a:pt x="69" y="67"/>
                    <a:pt x="69" y="67"/>
                    <a:pt x="69" y="68"/>
                  </a:cubicBezTo>
                  <a:cubicBezTo>
                    <a:pt x="69" y="68"/>
                    <a:pt x="69" y="68"/>
                    <a:pt x="69" y="69"/>
                  </a:cubicBezTo>
                  <a:close/>
                  <a:moveTo>
                    <a:pt x="53" y="89"/>
                  </a:moveTo>
                  <a:cubicBezTo>
                    <a:pt x="49" y="89"/>
                    <a:pt x="49" y="89"/>
                    <a:pt x="49" y="89"/>
                  </a:cubicBezTo>
                  <a:cubicBezTo>
                    <a:pt x="48" y="89"/>
                    <a:pt x="47" y="89"/>
                    <a:pt x="47" y="90"/>
                  </a:cubicBezTo>
                  <a:cubicBezTo>
                    <a:pt x="47" y="90"/>
                    <a:pt x="48" y="91"/>
                    <a:pt x="48" y="91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46" y="91"/>
                    <a:pt x="46" y="90"/>
                    <a:pt x="46" y="90"/>
                  </a:cubicBezTo>
                  <a:cubicBezTo>
                    <a:pt x="46" y="89"/>
                    <a:pt x="46" y="89"/>
                    <a:pt x="45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1" y="89"/>
                    <a:pt x="41" y="88"/>
                    <a:pt x="41" y="87"/>
                  </a:cubicBezTo>
                  <a:cubicBezTo>
                    <a:pt x="41" y="84"/>
                    <a:pt x="42" y="84"/>
                    <a:pt x="44" y="84"/>
                  </a:cubicBezTo>
                  <a:cubicBezTo>
                    <a:pt x="50" y="84"/>
                    <a:pt x="50" y="84"/>
                    <a:pt x="50" y="84"/>
                  </a:cubicBezTo>
                  <a:cubicBezTo>
                    <a:pt x="52" y="84"/>
                    <a:pt x="53" y="84"/>
                    <a:pt x="53" y="87"/>
                  </a:cubicBezTo>
                  <a:cubicBezTo>
                    <a:pt x="53" y="88"/>
                    <a:pt x="53" y="89"/>
                    <a:pt x="53" y="89"/>
                  </a:cubicBezTo>
                  <a:close/>
                  <a:moveTo>
                    <a:pt x="88" y="79"/>
                  </a:moveTo>
                  <a:cubicBezTo>
                    <a:pt x="88" y="81"/>
                    <a:pt x="86" y="83"/>
                    <a:pt x="84" y="83"/>
                  </a:cubicBezTo>
                  <a:cubicBezTo>
                    <a:pt x="10" y="83"/>
                    <a:pt x="10" y="83"/>
                    <a:pt x="10" y="83"/>
                  </a:cubicBezTo>
                  <a:cubicBezTo>
                    <a:pt x="8" y="83"/>
                    <a:pt x="6" y="81"/>
                    <a:pt x="5" y="79"/>
                  </a:cubicBezTo>
                  <a:cubicBezTo>
                    <a:pt x="5" y="77"/>
                    <a:pt x="7" y="73"/>
                    <a:pt x="9" y="73"/>
                  </a:cubicBezTo>
                  <a:cubicBezTo>
                    <a:pt x="85" y="73"/>
                    <a:pt x="85" y="73"/>
                    <a:pt x="85" y="73"/>
                  </a:cubicBezTo>
                  <a:cubicBezTo>
                    <a:pt x="87" y="73"/>
                    <a:pt x="89" y="77"/>
                    <a:pt x="88" y="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/>
            </a:p>
          </p:txBody>
        </p:sp>
      </p:grpSp>
      <p:sp>
        <p:nvSpPr>
          <p:cNvPr id="39" name="Freeform 810"/>
          <p:cNvSpPr>
            <a:spLocks noEditPoints="1"/>
          </p:cNvSpPr>
          <p:nvPr/>
        </p:nvSpPr>
        <p:spPr bwMode="auto">
          <a:xfrm>
            <a:off x="5914588" y="3119370"/>
            <a:ext cx="489347" cy="365522"/>
          </a:xfrm>
          <a:custGeom>
            <a:avLst/>
            <a:gdLst>
              <a:gd name="T0" fmla="*/ 160 w 174"/>
              <a:gd name="T1" fmla="*/ 97 h 130"/>
              <a:gd name="T2" fmla="*/ 14 w 174"/>
              <a:gd name="T3" fmla="*/ 97 h 130"/>
              <a:gd name="T4" fmla="*/ 3 w 174"/>
              <a:gd name="T5" fmla="*/ 118 h 130"/>
              <a:gd name="T6" fmla="*/ 171 w 174"/>
              <a:gd name="T7" fmla="*/ 118 h 130"/>
              <a:gd name="T8" fmla="*/ 160 w 174"/>
              <a:gd name="T9" fmla="*/ 97 h 130"/>
              <a:gd name="T10" fmla="*/ 69 w 174"/>
              <a:gd name="T11" fmla="*/ 113 h 130"/>
              <a:gd name="T12" fmla="*/ 73 w 174"/>
              <a:gd name="T13" fmla="*/ 105 h 130"/>
              <a:gd name="T14" fmla="*/ 101 w 174"/>
              <a:gd name="T15" fmla="*/ 105 h 130"/>
              <a:gd name="T16" fmla="*/ 105 w 174"/>
              <a:gd name="T17" fmla="*/ 113 h 130"/>
              <a:gd name="T18" fmla="*/ 69 w 174"/>
              <a:gd name="T19" fmla="*/ 113 h 130"/>
              <a:gd name="T20" fmla="*/ 157 w 174"/>
              <a:gd name="T21" fmla="*/ 92 h 130"/>
              <a:gd name="T22" fmla="*/ 157 w 174"/>
              <a:gd name="T23" fmla="*/ 92 h 130"/>
              <a:gd name="T24" fmla="*/ 157 w 174"/>
              <a:gd name="T25" fmla="*/ 91 h 130"/>
              <a:gd name="T26" fmla="*/ 157 w 174"/>
              <a:gd name="T27" fmla="*/ 4 h 130"/>
              <a:gd name="T28" fmla="*/ 153 w 174"/>
              <a:gd name="T29" fmla="*/ 0 h 130"/>
              <a:gd name="T30" fmla="*/ 21 w 174"/>
              <a:gd name="T31" fmla="*/ 0 h 130"/>
              <a:gd name="T32" fmla="*/ 17 w 174"/>
              <a:gd name="T33" fmla="*/ 4 h 130"/>
              <a:gd name="T34" fmla="*/ 17 w 174"/>
              <a:gd name="T35" fmla="*/ 91 h 130"/>
              <a:gd name="T36" fmla="*/ 17 w 174"/>
              <a:gd name="T37" fmla="*/ 92 h 130"/>
              <a:gd name="T38" fmla="*/ 17 w 174"/>
              <a:gd name="T39" fmla="*/ 92 h 130"/>
              <a:gd name="T40" fmla="*/ 16 w 174"/>
              <a:gd name="T41" fmla="*/ 92 h 130"/>
              <a:gd name="T42" fmla="*/ 158 w 174"/>
              <a:gd name="T43" fmla="*/ 92 h 130"/>
              <a:gd name="T44" fmla="*/ 157 w 174"/>
              <a:gd name="T45" fmla="*/ 92 h 130"/>
              <a:gd name="T46" fmla="*/ 147 w 174"/>
              <a:gd name="T47" fmla="*/ 85 h 130"/>
              <a:gd name="T48" fmla="*/ 27 w 174"/>
              <a:gd name="T49" fmla="*/ 85 h 130"/>
              <a:gd name="T50" fmla="*/ 27 w 174"/>
              <a:gd name="T51" fmla="*/ 10 h 130"/>
              <a:gd name="T52" fmla="*/ 147 w 174"/>
              <a:gd name="T53" fmla="*/ 10 h 130"/>
              <a:gd name="T54" fmla="*/ 147 w 174"/>
              <a:gd name="T55" fmla="*/ 85 h 130"/>
              <a:gd name="T56" fmla="*/ 173 w 174"/>
              <a:gd name="T57" fmla="*/ 123 h 130"/>
              <a:gd name="T58" fmla="*/ 1 w 174"/>
              <a:gd name="T59" fmla="*/ 123 h 130"/>
              <a:gd name="T60" fmla="*/ 0 w 174"/>
              <a:gd name="T61" fmla="*/ 124 h 130"/>
              <a:gd name="T62" fmla="*/ 4 w 174"/>
              <a:gd name="T63" fmla="*/ 130 h 130"/>
              <a:gd name="T64" fmla="*/ 170 w 174"/>
              <a:gd name="T65" fmla="*/ 130 h 130"/>
              <a:gd name="T66" fmla="*/ 174 w 174"/>
              <a:gd name="T67" fmla="*/ 124 h 130"/>
              <a:gd name="T68" fmla="*/ 173 w 174"/>
              <a:gd name="T69" fmla="*/ 123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74" h="130">
                <a:moveTo>
                  <a:pt x="160" y="97"/>
                </a:moveTo>
                <a:cubicBezTo>
                  <a:pt x="14" y="97"/>
                  <a:pt x="14" y="97"/>
                  <a:pt x="14" y="97"/>
                </a:cubicBezTo>
                <a:cubicBezTo>
                  <a:pt x="3" y="118"/>
                  <a:pt x="3" y="118"/>
                  <a:pt x="3" y="118"/>
                </a:cubicBezTo>
                <a:cubicBezTo>
                  <a:pt x="171" y="118"/>
                  <a:pt x="171" y="118"/>
                  <a:pt x="171" y="118"/>
                </a:cubicBezTo>
                <a:lnTo>
                  <a:pt x="160" y="97"/>
                </a:lnTo>
                <a:close/>
                <a:moveTo>
                  <a:pt x="69" y="113"/>
                </a:moveTo>
                <a:cubicBezTo>
                  <a:pt x="73" y="105"/>
                  <a:pt x="73" y="105"/>
                  <a:pt x="73" y="105"/>
                </a:cubicBezTo>
                <a:cubicBezTo>
                  <a:pt x="101" y="105"/>
                  <a:pt x="101" y="105"/>
                  <a:pt x="101" y="105"/>
                </a:cubicBezTo>
                <a:cubicBezTo>
                  <a:pt x="105" y="113"/>
                  <a:pt x="105" y="113"/>
                  <a:pt x="105" y="113"/>
                </a:cubicBezTo>
                <a:lnTo>
                  <a:pt x="69" y="113"/>
                </a:lnTo>
                <a:close/>
                <a:moveTo>
                  <a:pt x="157" y="92"/>
                </a:moveTo>
                <a:cubicBezTo>
                  <a:pt x="157" y="92"/>
                  <a:pt x="157" y="92"/>
                  <a:pt x="157" y="92"/>
                </a:cubicBezTo>
                <a:cubicBezTo>
                  <a:pt x="157" y="92"/>
                  <a:pt x="157" y="92"/>
                  <a:pt x="157" y="91"/>
                </a:cubicBezTo>
                <a:cubicBezTo>
                  <a:pt x="157" y="4"/>
                  <a:pt x="157" y="4"/>
                  <a:pt x="157" y="4"/>
                </a:cubicBezTo>
                <a:cubicBezTo>
                  <a:pt x="157" y="2"/>
                  <a:pt x="156" y="0"/>
                  <a:pt x="153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18" y="0"/>
                  <a:pt x="17" y="2"/>
                  <a:pt x="17" y="4"/>
                </a:cubicBezTo>
                <a:cubicBezTo>
                  <a:pt x="17" y="91"/>
                  <a:pt x="17" y="91"/>
                  <a:pt x="17" y="91"/>
                </a:cubicBezTo>
                <a:cubicBezTo>
                  <a:pt x="17" y="92"/>
                  <a:pt x="17" y="92"/>
                  <a:pt x="17" y="92"/>
                </a:cubicBezTo>
                <a:cubicBezTo>
                  <a:pt x="17" y="92"/>
                  <a:pt x="17" y="92"/>
                  <a:pt x="17" y="92"/>
                </a:cubicBezTo>
                <a:cubicBezTo>
                  <a:pt x="16" y="92"/>
                  <a:pt x="16" y="92"/>
                  <a:pt x="16" y="92"/>
                </a:cubicBezTo>
                <a:cubicBezTo>
                  <a:pt x="158" y="92"/>
                  <a:pt x="158" y="92"/>
                  <a:pt x="158" y="92"/>
                </a:cubicBezTo>
                <a:lnTo>
                  <a:pt x="157" y="92"/>
                </a:lnTo>
                <a:close/>
                <a:moveTo>
                  <a:pt x="147" y="85"/>
                </a:moveTo>
                <a:cubicBezTo>
                  <a:pt x="27" y="85"/>
                  <a:pt x="27" y="85"/>
                  <a:pt x="27" y="85"/>
                </a:cubicBezTo>
                <a:cubicBezTo>
                  <a:pt x="27" y="10"/>
                  <a:pt x="27" y="10"/>
                  <a:pt x="27" y="10"/>
                </a:cubicBezTo>
                <a:cubicBezTo>
                  <a:pt x="147" y="10"/>
                  <a:pt x="147" y="10"/>
                  <a:pt x="147" y="10"/>
                </a:cubicBezTo>
                <a:lnTo>
                  <a:pt x="147" y="85"/>
                </a:lnTo>
                <a:close/>
                <a:moveTo>
                  <a:pt x="173" y="123"/>
                </a:moveTo>
                <a:cubicBezTo>
                  <a:pt x="1" y="123"/>
                  <a:pt x="1" y="123"/>
                  <a:pt x="1" y="123"/>
                </a:cubicBezTo>
                <a:cubicBezTo>
                  <a:pt x="0" y="124"/>
                  <a:pt x="0" y="124"/>
                  <a:pt x="0" y="124"/>
                </a:cubicBezTo>
                <a:cubicBezTo>
                  <a:pt x="0" y="126"/>
                  <a:pt x="2" y="130"/>
                  <a:pt x="4" y="130"/>
                </a:cubicBezTo>
                <a:cubicBezTo>
                  <a:pt x="170" y="130"/>
                  <a:pt x="170" y="130"/>
                  <a:pt x="170" y="130"/>
                </a:cubicBezTo>
                <a:cubicBezTo>
                  <a:pt x="172" y="130"/>
                  <a:pt x="174" y="126"/>
                  <a:pt x="174" y="124"/>
                </a:cubicBezTo>
                <a:lnTo>
                  <a:pt x="173" y="123"/>
                </a:lnTo>
                <a:close/>
              </a:path>
            </a:pathLst>
          </a:custGeom>
          <a:solidFill>
            <a:srgbClr val="95C53E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en-US" sz="1350"/>
          </a:p>
        </p:txBody>
      </p:sp>
      <p:sp>
        <p:nvSpPr>
          <p:cNvPr id="40" name="矩形 39"/>
          <p:cNvSpPr/>
          <p:nvPr/>
        </p:nvSpPr>
        <p:spPr>
          <a:xfrm>
            <a:off x="6799568" y="2928097"/>
            <a:ext cx="1831175" cy="724492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05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>
              <a:lnSpc>
                <a:spcPct val="150000"/>
              </a:lnSpc>
            </a:pPr>
            <a:r>
              <a:rPr lang="en-US" altLang="zh-CN" sz="900" dirty="0">
                <a:solidFill>
                  <a:schemeClr val="bg2">
                    <a:lumMod val="25000"/>
                  </a:schemeClr>
                </a:solidFill>
              </a:rPr>
              <a:t>Lorem ipsum dolor sit amet, consectetuer </a:t>
            </a:r>
            <a:r>
              <a:rPr lang="en-US" altLang="zh-CN" sz="900" dirty="0" err="1">
                <a:solidFill>
                  <a:schemeClr val="bg2">
                    <a:lumMod val="25000"/>
                  </a:schemeClr>
                </a:solidFill>
              </a:rPr>
              <a:t>adipiscing</a:t>
            </a:r>
            <a:r>
              <a:rPr lang="en-US" altLang="zh-CN" sz="9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zh-CN" sz="900" dirty="0" err="1">
                <a:solidFill>
                  <a:schemeClr val="bg2">
                    <a:lumMod val="25000"/>
                  </a:schemeClr>
                </a:solidFill>
              </a:rPr>
              <a:t>elit</a:t>
            </a:r>
            <a:r>
              <a:rPr lang="en-US" altLang="zh-CN" sz="90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5630102"/>
            <a:ext cx="7371000" cy="56324"/>
          </a:xfrm>
          <a:prstGeom prst="rect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任意多边形 6"/>
          <p:cNvSpPr/>
          <p:nvPr/>
        </p:nvSpPr>
        <p:spPr>
          <a:xfrm flipV="1">
            <a:off x="0" y="857249"/>
            <a:ext cx="5257800" cy="985838"/>
          </a:xfrm>
          <a:custGeom>
            <a:avLst/>
            <a:gdLst>
              <a:gd name="connsiteX0" fmla="*/ 4523198 w 6096000"/>
              <a:gd name="connsiteY0" fmla="*/ 6 h 870781"/>
              <a:gd name="connsiteX1" fmla="*/ 0 w 6096000"/>
              <a:gd name="connsiteY1" fmla="*/ 6 h 870781"/>
              <a:gd name="connsiteX2" fmla="*/ 0 w 6096000"/>
              <a:gd name="connsiteY2" fmla="*/ 870781 h 870781"/>
              <a:gd name="connsiteX3" fmla="*/ 6096000 w 6096000"/>
              <a:gd name="connsiteY3" fmla="*/ 870781 h 870781"/>
              <a:gd name="connsiteX4" fmla="*/ 4523198 w 6096000"/>
              <a:gd name="connsiteY4" fmla="*/ 6 h 870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870781">
                <a:moveTo>
                  <a:pt x="4523198" y="6"/>
                </a:moveTo>
                <a:lnTo>
                  <a:pt x="0" y="6"/>
                </a:lnTo>
                <a:lnTo>
                  <a:pt x="0" y="870781"/>
                </a:lnTo>
                <a:lnTo>
                  <a:pt x="6096000" y="870781"/>
                </a:lnTo>
                <a:cubicBezTo>
                  <a:pt x="5127651" y="612302"/>
                  <a:pt x="5639575" y="-2112"/>
                  <a:pt x="4523198" y="6"/>
                </a:cubicBezTo>
                <a:close/>
              </a:path>
            </a:pathLst>
          </a:custGeom>
          <a:solidFill>
            <a:srgbClr val="0E814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811178" y="3153051"/>
            <a:ext cx="6417141" cy="7155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就是在此添加标题内容文本</a:t>
            </a:r>
          </a:p>
        </p:txBody>
      </p:sp>
      <p:sp>
        <p:nvSpPr>
          <p:cNvPr id="10" name="矩形 9"/>
          <p:cNvSpPr/>
          <p:nvPr/>
        </p:nvSpPr>
        <p:spPr>
          <a:xfrm>
            <a:off x="1071563" y="3280183"/>
            <a:ext cx="725328" cy="497180"/>
          </a:xfrm>
          <a:prstGeom prst="rect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</a:rPr>
              <a:t>02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47782" y="1107794"/>
            <a:ext cx="156966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</a:rPr>
              <a:t>标题内容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483784" y="5392806"/>
            <a:ext cx="131959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000" b="1" dirty="0">
                <a:solidFill>
                  <a:srgbClr val="95C53E"/>
                </a:solidFill>
              </a:rPr>
              <a:t>LOGO</a:t>
            </a:r>
            <a:endParaRPr lang="zh-CN" altLang="en-US" sz="3000" b="1" dirty="0">
              <a:solidFill>
                <a:srgbClr val="95C53E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 flipV="1">
            <a:off x="0" y="857251"/>
            <a:ext cx="9144000" cy="995984"/>
          </a:xfrm>
          <a:custGeom>
            <a:avLst/>
            <a:gdLst>
              <a:gd name="connsiteX0" fmla="*/ 0 w 12192000"/>
              <a:gd name="connsiteY0" fmla="*/ 1327979 h 1327979"/>
              <a:gd name="connsiteX1" fmla="*/ 12192000 w 12192000"/>
              <a:gd name="connsiteY1" fmla="*/ 1327979 h 1327979"/>
              <a:gd name="connsiteX2" fmla="*/ 12192000 w 12192000"/>
              <a:gd name="connsiteY2" fmla="*/ 870779 h 1327979"/>
              <a:gd name="connsiteX3" fmla="*/ 7562844 w 12192000"/>
              <a:gd name="connsiteY3" fmla="*/ 870779 h 1327979"/>
              <a:gd name="connsiteX4" fmla="*/ 7397873 w 12192000"/>
              <a:gd name="connsiteY4" fmla="*/ 818383 h 1327979"/>
              <a:gd name="connsiteX5" fmla="*/ 5990049 w 12192000"/>
              <a:gd name="connsiteY5" fmla="*/ 6 h 1327979"/>
              <a:gd name="connsiteX6" fmla="*/ 105952 w 12192000"/>
              <a:gd name="connsiteY6" fmla="*/ 6 h 1327979"/>
              <a:gd name="connsiteX7" fmla="*/ 0 w 12192000"/>
              <a:gd name="connsiteY7" fmla="*/ 3363 h 1327979"/>
              <a:gd name="connsiteX8" fmla="*/ 0 w 12192000"/>
              <a:gd name="connsiteY8" fmla="*/ 870779 h 1327979"/>
              <a:gd name="connsiteX9" fmla="*/ 0 w 12192000"/>
              <a:gd name="connsiteY9" fmla="*/ 870781 h 132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327979">
                <a:moveTo>
                  <a:pt x="0" y="1327979"/>
                </a:moveTo>
                <a:lnTo>
                  <a:pt x="12192000" y="1327979"/>
                </a:lnTo>
                <a:lnTo>
                  <a:pt x="12192000" y="870779"/>
                </a:lnTo>
                <a:lnTo>
                  <a:pt x="7562844" y="870779"/>
                </a:lnTo>
                <a:lnTo>
                  <a:pt x="7397873" y="818383"/>
                </a:lnTo>
                <a:cubicBezTo>
                  <a:pt x="6652131" y="537909"/>
                  <a:pt x="7036652" y="-1980"/>
                  <a:pt x="5990049" y="6"/>
                </a:cubicBezTo>
                <a:lnTo>
                  <a:pt x="105952" y="6"/>
                </a:lnTo>
                <a:lnTo>
                  <a:pt x="0" y="3363"/>
                </a:lnTo>
                <a:lnTo>
                  <a:pt x="0" y="870779"/>
                </a:lnTo>
                <a:lnTo>
                  <a:pt x="0" y="870781"/>
                </a:lnTo>
                <a:close/>
              </a:path>
            </a:pathLst>
          </a:custGeom>
          <a:solidFill>
            <a:srgbClr val="0E814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3" name="任意多边形 2"/>
          <p:cNvSpPr/>
          <p:nvPr/>
        </p:nvSpPr>
        <p:spPr>
          <a:xfrm flipH="1">
            <a:off x="4572000" y="1172936"/>
            <a:ext cx="4572000" cy="680356"/>
          </a:xfrm>
          <a:custGeom>
            <a:avLst/>
            <a:gdLst>
              <a:gd name="connsiteX0" fmla="*/ 4523198 w 6096000"/>
              <a:gd name="connsiteY0" fmla="*/ 6 h 870781"/>
              <a:gd name="connsiteX1" fmla="*/ 0 w 6096000"/>
              <a:gd name="connsiteY1" fmla="*/ 6 h 870781"/>
              <a:gd name="connsiteX2" fmla="*/ 0 w 6096000"/>
              <a:gd name="connsiteY2" fmla="*/ 870781 h 870781"/>
              <a:gd name="connsiteX3" fmla="*/ 6096000 w 6096000"/>
              <a:gd name="connsiteY3" fmla="*/ 870781 h 870781"/>
              <a:gd name="connsiteX4" fmla="*/ 4523198 w 6096000"/>
              <a:gd name="connsiteY4" fmla="*/ 6 h 870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870781">
                <a:moveTo>
                  <a:pt x="4523198" y="6"/>
                </a:moveTo>
                <a:lnTo>
                  <a:pt x="0" y="6"/>
                </a:lnTo>
                <a:lnTo>
                  <a:pt x="0" y="870781"/>
                </a:lnTo>
                <a:lnTo>
                  <a:pt x="6096000" y="870781"/>
                </a:lnTo>
                <a:cubicBezTo>
                  <a:pt x="5127651" y="612302"/>
                  <a:pt x="5639575" y="-2112"/>
                  <a:pt x="4523198" y="6"/>
                </a:cubicBezTo>
                <a:close/>
              </a:path>
            </a:pathLst>
          </a:custGeom>
          <a:solidFill>
            <a:srgbClr val="95C53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7782" y="1107794"/>
            <a:ext cx="156966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</a:rPr>
              <a:t>标题内容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977084" y="1316905"/>
            <a:ext cx="96372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100" dirty="0">
                <a:solidFill>
                  <a:schemeClr val="bg1"/>
                </a:solidFill>
              </a:rPr>
              <a:t>LOGO</a:t>
            </a:r>
            <a:endParaRPr lang="zh-CN" altLang="en-US" sz="2100" dirty="0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6943" y="2283279"/>
            <a:ext cx="892628" cy="1240972"/>
          </a:xfrm>
          <a:prstGeom prst="rect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/>
              <a:t>1</a:t>
            </a:r>
            <a:endParaRPr lang="zh-CN" altLang="en-US" sz="6000" dirty="0"/>
          </a:p>
        </p:txBody>
      </p:sp>
      <p:sp>
        <p:nvSpPr>
          <p:cNvPr id="7" name="矩形 6"/>
          <p:cNvSpPr/>
          <p:nvPr/>
        </p:nvSpPr>
        <p:spPr>
          <a:xfrm>
            <a:off x="576943" y="3796392"/>
            <a:ext cx="892628" cy="1240972"/>
          </a:xfrm>
          <a:prstGeom prst="rect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/>
              <a:t>3</a:t>
            </a:r>
            <a:endParaRPr lang="zh-CN" altLang="en-US" sz="6000" dirty="0"/>
          </a:p>
        </p:txBody>
      </p:sp>
      <p:sp>
        <p:nvSpPr>
          <p:cNvPr id="8" name="矩形 7"/>
          <p:cNvSpPr/>
          <p:nvPr/>
        </p:nvSpPr>
        <p:spPr>
          <a:xfrm>
            <a:off x="1469572" y="2283279"/>
            <a:ext cx="2928257" cy="1240972"/>
          </a:xfrm>
          <a:prstGeom prst="rect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/>
        </p:nvSpPr>
        <p:spPr>
          <a:xfrm>
            <a:off x="1469572" y="3796392"/>
            <a:ext cx="2928257" cy="1240972"/>
          </a:xfrm>
          <a:prstGeom prst="rect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4767944" y="2283279"/>
            <a:ext cx="892628" cy="1240972"/>
          </a:xfrm>
          <a:prstGeom prst="rect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/>
              <a:t>2</a:t>
            </a:r>
            <a:endParaRPr lang="zh-CN" altLang="en-US" sz="6000" dirty="0"/>
          </a:p>
        </p:txBody>
      </p:sp>
      <p:sp>
        <p:nvSpPr>
          <p:cNvPr id="11" name="矩形 10"/>
          <p:cNvSpPr/>
          <p:nvPr/>
        </p:nvSpPr>
        <p:spPr>
          <a:xfrm>
            <a:off x="4767944" y="3796392"/>
            <a:ext cx="892628" cy="1240972"/>
          </a:xfrm>
          <a:prstGeom prst="rect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/>
              <a:t>4</a:t>
            </a:r>
            <a:endParaRPr lang="zh-CN" altLang="en-US" sz="6000" dirty="0"/>
          </a:p>
        </p:txBody>
      </p:sp>
      <p:sp>
        <p:nvSpPr>
          <p:cNvPr id="12" name="矩形 11"/>
          <p:cNvSpPr/>
          <p:nvPr/>
        </p:nvSpPr>
        <p:spPr>
          <a:xfrm>
            <a:off x="5660572" y="2283279"/>
            <a:ext cx="2928257" cy="1240972"/>
          </a:xfrm>
          <a:prstGeom prst="rect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矩形 12"/>
          <p:cNvSpPr/>
          <p:nvPr/>
        </p:nvSpPr>
        <p:spPr>
          <a:xfrm>
            <a:off x="5660572" y="3796392"/>
            <a:ext cx="2928257" cy="1240972"/>
          </a:xfrm>
          <a:prstGeom prst="rect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矩形 13"/>
          <p:cNvSpPr/>
          <p:nvPr/>
        </p:nvSpPr>
        <p:spPr>
          <a:xfrm>
            <a:off x="1575232" y="2522891"/>
            <a:ext cx="2489821" cy="761745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chemeClr val="bg1"/>
                </a:solidFill>
              </a:rPr>
              <a:t>在此添加关键字</a:t>
            </a:r>
          </a:p>
          <a:p>
            <a:r>
              <a:rPr lang="en-US" altLang="zh-CN" sz="1050" dirty="0">
                <a:solidFill>
                  <a:schemeClr val="bg1"/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15" name="矩形 14"/>
          <p:cNvSpPr/>
          <p:nvPr/>
        </p:nvSpPr>
        <p:spPr>
          <a:xfrm>
            <a:off x="1618032" y="4036005"/>
            <a:ext cx="2489821" cy="761745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chemeClr val="bg1"/>
                </a:solidFill>
              </a:rPr>
              <a:t>在此添加关键字</a:t>
            </a:r>
          </a:p>
          <a:p>
            <a:r>
              <a:rPr lang="en-US" altLang="zh-CN" sz="1050" dirty="0">
                <a:solidFill>
                  <a:schemeClr val="bg1"/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16" name="矩形 15"/>
          <p:cNvSpPr/>
          <p:nvPr/>
        </p:nvSpPr>
        <p:spPr>
          <a:xfrm>
            <a:off x="5879790" y="4036005"/>
            <a:ext cx="2489821" cy="761745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chemeClr val="bg1"/>
                </a:solidFill>
              </a:rPr>
              <a:t>在此添加关键字</a:t>
            </a:r>
          </a:p>
          <a:p>
            <a:r>
              <a:rPr lang="en-US" altLang="zh-CN" sz="1050" dirty="0">
                <a:solidFill>
                  <a:schemeClr val="bg1"/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17" name="矩形 16"/>
          <p:cNvSpPr/>
          <p:nvPr/>
        </p:nvSpPr>
        <p:spPr>
          <a:xfrm>
            <a:off x="5879789" y="2522891"/>
            <a:ext cx="2489821" cy="761745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chemeClr val="bg1"/>
                </a:solidFill>
              </a:rPr>
              <a:t>在此添加关键字</a:t>
            </a:r>
          </a:p>
          <a:p>
            <a:r>
              <a:rPr lang="en-US" altLang="zh-CN" sz="1050" dirty="0">
                <a:solidFill>
                  <a:schemeClr val="bg1"/>
                </a:solidFill>
              </a:rPr>
              <a:t>Lorem ipsum dolor sit amet, consectetuer adipiscing elit. Maecenas porttitor congue massa.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 flipV="1">
            <a:off x="0" y="857251"/>
            <a:ext cx="9144000" cy="995984"/>
          </a:xfrm>
          <a:custGeom>
            <a:avLst/>
            <a:gdLst>
              <a:gd name="connsiteX0" fmla="*/ 0 w 12192000"/>
              <a:gd name="connsiteY0" fmla="*/ 1327979 h 1327979"/>
              <a:gd name="connsiteX1" fmla="*/ 12192000 w 12192000"/>
              <a:gd name="connsiteY1" fmla="*/ 1327979 h 1327979"/>
              <a:gd name="connsiteX2" fmla="*/ 12192000 w 12192000"/>
              <a:gd name="connsiteY2" fmla="*/ 870779 h 1327979"/>
              <a:gd name="connsiteX3" fmla="*/ 7562844 w 12192000"/>
              <a:gd name="connsiteY3" fmla="*/ 870779 h 1327979"/>
              <a:gd name="connsiteX4" fmla="*/ 7397873 w 12192000"/>
              <a:gd name="connsiteY4" fmla="*/ 818383 h 1327979"/>
              <a:gd name="connsiteX5" fmla="*/ 5990049 w 12192000"/>
              <a:gd name="connsiteY5" fmla="*/ 6 h 1327979"/>
              <a:gd name="connsiteX6" fmla="*/ 105952 w 12192000"/>
              <a:gd name="connsiteY6" fmla="*/ 6 h 1327979"/>
              <a:gd name="connsiteX7" fmla="*/ 0 w 12192000"/>
              <a:gd name="connsiteY7" fmla="*/ 3363 h 1327979"/>
              <a:gd name="connsiteX8" fmla="*/ 0 w 12192000"/>
              <a:gd name="connsiteY8" fmla="*/ 870779 h 1327979"/>
              <a:gd name="connsiteX9" fmla="*/ 0 w 12192000"/>
              <a:gd name="connsiteY9" fmla="*/ 870781 h 132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327979">
                <a:moveTo>
                  <a:pt x="0" y="1327979"/>
                </a:moveTo>
                <a:lnTo>
                  <a:pt x="12192000" y="1327979"/>
                </a:lnTo>
                <a:lnTo>
                  <a:pt x="12192000" y="870779"/>
                </a:lnTo>
                <a:lnTo>
                  <a:pt x="7562844" y="870779"/>
                </a:lnTo>
                <a:lnTo>
                  <a:pt x="7397873" y="818383"/>
                </a:lnTo>
                <a:cubicBezTo>
                  <a:pt x="6652131" y="537909"/>
                  <a:pt x="7036652" y="-1980"/>
                  <a:pt x="5990049" y="6"/>
                </a:cubicBezTo>
                <a:lnTo>
                  <a:pt x="105952" y="6"/>
                </a:lnTo>
                <a:lnTo>
                  <a:pt x="0" y="3363"/>
                </a:lnTo>
                <a:lnTo>
                  <a:pt x="0" y="870779"/>
                </a:lnTo>
                <a:lnTo>
                  <a:pt x="0" y="870781"/>
                </a:lnTo>
                <a:close/>
              </a:path>
            </a:pathLst>
          </a:custGeom>
          <a:solidFill>
            <a:srgbClr val="0E814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3" name="任意多边形 2"/>
          <p:cNvSpPr/>
          <p:nvPr/>
        </p:nvSpPr>
        <p:spPr>
          <a:xfrm flipH="1">
            <a:off x="4572000" y="1172936"/>
            <a:ext cx="4572000" cy="680356"/>
          </a:xfrm>
          <a:custGeom>
            <a:avLst/>
            <a:gdLst>
              <a:gd name="connsiteX0" fmla="*/ 4523198 w 6096000"/>
              <a:gd name="connsiteY0" fmla="*/ 6 h 870781"/>
              <a:gd name="connsiteX1" fmla="*/ 0 w 6096000"/>
              <a:gd name="connsiteY1" fmla="*/ 6 h 870781"/>
              <a:gd name="connsiteX2" fmla="*/ 0 w 6096000"/>
              <a:gd name="connsiteY2" fmla="*/ 870781 h 870781"/>
              <a:gd name="connsiteX3" fmla="*/ 6096000 w 6096000"/>
              <a:gd name="connsiteY3" fmla="*/ 870781 h 870781"/>
              <a:gd name="connsiteX4" fmla="*/ 4523198 w 6096000"/>
              <a:gd name="connsiteY4" fmla="*/ 6 h 870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870781">
                <a:moveTo>
                  <a:pt x="4523198" y="6"/>
                </a:moveTo>
                <a:lnTo>
                  <a:pt x="0" y="6"/>
                </a:lnTo>
                <a:lnTo>
                  <a:pt x="0" y="870781"/>
                </a:lnTo>
                <a:lnTo>
                  <a:pt x="6096000" y="870781"/>
                </a:lnTo>
                <a:cubicBezTo>
                  <a:pt x="5127651" y="612302"/>
                  <a:pt x="5639575" y="-2112"/>
                  <a:pt x="4523198" y="6"/>
                </a:cubicBezTo>
                <a:close/>
              </a:path>
            </a:pathLst>
          </a:custGeom>
          <a:solidFill>
            <a:srgbClr val="95C53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7782" y="1107794"/>
            <a:ext cx="156966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</a:rPr>
              <a:t>标题内容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977084" y="1316905"/>
            <a:ext cx="96372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100" dirty="0">
                <a:solidFill>
                  <a:schemeClr val="bg1"/>
                </a:solidFill>
              </a:rPr>
              <a:t>LOGO</a:t>
            </a:r>
            <a:endParaRPr lang="zh-CN" altLang="en-US" sz="2100" dirty="0">
              <a:solidFill>
                <a:schemeClr val="bg1"/>
              </a:solidFill>
            </a:endParaRPr>
          </a:p>
        </p:txBody>
      </p:sp>
      <p:grpSp>
        <p:nvGrpSpPr>
          <p:cNvPr id="6" name="组合 5"/>
          <p:cNvGrpSpPr>
            <a:grpSpLocks noChangeAspect="1"/>
          </p:cNvGrpSpPr>
          <p:nvPr/>
        </p:nvGrpSpPr>
        <p:grpSpPr>
          <a:xfrm>
            <a:off x="850630" y="2335669"/>
            <a:ext cx="1620000" cy="1620000"/>
            <a:chOff x="11219608" y="1032668"/>
            <a:chExt cx="3313113" cy="3313114"/>
          </a:xfrm>
        </p:grpSpPr>
        <p:sp>
          <p:nvSpPr>
            <p:cNvPr id="7" name="Freeform 7"/>
            <p:cNvSpPr/>
            <p:nvPr/>
          </p:nvSpPr>
          <p:spPr bwMode="auto">
            <a:xfrm>
              <a:off x="11741896" y="1032669"/>
              <a:ext cx="2790825" cy="3313113"/>
            </a:xfrm>
            <a:custGeom>
              <a:avLst/>
              <a:gdLst>
                <a:gd name="T0" fmla="*/ 0 w 3515"/>
                <a:gd name="T1" fmla="*/ 3609 h 4173"/>
                <a:gd name="T2" fmla="*/ 163 w 3515"/>
                <a:gd name="T3" fmla="*/ 3747 h 4173"/>
                <a:gd name="T4" fmla="*/ 336 w 3515"/>
                <a:gd name="T5" fmla="*/ 3866 h 4173"/>
                <a:gd name="T6" fmla="*/ 516 w 3515"/>
                <a:gd name="T7" fmla="*/ 3966 h 4173"/>
                <a:gd name="T8" fmla="*/ 704 w 3515"/>
                <a:gd name="T9" fmla="*/ 4045 h 4173"/>
                <a:gd name="T10" fmla="*/ 898 w 3515"/>
                <a:gd name="T11" fmla="*/ 4106 h 4173"/>
                <a:gd name="T12" fmla="*/ 1094 w 3515"/>
                <a:gd name="T13" fmla="*/ 4148 h 4173"/>
                <a:gd name="T14" fmla="*/ 1294 w 3515"/>
                <a:gd name="T15" fmla="*/ 4170 h 4173"/>
                <a:gd name="T16" fmla="*/ 1493 w 3515"/>
                <a:gd name="T17" fmla="*/ 4173 h 4173"/>
                <a:gd name="T18" fmla="*/ 1693 w 3515"/>
                <a:gd name="T19" fmla="*/ 4158 h 4173"/>
                <a:gd name="T20" fmla="*/ 1891 w 3515"/>
                <a:gd name="T21" fmla="*/ 4123 h 4173"/>
                <a:gd name="T22" fmla="*/ 2085 w 3515"/>
                <a:gd name="T23" fmla="*/ 4070 h 4173"/>
                <a:gd name="T24" fmla="*/ 2275 w 3515"/>
                <a:gd name="T25" fmla="*/ 3997 h 4173"/>
                <a:gd name="T26" fmla="*/ 2457 w 3515"/>
                <a:gd name="T27" fmla="*/ 3905 h 4173"/>
                <a:gd name="T28" fmla="*/ 2632 w 3515"/>
                <a:gd name="T29" fmla="*/ 3793 h 4173"/>
                <a:gd name="T30" fmla="*/ 2797 w 3515"/>
                <a:gd name="T31" fmla="*/ 3665 h 4173"/>
                <a:gd name="T32" fmla="*/ 2951 w 3515"/>
                <a:gd name="T33" fmla="*/ 3517 h 4173"/>
                <a:gd name="T34" fmla="*/ 3089 w 3515"/>
                <a:gd name="T35" fmla="*/ 3354 h 4173"/>
                <a:gd name="T36" fmla="*/ 3208 w 3515"/>
                <a:gd name="T37" fmla="*/ 3181 h 4173"/>
                <a:gd name="T38" fmla="*/ 3306 w 3515"/>
                <a:gd name="T39" fmla="*/ 3000 h 4173"/>
                <a:gd name="T40" fmla="*/ 3386 w 3515"/>
                <a:gd name="T41" fmla="*/ 2812 h 4173"/>
                <a:gd name="T42" fmla="*/ 3448 w 3515"/>
                <a:gd name="T43" fmla="*/ 2618 h 4173"/>
                <a:gd name="T44" fmla="*/ 3488 w 3515"/>
                <a:gd name="T45" fmla="*/ 2421 h 4173"/>
                <a:gd name="T46" fmla="*/ 3511 w 3515"/>
                <a:gd name="T47" fmla="*/ 2223 h 4173"/>
                <a:gd name="T48" fmla="*/ 3515 w 3515"/>
                <a:gd name="T49" fmla="*/ 2021 h 4173"/>
                <a:gd name="T50" fmla="*/ 3500 w 3515"/>
                <a:gd name="T51" fmla="*/ 1822 h 4173"/>
                <a:gd name="T52" fmla="*/ 3463 w 3515"/>
                <a:gd name="T53" fmla="*/ 1624 h 4173"/>
                <a:gd name="T54" fmla="*/ 3409 w 3515"/>
                <a:gd name="T55" fmla="*/ 1430 h 4173"/>
                <a:gd name="T56" fmla="*/ 3337 w 3515"/>
                <a:gd name="T57" fmla="*/ 1242 h 4173"/>
                <a:gd name="T58" fmla="*/ 3246 w 3515"/>
                <a:gd name="T59" fmla="*/ 1060 h 4173"/>
                <a:gd name="T60" fmla="*/ 3135 w 3515"/>
                <a:gd name="T61" fmla="*/ 885 h 4173"/>
                <a:gd name="T62" fmla="*/ 3006 w 3515"/>
                <a:gd name="T63" fmla="*/ 720 h 4173"/>
                <a:gd name="T64" fmla="*/ 2857 w 3515"/>
                <a:gd name="T65" fmla="*/ 566 h 4173"/>
                <a:gd name="T66" fmla="*/ 2707 w 3515"/>
                <a:gd name="T67" fmla="*/ 438 h 4173"/>
                <a:gd name="T68" fmla="*/ 2545 w 3515"/>
                <a:gd name="T69" fmla="*/ 324 h 4173"/>
                <a:gd name="T70" fmla="*/ 2375 w 3515"/>
                <a:gd name="T71" fmla="*/ 228 h 4173"/>
                <a:gd name="T72" fmla="*/ 2196 w 3515"/>
                <a:gd name="T73" fmla="*/ 148 h 4173"/>
                <a:gd name="T74" fmla="*/ 2012 w 3515"/>
                <a:gd name="T75" fmla="*/ 84 h 4173"/>
                <a:gd name="T76" fmla="*/ 1822 w 3515"/>
                <a:gd name="T77" fmla="*/ 38 h 4173"/>
                <a:gd name="T78" fmla="*/ 1626 w 3515"/>
                <a:gd name="T79" fmla="*/ 9 h 4173"/>
                <a:gd name="T80" fmla="*/ 1428 w 3515"/>
                <a:gd name="T81" fmla="*/ 0 h 4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515" h="4173">
                  <a:moveTo>
                    <a:pt x="1428" y="2087"/>
                  </a:moveTo>
                  <a:lnTo>
                    <a:pt x="0" y="3609"/>
                  </a:lnTo>
                  <a:lnTo>
                    <a:pt x="80" y="3680"/>
                  </a:lnTo>
                  <a:lnTo>
                    <a:pt x="163" y="3747"/>
                  </a:lnTo>
                  <a:lnTo>
                    <a:pt x="247" y="3809"/>
                  </a:lnTo>
                  <a:lnTo>
                    <a:pt x="336" y="3866"/>
                  </a:lnTo>
                  <a:lnTo>
                    <a:pt x="426" y="3918"/>
                  </a:lnTo>
                  <a:lnTo>
                    <a:pt x="516" y="3966"/>
                  </a:lnTo>
                  <a:lnTo>
                    <a:pt x="610" y="4008"/>
                  </a:lnTo>
                  <a:lnTo>
                    <a:pt x="704" y="4045"/>
                  </a:lnTo>
                  <a:lnTo>
                    <a:pt x="800" y="4077"/>
                  </a:lnTo>
                  <a:lnTo>
                    <a:pt x="898" y="4106"/>
                  </a:lnTo>
                  <a:lnTo>
                    <a:pt x="996" y="4129"/>
                  </a:lnTo>
                  <a:lnTo>
                    <a:pt x="1094" y="4148"/>
                  </a:lnTo>
                  <a:lnTo>
                    <a:pt x="1194" y="4162"/>
                  </a:lnTo>
                  <a:lnTo>
                    <a:pt x="1294" y="4170"/>
                  </a:lnTo>
                  <a:lnTo>
                    <a:pt x="1393" y="4173"/>
                  </a:lnTo>
                  <a:lnTo>
                    <a:pt x="1493" y="4173"/>
                  </a:lnTo>
                  <a:lnTo>
                    <a:pt x="1593" y="4168"/>
                  </a:lnTo>
                  <a:lnTo>
                    <a:pt x="1693" y="4158"/>
                  </a:lnTo>
                  <a:lnTo>
                    <a:pt x="1793" y="4143"/>
                  </a:lnTo>
                  <a:lnTo>
                    <a:pt x="1891" y="4123"/>
                  </a:lnTo>
                  <a:lnTo>
                    <a:pt x="1989" y="4099"/>
                  </a:lnTo>
                  <a:lnTo>
                    <a:pt x="2085" y="4070"/>
                  </a:lnTo>
                  <a:lnTo>
                    <a:pt x="2181" y="4035"/>
                  </a:lnTo>
                  <a:lnTo>
                    <a:pt x="2275" y="3997"/>
                  </a:lnTo>
                  <a:lnTo>
                    <a:pt x="2367" y="3953"/>
                  </a:lnTo>
                  <a:lnTo>
                    <a:pt x="2457" y="3905"/>
                  </a:lnTo>
                  <a:lnTo>
                    <a:pt x="2545" y="3851"/>
                  </a:lnTo>
                  <a:lnTo>
                    <a:pt x="2632" y="3793"/>
                  </a:lnTo>
                  <a:lnTo>
                    <a:pt x="2714" y="3732"/>
                  </a:lnTo>
                  <a:lnTo>
                    <a:pt x="2797" y="3665"/>
                  </a:lnTo>
                  <a:lnTo>
                    <a:pt x="2874" y="3594"/>
                  </a:lnTo>
                  <a:lnTo>
                    <a:pt x="2951" y="3517"/>
                  </a:lnTo>
                  <a:lnTo>
                    <a:pt x="3022" y="3436"/>
                  </a:lnTo>
                  <a:lnTo>
                    <a:pt x="3089" y="3354"/>
                  </a:lnTo>
                  <a:lnTo>
                    <a:pt x="3150" y="3267"/>
                  </a:lnTo>
                  <a:lnTo>
                    <a:pt x="3208" y="3181"/>
                  </a:lnTo>
                  <a:lnTo>
                    <a:pt x="3260" y="3091"/>
                  </a:lnTo>
                  <a:lnTo>
                    <a:pt x="3306" y="3000"/>
                  </a:lnTo>
                  <a:lnTo>
                    <a:pt x="3350" y="2906"/>
                  </a:lnTo>
                  <a:lnTo>
                    <a:pt x="3386" y="2812"/>
                  </a:lnTo>
                  <a:lnTo>
                    <a:pt x="3419" y="2716"/>
                  </a:lnTo>
                  <a:lnTo>
                    <a:pt x="3448" y="2618"/>
                  </a:lnTo>
                  <a:lnTo>
                    <a:pt x="3471" y="2520"/>
                  </a:lnTo>
                  <a:lnTo>
                    <a:pt x="3488" y="2421"/>
                  </a:lnTo>
                  <a:lnTo>
                    <a:pt x="3504" y="2323"/>
                  </a:lnTo>
                  <a:lnTo>
                    <a:pt x="3511" y="2223"/>
                  </a:lnTo>
                  <a:lnTo>
                    <a:pt x="3515" y="2121"/>
                  </a:lnTo>
                  <a:lnTo>
                    <a:pt x="3515" y="2021"/>
                  </a:lnTo>
                  <a:lnTo>
                    <a:pt x="3509" y="1922"/>
                  </a:lnTo>
                  <a:lnTo>
                    <a:pt x="3500" y="1822"/>
                  </a:lnTo>
                  <a:lnTo>
                    <a:pt x="3484" y="1724"/>
                  </a:lnTo>
                  <a:lnTo>
                    <a:pt x="3463" y="1624"/>
                  </a:lnTo>
                  <a:lnTo>
                    <a:pt x="3440" y="1528"/>
                  </a:lnTo>
                  <a:lnTo>
                    <a:pt x="3409" y="1430"/>
                  </a:lnTo>
                  <a:lnTo>
                    <a:pt x="3377" y="1336"/>
                  </a:lnTo>
                  <a:lnTo>
                    <a:pt x="3337" y="1242"/>
                  </a:lnTo>
                  <a:lnTo>
                    <a:pt x="3294" y="1150"/>
                  </a:lnTo>
                  <a:lnTo>
                    <a:pt x="3246" y="1060"/>
                  </a:lnTo>
                  <a:lnTo>
                    <a:pt x="3193" y="971"/>
                  </a:lnTo>
                  <a:lnTo>
                    <a:pt x="3135" y="885"/>
                  </a:lnTo>
                  <a:lnTo>
                    <a:pt x="3073" y="800"/>
                  </a:lnTo>
                  <a:lnTo>
                    <a:pt x="3006" y="720"/>
                  </a:lnTo>
                  <a:lnTo>
                    <a:pt x="2933" y="641"/>
                  </a:lnTo>
                  <a:lnTo>
                    <a:pt x="2857" y="566"/>
                  </a:lnTo>
                  <a:lnTo>
                    <a:pt x="2784" y="499"/>
                  </a:lnTo>
                  <a:lnTo>
                    <a:pt x="2707" y="438"/>
                  </a:lnTo>
                  <a:lnTo>
                    <a:pt x="2628" y="380"/>
                  </a:lnTo>
                  <a:lnTo>
                    <a:pt x="2545" y="324"/>
                  </a:lnTo>
                  <a:lnTo>
                    <a:pt x="2461" y="274"/>
                  </a:lnTo>
                  <a:lnTo>
                    <a:pt x="2375" y="228"/>
                  </a:lnTo>
                  <a:lnTo>
                    <a:pt x="2286" y="186"/>
                  </a:lnTo>
                  <a:lnTo>
                    <a:pt x="2196" y="148"/>
                  </a:lnTo>
                  <a:lnTo>
                    <a:pt x="2106" y="113"/>
                  </a:lnTo>
                  <a:lnTo>
                    <a:pt x="2012" y="84"/>
                  </a:lnTo>
                  <a:lnTo>
                    <a:pt x="1918" y="59"/>
                  </a:lnTo>
                  <a:lnTo>
                    <a:pt x="1822" y="38"/>
                  </a:lnTo>
                  <a:lnTo>
                    <a:pt x="1724" y="21"/>
                  </a:lnTo>
                  <a:lnTo>
                    <a:pt x="1626" y="9"/>
                  </a:lnTo>
                  <a:lnTo>
                    <a:pt x="1528" y="4"/>
                  </a:lnTo>
                  <a:lnTo>
                    <a:pt x="1428" y="0"/>
                  </a:lnTo>
                  <a:lnTo>
                    <a:pt x="1428" y="2087"/>
                  </a:lnTo>
                  <a:close/>
                </a:path>
              </a:pathLst>
            </a:custGeom>
            <a:solidFill>
              <a:srgbClr val="0E81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srgbClr val="219FD2"/>
                </a:solidFill>
              </a:endParaRPr>
            </a:p>
          </p:txBody>
        </p:sp>
        <p:sp>
          <p:nvSpPr>
            <p:cNvPr id="8" name="Freeform 8"/>
            <p:cNvSpPr/>
            <p:nvPr/>
          </p:nvSpPr>
          <p:spPr bwMode="auto">
            <a:xfrm>
              <a:off x="11219608" y="1032668"/>
              <a:ext cx="1655763" cy="2863850"/>
            </a:xfrm>
            <a:custGeom>
              <a:avLst/>
              <a:gdLst>
                <a:gd name="T0" fmla="*/ 2087 w 2087"/>
                <a:gd name="T1" fmla="*/ 2087 h 3609"/>
                <a:gd name="T2" fmla="*/ 2087 w 2087"/>
                <a:gd name="T3" fmla="*/ 0 h 3609"/>
                <a:gd name="T4" fmla="*/ 1980 w 2087"/>
                <a:gd name="T5" fmla="*/ 4 h 3609"/>
                <a:gd name="T6" fmla="*/ 1874 w 2087"/>
                <a:gd name="T7" fmla="*/ 11 h 3609"/>
                <a:gd name="T8" fmla="*/ 1770 w 2087"/>
                <a:gd name="T9" fmla="*/ 25 h 3609"/>
                <a:gd name="T10" fmla="*/ 1667 w 2087"/>
                <a:gd name="T11" fmla="*/ 42 h 3609"/>
                <a:gd name="T12" fmla="*/ 1567 w 2087"/>
                <a:gd name="T13" fmla="*/ 67 h 3609"/>
                <a:gd name="T14" fmla="*/ 1467 w 2087"/>
                <a:gd name="T15" fmla="*/ 94 h 3609"/>
                <a:gd name="T16" fmla="*/ 1369 w 2087"/>
                <a:gd name="T17" fmla="*/ 127 h 3609"/>
                <a:gd name="T18" fmla="*/ 1275 w 2087"/>
                <a:gd name="T19" fmla="*/ 165 h 3609"/>
                <a:gd name="T20" fmla="*/ 1183 w 2087"/>
                <a:gd name="T21" fmla="*/ 207 h 3609"/>
                <a:gd name="T22" fmla="*/ 1092 w 2087"/>
                <a:gd name="T23" fmla="*/ 253 h 3609"/>
                <a:gd name="T24" fmla="*/ 1006 w 2087"/>
                <a:gd name="T25" fmla="*/ 303 h 3609"/>
                <a:gd name="T26" fmla="*/ 920 w 2087"/>
                <a:gd name="T27" fmla="*/ 357 h 3609"/>
                <a:gd name="T28" fmla="*/ 839 w 2087"/>
                <a:gd name="T29" fmla="*/ 415 h 3609"/>
                <a:gd name="T30" fmla="*/ 760 w 2087"/>
                <a:gd name="T31" fmla="*/ 478 h 3609"/>
                <a:gd name="T32" fmla="*/ 684 w 2087"/>
                <a:gd name="T33" fmla="*/ 543 h 3609"/>
                <a:gd name="T34" fmla="*/ 613 w 2087"/>
                <a:gd name="T35" fmla="*/ 612 h 3609"/>
                <a:gd name="T36" fmla="*/ 543 w 2087"/>
                <a:gd name="T37" fmla="*/ 685 h 3609"/>
                <a:gd name="T38" fmla="*/ 476 w 2087"/>
                <a:gd name="T39" fmla="*/ 760 h 3609"/>
                <a:gd name="T40" fmla="*/ 415 w 2087"/>
                <a:gd name="T41" fmla="*/ 839 h 3609"/>
                <a:gd name="T42" fmla="*/ 357 w 2087"/>
                <a:gd name="T43" fmla="*/ 921 h 3609"/>
                <a:gd name="T44" fmla="*/ 301 w 2087"/>
                <a:gd name="T45" fmla="*/ 1006 h 3609"/>
                <a:gd name="T46" fmla="*/ 252 w 2087"/>
                <a:gd name="T47" fmla="*/ 1092 h 3609"/>
                <a:gd name="T48" fmla="*/ 205 w 2087"/>
                <a:gd name="T49" fmla="*/ 1182 h 3609"/>
                <a:gd name="T50" fmla="*/ 165 w 2087"/>
                <a:gd name="T51" fmla="*/ 1275 h 3609"/>
                <a:gd name="T52" fmla="*/ 127 w 2087"/>
                <a:gd name="T53" fmla="*/ 1371 h 3609"/>
                <a:gd name="T54" fmla="*/ 94 w 2087"/>
                <a:gd name="T55" fmla="*/ 1467 h 3609"/>
                <a:gd name="T56" fmla="*/ 65 w 2087"/>
                <a:gd name="T57" fmla="*/ 1566 h 3609"/>
                <a:gd name="T58" fmla="*/ 42 w 2087"/>
                <a:gd name="T59" fmla="*/ 1666 h 3609"/>
                <a:gd name="T60" fmla="*/ 25 w 2087"/>
                <a:gd name="T61" fmla="*/ 1770 h 3609"/>
                <a:gd name="T62" fmla="*/ 12 w 2087"/>
                <a:gd name="T63" fmla="*/ 1874 h 3609"/>
                <a:gd name="T64" fmla="*/ 4 w 2087"/>
                <a:gd name="T65" fmla="*/ 1981 h 3609"/>
                <a:gd name="T66" fmla="*/ 0 w 2087"/>
                <a:gd name="T67" fmla="*/ 2087 h 3609"/>
                <a:gd name="T68" fmla="*/ 4 w 2087"/>
                <a:gd name="T69" fmla="*/ 2196 h 3609"/>
                <a:gd name="T70" fmla="*/ 12 w 2087"/>
                <a:gd name="T71" fmla="*/ 2302 h 3609"/>
                <a:gd name="T72" fmla="*/ 25 w 2087"/>
                <a:gd name="T73" fmla="*/ 2407 h 3609"/>
                <a:gd name="T74" fmla="*/ 44 w 2087"/>
                <a:gd name="T75" fmla="*/ 2513 h 3609"/>
                <a:gd name="T76" fmla="*/ 69 w 2087"/>
                <a:gd name="T77" fmla="*/ 2616 h 3609"/>
                <a:gd name="T78" fmla="*/ 98 w 2087"/>
                <a:gd name="T79" fmla="*/ 2718 h 3609"/>
                <a:gd name="T80" fmla="*/ 133 w 2087"/>
                <a:gd name="T81" fmla="*/ 2818 h 3609"/>
                <a:gd name="T82" fmla="*/ 173 w 2087"/>
                <a:gd name="T83" fmla="*/ 2916 h 3609"/>
                <a:gd name="T84" fmla="*/ 217 w 2087"/>
                <a:gd name="T85" fmla="*/ 3012 h 3609"/>
                <a:gd name="T86" fmla="*/ 265 w 2087"/>
                <a:gd name="T87" fmla="*/ 3106 h 3609"/>
                <a:gd name="T88" fmla="*/ 321 w 2087"/>
                <a:gd name="T89" fmla="*/ 3198 h 3609"/>
                <a:gd name="T90" fmla="*/ 378 w 2087"/>
                <a:gd name="T91" fmla="*/ 3286 h 3609"/>
                <a:gd name="T92" fmla="*/ 442 w 2087"/>
                <a:gd name="T93" fmla="*/ 3371 h 3609"/>
                <a:gd name="T94" fmla="*/ 511 w 2087"/>
                <a:gd name="T95" fmla="*/ 3453 h 3609"/>
                <a:gd name="T96" fmla="*/ 582 w 2087"/>
                <a:gd name="T97" fmla="*/ 3534 h 3609"/>
                <a:gd name="T98" fmla="*/ 659 w 2087"/>
                <a:gd name="T99" fmla="*/ 3609 h 3609"/>
                <a:gd name="T100" fmla="*/ 2087 w 2087"/>
                <a:gd name="T101" fmla="*/ 2087 h 3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087" h="3609">
                  <a:moveTo>
                    <a:pt x="2087" y="2087"/>
                  </a:moveTo>
                  <a:lnTo>
                    <a:pt x="2087" y="0"/>
                  </a:lnTo>
                  <a:lnTo>
                    <a:pt x="1980" y="4"/>
                  </a:lnTo>
                  <a:lnTo>
                    <a:pt x="1874" y="11"/>
                  </a:lnTo>
                  <a:lnTo>
                    <a:pt x="1770" y="25"/>
                  </a:lnTo>
                  <a:lnTo>
                    <a:pt x="1667" y="42"/>
                  </a:lnTo>
                  <a:lnTo>
                    <a:pt x="1567" y="67"/>
                  </a:lnTo>
                  <a:lnTo>
                    <a:pt x="1467" y="94"/>
                  </a:lnTo>
                  <a:lnTo>
                    <a:pt x="1369" y="127"/>
                  </a:lnTo>
                  <a:lnTo>
                    <a:pt x="1275" y="165"/>
                  </a:lnTo>
                  <a:lnTo>
                    <a:pt x="1183" y="207"/>
                  </a:lnTo>
                  <a:lnTo>
                    <a:pt x="1092" y="253"/>
                  </a:lnTo>
                  <a:lnTo>
                    <a:pt x="1006" y="303"/>
                  </a:lnTo>
                  <a:lnTo>
                    <a:pt x="920" y="357"/>
                  </a:lnTo>
                  <a:lnTo>
                    <a:pt x="839" y="415"/>
                  </a:lnTo>
                  <a:lnTo>
                    <a:pt x="760" y="478"/>
                  </a:lnTo>
                  <a:lnTo>
                    <a:pt x="684" y="543"/>
                  </a:lnTo>
                  <a:lnTo>
                    <a:pt x="613" y="612"/>
                  </a:lnTo>
                  <a:lnTo>
                    <a:pt x="543" y="685"/>
                  </a:lnTo>
                  <a:lnTo>
                    <a:pt x="476" y="760"/>
                  </a:lnTo>
                  <a:lnTo>
                    <a:pt x="415" y="839"/>
                  </a:lnTo>
                  <a:lnTo>
                    <a:pt x="357" y="921"/>
                  </a:lnTo>
                  <a:lnTo>
                    <a:pt x="301" y="1006"/>
                  </a:lnTo>
                  <a:lnTo>
                    <a:pt x="252" y="1092"/>
                  </a:lnTo>
                  <a:lnTo>
                    <a:pt x="205" y="1182"/>
                  </a:lnTo>
                  <a:lnTo>
                    <a:pt x="165" y="1275"/>
                  </a:lnTo>
                  <a:lnTo>
                    <a:pt x="127" y="1371"/>
                  </a:lnTo>
                  <a:lnTo>
                    <a:pt x="94" y="1467"/>
                  </a:lnTo>
                  <a:lnTo>
                    <a:pt x="65" y="1566"/>
                  </a:lnTo>
                  <a:lnTo>
                    <a:pt x="42" y="1666"/>
                  </a:lnTo>
                  <a:lnTo>
                    <a:pt x="25" y="1770"/>
                  </a:lnTo>
                  <a:lnTo>
                    <a:pt x="12" y="1874"/>
                  </a:lnTo>
                  <a:lnTo>
                    <a:pt x="4" y="1981"/>
                  </a:lnTo>
                  <a:lnTo>
                    <a:pt x="0" y="2087"/>
                  </a:lnTo>
                  <a:lnTo>
                    <a:pt x="4" y="2196"/>
                  </a:lnTo>
                  <a:lnTo>
                    <a:pt x="12" y="2302"/>
                  </a:lnTo>
                  <a:lnTo>
                    <a:pt x="25" y="2407"/>
                  </a:lnTo>
                  <a:lnTo>
                    <a:pt x="44" y="2513"/>
                  </a:lnTo>
                  <a:lnTo>
                    <a:pt x="69" y="2616"/>
                  </a:lnTo>
                  <a:lnTo>
                    <a:pt x="98" y="2718"/>
                  </a:lnTo>
                  <a:lnTo>
                    <a:pt x="133" y="2818"/>
                  </a:lnTo>
                  <a:lnTo>
                    <a:pt x="173" y="2916"/>
                  </a:lnTo>
                  <a:lnTo>
                    <a:pt x="217" y="3012"/>
                  </a:lnTo>
                  <a:lnTo>
                    <a:pt x="265" y="3106"/>
                  </a:lnTo>
                  <a:lnTo>
                    <a:pt x="321" y="3198"/>
                  </a:lnTo>
                  <a:lnTo>
                    <a:pt x="378" y="3286"/>
                  </a:lnTo>
                  <a:lnTo>
                    <a:pt x="442" y="3371"/>
                  </a:lnTo>
                  <a:lnTo>
                    <a:pt x="511" y="3453"/>
                  </a:lnTo>
                  <a:lnTo>
                    <a:pt x="582" y="3534"/>
                  </a:lnTo>
                  <a:lnTo>
                    <a:pt x="659" y="3609"/>
                  </a:lnTo>
                  <a:lnTo>
                    <a:pt x="2087" y="2087"/>
                  </a:lnTo>
                  <a:close/>
                </a:path>
              </a:pathLst>
            </a:custGeom>
            <a:solidFill>
              <a:srgbClr val="95C5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srgbClr val="219FD2"/>
                </a:solidFill>
              </a:endParaRPr>
            </a:p>
          </p:txBody>
        </p:sp>
      </p:grpSp>
      <p:sp>
        <p:nvSpPr>
          <p:cNvPr id="72" name="TextBox 23"/>
          <p:cNvSpPr txBox="1"/>
          <p:nvPr/>
        </p:nvSpPr>
        <p:spPr>
          <a:xfrm>
            <a:off x="850631" y="4099720"/>
            <a:ext cx="87716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700" b="1" dirty="0">
                <a:solidFill>
                  <a:srgbClr val="0E8146"/>
                </a:solidFill>
              </a:rPr>
              <a:t>62%</a:t>
            </a:r>
            <a:endParaRPr lang="zh-CN" altLang="en-US" sz="2700" b="1" dirty="0">
              <a:solidFill>
                <a:srgbClr val="0E8146"/>
              </a:solidFill>
            </a:endParaRPr>
          </a:p>
        </p:txBody>
      </p:sp>
      <p:sp>
        <p:nvSpPr>
          <p:cNvPr id="73" name="TextBox 89"/>
          <p:cNvSpPr txBox="1"/>
          <p:nvPr/>
        </p:nvSpPr>
        <p:spPr>
          <a:xfrm>
            <a:off x="1692569" y="3036121"/>
            <a:ext cx="57099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dirty="0">
                <a:solidFill>
                  <a:schemeClr val="bg1"/>
                </a:solidFill>
              </a:rPr>
              <a:t>62%</a:t>
            </a:r>
            <a:endParaRPr lang="zh-CN" altLang="en-US" sz="1500" dirty="0">
              <a:solidFill>
                <a:schemeClr val="bg1"/>
              </a:solidFill>
            </a:endParaRPr>
          </a:p>
        </p:txBody>
      </p:sp>
      <p:sp>
        <p:nvSpPr>
          <p:cNvPr id="74" name="TextBox 90"/>
          <p:cNvSpPr txBox="1"/>
          <p:nvPr/>
        </p:nvSpPr>
        <p:spPr>
          <a:xfrm>
            <a:off x="962168" y="2842155"/>
            <a:ext cx="57099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dirty="0">
                <a:solidFill>
                  <a:schemeClr val="bg1"/>
                </a:solidFill>
              </a:rPr>
              <a:t>38%</a:t>
            </a:r>
            <a:endParaRPr lang="zh-CN" altLang="en-US" sz="1500" dirty="0">
              <a:solidFill>
                <a:schemeClr val="bg1"/>
              </a:solidFill>
            </a:endParaRPr>
          </a:p>
        </p:txBody>
      </p:sp>
      <p:sp>
        <p:nvSpPr>
          <p:cNvPr id="75" name="TextBox 91"/>
          <p:cNvSpPr txBox="1"/>
          <p:nvPr/>
        </p:nvSpPr>
        <p:spPr>
          <a:xfrm>
            <a:off x="3442696" y="4099720"/>
            <a:ext cx="87716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700" b="1" dirty="0">
                <a:solidFill>
                  <a:srgbClr val="0E8146"/>
                </a:solidFill>
              </a:rPr>
              <a:t>20%</a:t>
            </a:r>
            <a:endParaRPr lang="zh-CN" altLang="en-US" sz="2700" b="1" dirty="0">
              <a:solidFill>
                <a:srgbClr val="0E8146"/>
              </a:solidFill>
            </a:endParaRPr>
          </a:p>
        </p:txBody>
      </p:sp>
      <p:sp>
        <p:nvSpPr>
          <p:cNvPr id="76" name="TextBox 92"/>
          <p:cNvSpPr txBox="1"/>
          <p:nvPr/>
        </p:nvSpPr>
        <p:spPr>
          <a:xfrm>
            <a:off x="6366972" y="4099720"/>
            <a:ext cx="87716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700" b="1" dirty="0">
                <a:solidFill>
                  <a:srgbClr val="0E8146"/>
                </a:solidFill>
              </a:rPr>
              <a:t>64%</a:t>
            </a:r>
            <a:endParaRPr lang="zh-CN" altLang="en-US" sz="2700" b="1" dirty="0">
              <a:solidFill>
                <a:srgbClr val="0E8146"/>
              </a:solidFill>
            </a:endParaRPr>
          </a:p>
        </p:txBody>
      </p:sp>
      <p:sp>
        <p:nvSpPr>
          <p:cNvPr id="81" name="Freeform 148"/>
          <p:cNvSpPr>
            <a:spLocks noEditPoints="1"/>
          </p:cNvSpPr>
          <p:nvPr/>
        </p:nvSpPr>
        <p:spPr bwMode="auto">
          <a:xfrm>
            <a:off x="4165185" y="2500815"/>
            <a:ext cx="296077" cy="603017"/>
          </a:xfrm>
          <a:custGeom>
            <a:avLst/>
            <a:gdLst>
              <a:gd name="T0" fmla="*/ 99 w 218"/>
              <a:gd name="T1" fmla="*/ 394 h 444"/>
              <a:gd name="T2" fmla="*/ 97 w 218"/>
              <a:gd name="T3" fmla="*/ 444 h 444"/>
              <a:gd name="T4" fmla="*/ 150 w 218"/>
              <a:gd name="T5" fmla="*/ 305 h 444"/>
              <a:gd name="T6" fmla="*/ 134 w 218"/>
              <a:gd name="T7" fmla="*/ 315 h 444"/>
              <a:gd name="T8" fmla="*/ 136 w 218"/>
              <a:gd name="T9" fmla="*/ 331 h 444"/>
              <a:gd name="T10" fmla="*/ 144 w 218"/>
              <a:gd name="T11" fmla="*/ 339 h 444"/>
              <a:gd name="T12" fmla="*/ 154 w 218"/>
              <a:gd name="T13" fmla="*/ 349 h 444"/>
              <a:gd name="T14" fmla="*/ 154 w 218"/>
              <a:gd name="T15" fmla="*/ 359 h 444"/>
              <a:gd name="T16" fmla="*/ 150 w 218"/>
              <a:gd name="T17" fmla="*/ 359 h 444"/>
              <a:gd name="T18" fmla="*/ 150 w 218"/>
              <a:gd name="T19" fmla="*/ 347 h 444"/>
              <a:gd name="T20" fmla="*/ 134 w 218"/>
              <a:gd name="T21" fmla="*/ 357 h 444"/>
              <a:gd name="T22" fmla="*/ 144 w 218"/>
              <a:gd name="T23" fmla="*/ 369 h 444"/>
              <a:gd name="T24" fmla="*/ 156 w 218"/>
              <a:gd name="T25" fmla="*/ 377 h 444"/>
              <a:gd name="T26" fmla="*/ 170 w 218"/>
              <a:gd name="T27" fmla="*/ 365 h 444"/>
              <a:gd name="T28" fmla="*/ 172 w 218"/>
              <a:gd name="T29" fmla="*/ 345 h 444"/>
              <a:gd name="T30" fmla="*/ 168 w 218"/>
              <a:gd name="T31" fmla="*/ 337 h 444"/>
              <a:gd name="T32" fmla="*/ 156 w 218"/>
              <a:gd name="T33" fmla="*/ 329 h 444"/>
              <a:gd name="T34" fmla="*/ 150 w 218"/>
              <a:gd name="T35" fmla="*/ 323 h 444"/>
              <a:gd name="T36" fmla="*/ 152 w 218"/>
              <a:gd name="T37" fmla="*/ 315 h 444"/>
              <a:gd name="T38" fmla="*/ 154 w 218"/>
              <a:gd name="T39" fmla="*/ 317 h 444"/>
              <a:gd name="T40" fmla="*/ 156 w 218"/>
              <a:gd name="T41" fmla="*/ 325 h 444"/>
              <a:gd name="T42" fmla="*/ 170 w 218"/>
              <a:gd name="T43" fmla="*/ 315 h 444"/>
              <a:gd name="T44" fmla="*/ 156 w 218"/>
              <a:gd name="T45" fmla="*/ 305 h 444"/>
              <a:gd name="T46" fmla="*/ 49 w 218"/>
              <a:gd name="T47" fmla="*/ 117 h 444"/>
              <a:gd name="T48" fmla="*/ 146 w 218"/>
              <a:gd name="T49" fmla="*/ 131 h 444"/>
              <a:gd name="T50" fmla="*/ 162 w 218"/>
              <a:gd name="T51" fmla="*/ 246 h 444"/>
              <a:gd name="T52" fmla="*/ 206 w 218"/>
              <a:gd name="T53" fmla="*/ 291 h 444"/>
              <a:gd name="T54" fmla="*/ 216 w 218"/>
              <a:gd name="T55" fmla="*/ 299 h 444"/>
              <a:gd name="T56" fmla="*/ 216 w 218"/>
              <a:gd name="T57" fmla="*/ 379 h 444"/>
              <a:gd name="T58" fmla="*/ 206 w 218"/>
              <a:gd name="T59" fmla="*/ 386 h 444"/>
              <a:gd name="T60" fmla="*/ 91 w 218"/>
              <a:gd name="T61" fmla="*/ 382 h 444"/>
              <a:gd name="T62" fmla="*/ 89 w 218"/>
              <a:gd name="T63" fmla="*/ 303 h 444"/>
              <a:gd name="T64" fmla="*/ 95 w 218"/>
              <a:gd name="T65" fmla="*/ 291 h 444"/>
              <a:gd name="T66" fmla="*/ 144 w 218"/>
              <a:gd name="T67" fmla="*/ 281 h 444"/>
              <a:gd name="T68" fmla="*/ 87 w 218"/>
              <a:gd name="T69" fmla="*/ 285 h 444"/>
              <a:gd name="T70" fmla="*/ 79 w 218"/>
              <a:gd name="T71" fmla="*/ 303 h 444"/>
              <a:gd name="T72" fmla="*/ 27 w 218"/>
              <a:gd name="T73" fmla="*/ 444 h 444"/>
              <a:gd name="T74" fmla="*/ 4 w 218"/>
              <a:gd name="T75" fmla="*/ 263 h 444"/>
              <a:gd name="T76" fmla="*/ 4 w 218"/>
              <a:gd name="T77" fmla="*/ 146 h 444"/>
              <a:gd name="T78" fmla="*/ 49 w 218"/>
              <a:gd name="T79" fmla="*/ 117 h 444"/>
              <a:gd name="T80" fmla="*/ 121 w 218"/>
              <a:gd name="T81" fmla="*/ 16 h 444"/>
              <a:gd name="T82" fmla="*/ 130 w 218"/>
              <a:gd name="T83" fmla="*/ 73 h 444"/>
              <a:gd name="T84" fmla="*/ 83 w 218"/>
              <a:gd name="T85" fmla="*/ 107 h 444"/>
              <a:gd name="T86" fmla="*/ 33 w 218"/>
              <a:gd name="T87" fmla="*/ 73 h 444"/>
              <a:gd name="T88" fmla="*/ 45 w 218"/>
              <a:gd name="T89" fmla="*/ 16 h 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18" h="444">
                <a:moveTo>
                  <a:pt x="89" y="392"/>
                </a:moveTo>
                <a:lnTo>
                  <a:pt x="95" y="394"/>
                </a:lnTo>
                <a:lnTo>
                  <a:pt x="99" y="394"/>
                </a:lnTo>
                <a:lnTo>
                  <a:pt x="134" y="394"/>
                </a:lnTo>
                <a:lnTo>
                  <a:pt x="134" y="444"/>
                </a:lnTo>
                <a:lnTo>
                  <a:pt x="97" y="444"/>
                </a:lnTo>
                <a:lnTo>
                  <a:pt x="89" y="392"/>
                </a:lnTo>
                <a:close/>
                <a:moveTo>
                  <a:pt x="150" y="301"/>
                </a:moveTo>
                <a:lnTo>
                  <a:pt x="150" y="305"/>
                </a:lnTo>
                <a:lnTo>
                  <a:pt x="142" y="307"/>
                </a:lnTo>
                <a:lnTo>
                  <a:pt x="138" y="311"/>
                </a:lnTo>
                <a:lnTo>
                  <a:pt x="134" y="315"/>
                </a:lnTo>
                <a:lnTo>
                  <a:pt x="134" y="321"/>
                </a:lnTo>
                <a:lnTo>
                  <a:pt x="134" y="327"/>
                </a:lnTo>
                <a:lnTo>
                  <a:pt x="136" y="331"/>
                </a:lnTo>
                <a:lnTo>
                  <a:pt x="138" y="333"/>
                </a:lnTo>
                <a:lnTo>
                  <a:pt x="140" y="337"/>
                </a:lnTo>
                <a:lnTo>
                  <a:pt x="144" y="339"/>
                </a:lnTo>
                <a:lnTo>
                  <a:pt x="150" y="343"/>
                </a:lnTo>
                <a:lnTo>
                  <a:pt x="154" y="345"/>
                </a:lnTo>
                <a:lnTo>
                  <a:pt x="154" y="349"/>
                </a:lnTo>
                <a:lnTo>
                  <a:pt x="156" y="351"/>
                </a:lnTo>
                <a:lnTo>
                  <a:pt x="156" y="357"/>
                </a:lnTo>
                <a:lnTo>
                  <a:pt x="154" y="359"/>
                </a:lnTo>
                <a:lnTo>
                  <a:pt x="152" y="361"/>
                </a:lnTo>
                <a:lnTo>
                  <a:pt x="150" y="361"/>
                </a:lnTo>
                <a:lnTo>
                  <a:pt x="150" y="359"/>
                </a:lnTo>
                <a:lnTo>
                  <a:pt x="150" y="357"/>
                </a:lnTo>
                <a:lnTo>
                  <a:pt x="150" y="351"/>
                </a:lnTo>
                <a:lnTo>
                  <a:pt x="150" y="347"/>
                </a:lnTo>
                <a:lnTo>
                  <a:pt x="134" y="347"/>
                </a:lnTo>
                <a:lnTo>
                  <a:pt x="134" y="351"/>
                </a:lnTo>
                <a:lnTo>
                  <a:pt x="134" y="357"/>
                </a:lnTo>
                <a:lnTo>
                  <a:pt x="136" y="361"/>
                </a:lnTo>
                <a:lnTo>
                  <a:pt x="138" y="365"/>
                </a:lnTo>
                <a:lnTo>
                  <a:pt x="144" y="369"/>
                </a:lnTo>
                <a:lnTo>
                  <a:pt x="150" y="369"/>
                </a:lnTo>
                <a:lnTo>
                  <a:pt x="150" y="377"/>
                </a:lnTo>
                <a:lnTo>
                  <a:pt x="156" y="377"/>
                </a:lnTo>
                <a:lnTo>
                  <a:pt x="156" y="371"/>
                </a:lnTo>
                <a:lnTo>
                  <a:pt x="164" y="369"/>
                </a:lnTo>
                <a:lnTo>
                  <a:pt x="170" y="365"/>
                </a:lnTo>
                <a:lnTo>
                  <a:pt x="172" y="359"/>
                </a:lnTo>
                <a:lnTo>
                  <a:pt x="174" y="351"/>
                </a:lnTo>
                <a:lnTo>
                  <a:pt x="172" y="345"/>
                </a:lnTo>
                <a:lnTo>
                  <a:pt x="172" y="341"/>
                </a:lnTo>
                <a:lnTo>
                  <a:pt x="170" y="339"/>
                </a:lnTo>
                <a:lnTo>
                  <a:pt x="168" y="337"/>
                </a:lnTo>
                <a:lnTo>
                  <a:pt x="164" y="333"/>
                </a:lnTo>
                <a:lnTo>
                  <a:pt x="160" y="331"/>
                </a:lnTo>
                <a:lnTo>
                  <a:pt x="156" y="329"/>
                </a:lnTo>
                <a:lnTo>
                  <a:pt x="152" y="327"/>
                </a:lnTo>
                <a:lnTo>
                  <a:pt x="152" y="325"/>
                </a:lnTo>
                <a:lnTo>
                  <a:pt x="150" y="323"/>
                </a:lnTo>
                <a:lnTo>
                  <a:pt x="150" y="319"/>
                </a:lnTo>
                <a:lnTo>
                  <a:pt x="150" y="317"/>
                </a:lnTo>
                <a:lnTo>
                  <a:pt x="152" y="315"/>
                </a:lnTo>
                <a:lnTo>
                  <a:pt x="152" y="315"/>
                </a:lnTo>
                <a:lnTo>
                  <a:pt x="154" y="315"/>
                </a:lnTo>
                <a:lnTo>
                  <a:pt x="154" y="317"/>
                </a:lnTo>
                <a:lnTo>
                  <a:pt x="156" y="319"/>
                </a:lnTo>
                <a:lnTo>
                  <a:pt x="156" y="321"/>
                </a:lnTo>
                <a:lnTo>
                  <a:pt x="156" y="325"/>
                </a:lnTo>
                <a:lnTo>
                  <a:pt x="172" y="325"/>
                </a:lnTo>
                <a:lnTo>
                  <a:pt x="172" y="321"/>
                </a:lnTo>
                <a:lnTo>
                  <a:pt x="170" y="315"/>
                </a:lnTo>
                <a:lnTo>
                  <a:pt x="168" y="311"/>
                </a:lnTo>
                <a:lnTo>
                  <a:pt x="164" y="307"/>
                </a:lnTo>
                <a:lnTo>
                  <a:pt x="156" y="305"/>
                </a:lnTo>
                <a:lnTo>
                  <a:pt x="156" y="301"/>
                </a:lnTo>
                <a:lnTo>
                  <a:pt x="150" y="301"/>
                </a:lnTo>
                <a:close/>
                <a:moveTo>
                  <a:pt x="49" y="117"/>
                </a:moveTo>
                <a:lnTo>
                  <a:pt x="113" y="117"/>
                </a:lnTo>
                <a:lnTo>
                  <a:pt x="130" y="121"/>
                </a:lnTo>
                <a:lnTo>
                  <a:pt x="146" y="131"/>
                </a:lnTo>
                <a:lnTo>
                  <a:pt x="158" y="146"/>
                </a:lnTo>
                <a:lnTo>
                  <a:pt x="162" y="166"/>
                </a:lnTo>
                <a:lnTo>
                  <a:pt x="162" y="246"/>
                </a:lnTo>
                <a:lnTo>
                  <a:pt x="162" y="252"/>
                </a:lnTo>
                <a:lnTo>
                  <a:pt x="162" y="291"/>
                </a:lnTo>
                <a:lnTo>
                  <a:pt x="206" y="291"/>
                </a:lnTo>
                <a:lnTo>
                  <a:pt x="210" y="291"/>
                </a:lnTo>
                <a:lnTo>
                  <a:pt x="214" y="295"/>
                </a:lnTo>
                <a:lnTo>
                  <a:pt x="216" y="299"/>
                </a:lnTo>
                <a:lnTo>
                  <a:pt x="218" y="303"/>
                </a:lnTo>
                <a:lnTo>
                  <a:pt x="218" y="375"/>
                </a:lnTo>
                <a:lnTo>
                  <a:pt x="216" y="379"/>
                </a:lnTo>
                <a:lnTo>
                  <a:pt x="214" y="382"/>
                </a:lnTo>
                <a:lnTo>
                  <a:pt x="210" y="384"/>
                </a:lnTo>
                <a:lnTo>
                  <a:pt x="206" y="386"/>
                </a:lnTo>
                <a:lnTo>
                  <a:pt x="99" y="386"/>
                </a:lnTo>
                <a:lnTo>
                  <a:pt x="95" y="384"/>
                </a:lnTo>
                <a:lnTo>
                  <a:pt x="91" y="382"/>
                </a:lnTo>
                <a:lnTo>
                  <a:pt x="89" y="379"/>
                </a:lnTo>
                <a:lnTo>
                  <a:pt x="89" y="375"/>
                </a:lnTo>
                <a:lnTo>
                  <a:pt x="89" y="303"/>
                </a:lnTo>
                <a:lnTo>
                  <a:pt x="89" y="299"/>
                </a:lnTo>
                <a:lnTo>
                  <a:pt x="91" y="295"/>
                </a:lnTo>
                <a:lnTo>
                  <a:pt x="95" y="291"/>
                </a:lnTo>
                <a:lnTo>
                  <a:pt x="99" y="291"/>
                </a:lnTo>
                <a:lnTo>
                  <a:pt x="144" y="291"/>
                </a:lnTo>
                <a:lnTo>
                  <a:pt x="144" y="281"/>
                </a:lnTo>
                <a:lnTo>
                  <a:pt x="99" y="281"/>
                </a:lnTo>
                <a:lnTo>
                  <a:pt x="93" y="283"/>
                </a:lnTo>
                <a:lnTo>
                  <a:pt x="87" y="285"/>
                </a:lnTo>
                <a:lnTo>
                  <a:pt x="83" y="291"/>
                </a:lnTo>
                <a:lnTo>
                  <a:pt x="79" y="295"/>
                </a:lnTo>
                <a:lnTo>
                  <a:pt x="79" y="303"/>
                </a:lnTo>
                <a:lnTo>
                  <a:pt x="79" y="373"/>
                </a:lnTo>
                <a:lnTo>
                  <a:pt x="67" y="444"/>
                </a:lnTo>
                <a:lnTo>
                  <a:pt x="27" y="444"/>
                </a:lnTo>
                <a:lnTo>
                  <a:pt x="27" y="289"/>
                </a:lnTo>
                <a:lnTo>
                  <a:pt x="14" y="279"/>
                </a:lnTo>
                <a:lnTo>
                  <a:pt x="4" y="263"/>
                </a:lnTo>
                <a:lnTo>
                  <a:pt x="0" y="246"/>
                </a:lnTo>
                <a:lnTo>
                  <a:pt x="0" y="166"/>
                </a:lnTo>
                <a:lnTo>
                  <a:pt x="4" y="146"/>
                </a:lnTo>
                <a:lnTo>
                  <a:pt x="16" y="131"/>
                </a:lnTo>
                <a:lnTo>
                  <a:pt x="31" y="121"/>
                </a:lnTo>
                <a:lnTo>
                  <a:pt x="49" y="117"/>
                </a:lnTo>
                <a:close/>
                <a:moveTo>
                  <a:pt x="83" y="0"/>
                </a:moveTo>
                <a:lnTo>
                  <a:pt x="103" y="6"/>
                </a:lnTo>
                <a:lnTo>
                  <a:pt x="121" y="16"/>
                </a:lnTo>
                <a:lnTo>
                  <a:pt x="130" y="33"/>
                </a:lnTo>
                <a:lnTo>
                  <a:pt x="134" y="53"/>
                </a:lnTo>
                <a:lnTo>
                  <a:pt x="130" y="73"/>
                </a:lnTo>
                <a:lnTo>
                  <a:pt x="121" y="91"/>
                </a:lnTo>
                <a:lnTo>
                  <a:pt x="103" y="103"/>
                </a:lnTo>
                <a:lnTo>
                  <a:pt x="83" y="107"/>
                </a:lnTo>
                <a:lnTo>
                  <a:pt x="61" y="103"/>
                </a:lnTo>
                <a:lnTo>
                  <a:pt x="45" y="91"/>
                </a:lnTo>
                <a:lnTo>
                  <a:pt x="33" y="73"/>
                </a:lnTo>
                <a:lnTo>
                  <a:pt x="29" y="53"/>
                </a:lnTo>
                <a:lnTo>
                  <a:pt x="33" y="33"/>
                </a:lnTo>
                <a:lnTo>
                  <a:pt x="45" y="16"/>
                </a:lnTo>
                <a:lnTo>
                  <a:pt x="61" y="6"/>
                </a:lnTo>
                <a:lnTo>
                  <a:pt x="83" y="0"/>
                </a:lnTo>
                <a:close/>
              </a:path>
            </a:pathLst>
          </a:custGeom>
          <a:solidFill>
            <a:srgbClr val="95C53E"/>
          </a:solidFill>
          <a:ln w="0">
            <a:noFill/>
            <a:prstDash val="solid"/>
            <a:round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82" name="Freeform 148"/>
          <p:cNvSpPr>
            <a:spLocks noEditPoints="1"/>
          </p:cNvSpPr>
          <p:nvPr/>
        </p:nvSpPr>
        <p:spPr bwMode="auto">
          <a:xfrm>
            <a:off x="4538676" y="2500815"/>
            <a:ext cx="296077" cy="603017"/>
          </a:xfrm>
          <a:custGeom>
            <a:avLst/>
            <a:gdLst>
              <a:gd name="T0" fmla="*/ 99 w 218"/>
              <a:gd name="T1" fmla="*/ 394 h 444"/>
              <a:gd name="T2" fmla="*/ 97 w 218"/>
              <a:gd name="T3" fmla="*/ 444 h 444"/>
              <a:gd name="T4" fmla="*/ 150 w 218"/>
              <a:gd name="T5" fmla="*/ 305 h 444"/>
              <a:gd name="T6" fmla="*/ 134 w 218"/>
              <a:gd name="T7" fmla="*/ 315 h 444"/>
              <a:gd name="T8" fmla="*/ 136 w 218"/>
              <a:gd name="T9" fmla="*/ 331 h 444"/>
              <a:gd name="T10" fmla="*/ 144 w 218"/>
              <a:gd name="T11" fmla="*/ 339 h 444"/>
              <a:gd name="T12" fmla="*/ 154 w 218"/>
              <a:gd name="T13" fmla="*/ 349 h 444"/>
              <a:gd name="T14" fmla="*/ 154 w 218"/>
              <a:gd name="T15" fmla="*/ 359 h 444"/>
              <a:gd name="T16" fmla="*/ 150 w 218"/>
              <a:gd name="T17" fmla="*/ 359 h 444"/>
              <a:gd name="T18" fmla="*/ 150 w 218"/>
              <a:gd name="T19" fmla="*/ 347 h 444"/>
              <a:gd name="T20" fmla="*/ 134 w 218"/>
              <a:gd name="T21" fmla="*/ 357 h 444"/>
              <a:gd name="T22" fmla="*/ 144 w 218"/>
              <a:gd name="T23" fmla="*/ 369 h 444"/>
              <a:gd name="T24" fmla="*/ 156 w 218"/>
              <a:gd name="T25" fmla="*/ 377 h 444"/>
              <a:gd name="T26" fmla="*/ 170 w 218"/>
              <a:gd name="T27" fmla="*/ 365 h 444"/>
              <a:gd name="T28" fmla="*/ 172 w 218"/>
              <a:gd name="T29" fmla="*/ 345 h 444"/>
              <a:gd name="T30" fmla="*/ 168 w 218"/>
              <a:gd name="T31" fmla="*/ 337 h 444"/>
              <a:gd name="T32" fmla="*/ 156 w 218"/>
              <a:gd name="T33" fmla="*/ 329 h 444"/>
              <a:gd name="T34" fmla="*/ 150 w 218"/>
              <a:gd name="T35" fmla="*/ 323 h 444"/>
              <a:gd name="T36" fmla="*/ 152 w 218"/>
              <a:gd name="T37" fmla="*/ 315 h 444"/>
              <a:gd name="T38" fmla="*/ 154 w 218"/>
              <a:gd name="T39" fmla="*/ 317 h 444"/>
              <a:gd name="T40" fmla="*/ 156 w 218"/>
              <a:gd name="T41" fmla="*/ 325 h 444"/>
              <a:gd name="T42" fmla="*/ 170 w 218"/>
              <a:gd name="T43" fmla="*/ 315 h 444"/>
              <a:gd name="T44" fmla="*/ 156 w 218"/>
              <a:gd name="T45" fmla="*/ 305 h 444"/>
              <a:gd name="T46" fmla="*/ 49 w 218"/>
              <a:gd name="T47" fmla="*/ 117 h 444"/>
              <a:gd name="T48" fmla="*/ 146 w 218"/>
              <a:gd name="T49" fmla="*/ 131 h 444"/>
              <a:gd name="T50" fmla="*/ 162 w 218"/>
              <a:gd name="T51" fmla="*/ 246 h 444"/>
              <a:gd name="T52" fmla="*/ 206 w 218"/>
              <a:gd name="T53" fmla="*/ 291 h 444"/>
              <a:gd name="T54" fmla="*/ 216 w 218"/>
              <a:gd name="T55" fmla="*/ 299 h 444"/>
              <a:gd name="T56" fmla="*/ 216 w 218"/>
              <a:gd name="T57" fmla="*/ 379 h 444"/>
              <a:gd name="T58" fmla="*/ 206 w 218"/>
              <a:gd name="T59" fmla="*/ 386 h 444"/>
              <a:gd name="T60" fmla="*/ 91 w 218"/>
              <a:gd name="T61" fmla="*/ 382 h 444"/>
              <a:gd name="T62" fmla="*/ 89 w 218"/>
              <a:gd name="T63" fmla="*/ 303 h 444"/>
              <a:gd name="T64" fmla="*/ 95 w 218"/>
              <a:gd name="T65" fmla="*/ 291 h 444"/>
              <a:gd name="T66" fmla="*/ 144 w 218"/>
              <a:gd name="T67" fmla="*/ 281 h 444"/>
              <a:gd name="T68" fmla="*/ 87 w 218"/>
              <a:gd name="T69" fmla="*/ 285 h 444"/>
              <a:gd name="T70" fmla="*/ 79 w 218"/>
              <a:gd name="T71" fmla="*/ 303 h 444"/>
              <a:gd name="T72" fmla="*/ 27 w 218"/>
              <a:gd name="T73" fmla="*/ 444 h 444"/>
              <a:gd name="T74" fmla="*/ 4 w 218"/>
              <a:gd name="T75" fmla="*/ 263 h 444"/>
              <a:gd name="T76" fmla="*/ 4 w 218"/>
              <a:gd name="T77" fmla="*/ 146 h 444"/>
              <a:gd name="T78" fmla="*/ 49 w 218"/>
              <a:gd name="T79" fmla="*/ 117 h 444"/>
              <a:gd name="T80" fmla="*/ 121 w 218"/>
              <a:gd name="T81" fmla="*/ 16 h 444"/>
              <a:gd name="T82" fmla="*/ 130 w 218"/>
              <a:gd name="T83" fmla="*/ 73 h 444"/>
              <a:gd name="T84" fmla="*/ 83 w 218"/>
              <a:gd name="T85" fmla="*/ 107 h 444"/>
              <a:gd name="T86" fmla="*/ 33 w 218"/>
              <a:gd name="T87" fmla="*/ 73 h 444"/>
              <a:gd name="T88" fmla="*/ 45 w 218"/>
              <a:gd name="T89" fmla="*/ 16 h 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18" h="444">
                <a:moveTo>
                  <a:pt x="89" y="392"/>
                </a:moveTo>
                <a:lnTo>
                  <a:pt x="95" y="394"/>
                </a:lnTo>
                <a:lnTo>
                  <a:pt x="99" y="394"/>
                </a:lnTo>
                <a:lnTo>
                  <a:pt x="134" y="394"/>
                </a:lnTo>
                <a:lnTo>
                  <a:pt x="134" y="444"/>
                </a:lnTo>
                <a:lnTo>
                  <a:pt x="97" y="444"/>
                </a:lnTo>
                <a:lnTo>
                  <a:pt x="89" y="392"/>
                </a:lnTo>
                <a:close/>
                <a:moveTo>
                  <a:pt x="150" y="301"/>
                </a:moveTo>
                <a:lnTo>
                  <a:pt x="150" y="305"/>
                </a:lnTo>
                <a:lnTo>
                  <a:pt x="142" y="307"/>
                </a:lnTo>
                <a:lnTo>
                  <a:pt x="138" y="311"/>
                </a:lnTo>
                <a:lnTo>
                  <a:pt x="134" y="315"/>
                </a:lnTo>
                <a:lnTo>
                  <a:pt x="134" y="321"/>
                </a:lnTo>
                <a:lnTo>
                  <a:pt x="134" y="327"/>
                </a:lnTo>
                <a:lnTo>
                  <a:pt x="136" y="331"/>
                </a:lnTo>
                <a:lnTo>
                  <a:pt x="138" y="333"/>
                </a:lnTo>
                <a:lnTo>
                  <a:pt x="140" y="337"/>
                </a:lnTo>
                <a:lnTo>
                  <a:pt x="144" y="339"/>
                </a:lnTo>
                <a:lnTo>
                  <a:pt x="150" y="343"/>
                </a:lnTo>
                <a:lnTo>
                  <a:pt x="154" y="345"/>
                </a:lnTo>
                <a:lnTo>
                  <a:pt x="154" y="349"/>
                </a:lnTo>
                <a:lnTo>
                  <a:pt x="156" y="351"/>
                </a:lnTo>
                <a:lnTo>
                  <a:pt x="156" y="357"/>
                </a:lnTo>
                <a:lnTo>
                  <a:pt x="154" y="359"/>
                </a:lnTo>
                <a:lnTo>
                  <a:pt x="152" y="361"/>
                </a:lnTo>
                <a:lnTo>
                  <a:pt x="150" y="361"/>
                </a:lnTo>
                <a:lnTo>
                  <a:pt x="150" y="359"/>
                </a:lnTo>
                <a:lnTo>
                  <a:pt x="150" y="357"/>
                </a:lnTo>
                <a:lnTo>
                  <a:pt x="150" y="351"/>
                </a:lnTo>
                <a:lnTo>
                  <a:pt x="150" y="347"/>
                </a:lnTo>
                <a:lnTo>
                  <a:pt x="134" y="347"/>
                </a:lnTo>
                <a:lnTo>
                  <a:pt x="134" y="351"/>
                </a:lnTo>
                <a:lnTo>
                  <a:pt x="134" y="357"/>
                </a:lnTo>
                <a:lnTo>
                  <a:pt x="136" y="361"/>
                </a:lnTo>
                <a:lnTo>
                  <a:pt x="138" y="365"/>
                </a:lnTo>
                <a:lnTo>
                  <a:pt x="144" y="369"/>
                </a:lnTo>
                <a:lnTo>
                  <a:pt x="150" y="369"/>
                </a:lnTo>
                <a:lnTo>
                  <a:pt x="150" y="377"/>
                </a:lnTo>
                <a:lnTo>
                  <a:pt x="156" y="377"/>
                </a:lnTo>
                <a:lnTo>
                  <a:pt x="156" y="371"/>
                </a:lnTo>
                <a:lnTo>
                  <a:pt x="164" y="369"/>
                </a:lnTo>
                <a:lnTo>
                  <a:pt x="170" y="365"/>
                </a:lnTo>
                <a:lnTo>
                  <a:pt x="172" y="359"/>
                </a:lnTo>
                <a:lnTo>
                  <a:pt x="174" y="351"/>
                </a:lnTo>
                <a:lnTo>
                  <a:pt x="172" y="345"/>
                </a:lnTo>
                <a:lnTo>
                  <a:pt x="172" y="341"/>
                </a:lnTo>
                <a:lnTo>
                  <a:pt x="170" y="339"/>
                </a:lnTo>
                <a:lnTo>
                  <a:pt x="168" y="337"/>
                </a:lnTo>
                <a:lnTo>
                  <a:pt x="164" y="333"/>
                </a:lnTo>
                <a:lnTo>
                  <a:pt x="160" y="331"/>
                </a:lnTo>
                <a:lnTo>
                  <a:pt x="156" y="329"/>
                </a:lnTo>
                <a:lnTo>
                  <a:pt x="152" y="327"/>
                </a:lnTo>
                <a:lnTo>
                  <a:pt x="152" y="325"/>
                </a:lnTo>
                <a:lnTo>
                  <a:pt x="150" y="323"/>
                </a:lnTo>
                <a:lnTo>
                  <a:pt x="150" y="319"/>
                </a:lnTo>
                <a:lnTo>
                  <a:pt x="150" y="317"/>
                </a:lnTo>
                <a:lnTo>
                  <a:pt x="152" y="315"/>
                </a:lnTo>
                <a:lnTo>
                  <a:pt x="152" y="315"/>
                </a:lnTo>
                <a:lnTo>
                  <a:pt x="154" y="315"/>
                </a:lnTo>
                <a:lnTo>
                  <a:pt x="154" y="317"/>
                </a:lnTo>
                <a:lnTo>
                  <a:pt x="156" y="319"/>
                </a:lnTo>
                <a:lnTo>
                  <a:pt x="156" y="321"/>
                </a:lnTo>
                <a:lnTo>
                  <a:pt x="156" y="325"/>
                </a:lnTo>
                <a:lnTo>
                  <a:pt x="172" y="325"/>
                </a:lnTo>
                <a:lnTo>
                  <a:pt x="172" y="321"/>
                </a:lnTo>
                <a:lnTo>
                  <a:pt x="170" y="315"/>
                </a:lnTo>
                <a:lnTo>
                  <a:pt x="168" y="311"/>
                </a:lnTo>
                <a:lnTo>
                  <a:pt x="164" y="307"/>
                </a:lnTo>
                <a:lnTo>
                  <a:pt x="156" y="305"/>
                </a:lnTo>
                <a:lnTo>
                  <a:pt x="156" y="301"/>
                </a:lnTo>
                <a:lnTo>
                  <a:pt x="150" y="301"/>
                </a:lnTo>
                <a:close/>
                <a:moveTo>
                  <a:pt x="49" y="117"/>
                </a:moveTo>
                <a:lnTo>
                  <a:pt x="113" y="117"/>
                </a:lnTo>
                <a:lnTo>
                  <a:pt x="130" y="121"/>
                </a:lnTo>
                <a:lnTo>
                  <a:pt x="146" y="131"/>
                </a:lnTo>
                <a:lnTo>
                  <a:pt x="158" y="146"/>
                </a:lnTo>
                <a:lnTo>
                  <a:pt x="162" y="166"/>
                </a:lnTo>
                <a:lnTo>
                  <a:pt x="162" y="246"/>
                </a:lnTo>
                <a:lnTo>
                  <a:pt x="162" y="252"/>
                </a:lnTo>
                <a:lnTo>
                  <a:pt x="162" y="291"/>
                </a:lnTo>
                <a:lnTo>
                  <a:pt x="206" y="291"/>
                </a:lnTo>
                <a:lnTo>
                  <a:pt x="210" y="291"/>
                </a:lnTo>
                <a:lnTo>
                  <a:pt x="214" y="295"/>
                </a:lnTo>
                <a:lnTo>
                  <a:pt x="216" y="299"/>
                </a:lnTo>
                <a:lnTo>
                  <a:pt x="218" y="303"/>
                </a:lnTo>
                <a:lnTo>
                  <a:pt x="218" y="375"/>
                </a:lnTo>
                <a:lnTo>
                  <a:pt x="216" y="379"/>
                </a:lnTo>
                <a:lnTo>
                  <a:pt x="214" y="382"/>
                </a:lnTo>
                <a:lnTo>
                  <a:pt x="210" y="384"/>
                </a:lnTo>
                <a:lnTo>
                  <a:pt x="206" y="386"/>
                </a:lnTo>
                <a:lnTo>
                  <a:pt x="99" y="386"/>
                </a:lnTo>
                <a:lnTo>
                  <a:pt x="95" y="384"/>
                </a:lnTo>
                <a:lnTo>
                  <a:pt x="91" y="382"/>
                </a:lnTo>
                <a:lnTo>
                  <a:pt x="89" y="379"/>
                </a:lnTo>
                <a:lnTo>
                  <a:pt x="89" y="375"/>
                </a:lnTo>
                <a:lnTo>
                  <a:pt x="89" y="303"/>
                </a:lnTo>
                <a:lnTo>
                  <a:pt x="89" y="299"/>
                </a:lnTo>
                <a:lnTo>
                  <a:pt x="91" y="295"/>
                </a:lnTo>
                <a:lnTo>
                  <a:pt x="95" y="291"/>
                </a:lnTo>
                <a:lnTo>
                  <a:pt x="99" y="291"/>
                </a:lnTo>
                <a:lnTo>
                  <a:pt x="144" y="291"/>
                </a:lnTo>
                <a:lnTo>
                  <a:pt x="144" y="281"/>
                </a:lnTo>
                <a:lnTo>
                  <a:pt x="99" y="281"/>
                </a:lnTo>
                <a:lnTo>
                  <a:pt x="93" y="283"/>
                </a:lnTo>
                <a:lnTo>
                  <a:pt x="87" y="285"/>
                </a:lnTo>
                <a:lnTo>
                  <a:pt x="83" y="291"/>
                </a:lnTo>
                <a:lnTo>
                  <a:pt x="79" y="295"/>
                </a:lnTo>
                <a:lnTo>
                  <a:pt x="79" y="303"/>
                </a:lnTo>
                <a:lnTo>
                  <a:pt x="79" y="373"/>
                </a:lnTo>
                <a:lnTo>
                  <a:pt x="67" y="444"/>
                </a:lnTo>
                <a:lnTo>
                  <a:pt x="27" y="444"/>
                </a:lnTo>
                <a:lnTo>
                  <a:pt x="27" y="289"/>
                </a:lnTo>
                <a:lnTo>
                  <a:pt x="14" y="279"/>
                </a:lnTo>
                <a:lnTo>
                  <a:pt x="4" y="263"/>
                </a:lnTo>
                <a:lnTo>
                  <a:pt x="0" y="246"/>
                </a:lnTo>
                <a:lnTo>
                  <a:pt x="0" y="166"/>
                </a:lnTo>
                <a:lnTo>
                  <a:pt x="4" y="146"/>
                </a:lnTo>
                <a:lnTo>
                  <a:pt x="16" y="131"/>
                </a:lnTo>
                <a:lnTo>
                  <a:pt x="31" y="121"/>
                </a:lnTo>
                <a:lnTo>
                  <a:pt x="49" y="117"/>
                </a:lnTo>
                <a:close/>
                <a:moveTo>
                  <a:pt x="83" y="0"/>
                </a:moveTo>
                <a:lnTo>
                  <a:pt x="103" y="6"/>
                </a:lnTo>
                <a:lnTo>
                  <a:pt x="121" y="16"/>
                </a:lnTo>
                <a:lnTo>
                  <a:pt x="130" y="33"/>
                </a:lnTo>
                <a:lnTo>
                  <a:pt x="134" y="53"/>
                </a:lnTo>
                <a:lnTo>
                  <a:pt x="130" y="73"/>
                </a:lnTo>
                <a:lnTo>
                  <a:pt x="121" y="91"/>
                </a:lnTo>
                <a:lnTo>
                  <a:pt x="103" y="103"/>
                </a:lnTo>
                <a:lnTo>
                  <a:pt x="83" y="107"/>
                </a:lnTo>
                <a:lnTo>
                  <a:pt x="61" y="103"/>
                </a:lnTo>
                <a:lnTo>
                  <a:pt x="45" y="91"/>
                </a:lnTo>
                <a:lnTo>
                  <a:pt x="33" y="73"/>
                </a:lnTo>
                <a:lnTo>
                  <a:pt x="29" y="53"/>
                </a:lnTo>
                <a:lnTo>
                  <a:pt x="33" y="33"/>
                </a:lnTo>
                <a:lnTo>
                  <a:pt x="45" y="16"/>
                </a:lnTo>
                <a:lnTo>
                  <a:pt x="61" y="6"/>
                </a:lnTo>
                <a:lnTo>
                  <a:pt x="83" y="0"/>
                </a:lnTo>
                <a:close/>
              </a:path>
            </a:pathLst>
          </a:custGeom>
          <a:solidFill>
            <a:srgbClr val="95C53E"/>
          </a:solidFill>
          <a:ln w="0">
            <a:noFill/>
            <a:prstDash val="solid"/>
            <a:round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83" name="Freeform 148"/>
          <p:cNvSpPr>
            <a:spLocks noEditPoints="1"/>
          </p:cNvSpPr>
          <p:nvPr/>
        </p:nvSpPr>
        <p:spPr bwMode="auto">
          <a:xfrm>
            <a:off x="4912165" y="2500815"/>
            <a:ext cx="296077" cy="603017"/>
          </a:xfrm>
          <a:custGeom>
            <a:avLst/>
            <a:gdLst>
              <a:gd name="T0" fmla="*/ 99 w 218"/>
              <a:gd name="T1" fmla="*/ 394 h 444"/>
              <a:gd name="T2" fmla="*/ 97 w 218"/>
              <a:gd name="T3" fmla="*/ 444 h 444"/>
              <a:gd name="T4" fmla="*/ 150 w 218"/>
              <a:gd name="T5" fmla="*/ 305 h 444"/>
              <a:gd name="T6" fmla="*/ 134 w 218"/>
              <a:gd name="T7" fmla="*/ 315 h 444"/>
              <a:gd name="T8" fmla="*/ 136 w 218"/>
              <a:gd name="T9" fmla="*/ 331 h 444"/>
              <a:gd name="T10" fmla="*/ 144 w 218"/>
              <a:gd name="T11" fmla="*/ 339 h 444"/>
              <a:gd name="T12" fmla="*/ 154 w 218"/>
              <a:gd name="T13" fmla="*/ 349 h 444"/>
              <a:gd name="T14" fmla="*/ 154 w 218"/>
              <a:gd name="T15" fmla="*/ 359 h 444"/>
              <a:gd name="T16" fmla="*/ 150 w 218"/>
              <a:gd name="T17" fmla="*/ 359 h 444"/>
              <a:gd name="T18" fmla="*/ 150 w 218"/>
              <a:gd name="T19" fmla="*/ 347 h 444"/>
              <a:gd name="T20" fmla="*/ 134 w 218"/>
              <a:gd name="T21" fmla="*/ 357 h 444"/>
              <a:gd name="T22" fmla="*/ 144 w 218"/>
              <a:gd name="T23" fmla="*/ 369 h 444"/>
              <a:gd name="T24" fmla="*/ 156 w 218"/>
              <a:gd name="T25" fmla="*/ 377 h 444"/>
              <a:gd name="T26" fmla="*/ 170 w 218"/>
              <a:gd name="T27" fmla="*/ 365 h 444"/>
              <a:gd name="T28" fmla="*/ 172 w 218"/>
              <a:gd name="T29" fmla="*/ 345 h 444"/>
              <a:gd name="T30" fmla="*/ 168 w 218"/>
              <a:gd name="T31" fmla="*/ 337 h 444"/>
              <a:gd name="T32" fmla="*/ 156 w 218"/>
              <a:gd name="T33" fmla="*/ 329 h 444"/>
              <a:gd name="T34" fmla="*/ 150 w 218"/>
              <a:gd name="T35" fmla="*/ 323 h 444"/>
              <a:gd name="T36" fmla="*/ 152 w 218"/>
              <a:gd name="T37" fmla="*/ 315 h 444"/>
              <a:gd name="T38" fmla="*/ 154 w 218"/>
              <a:gd name="T39" fmla="*/ 317 h 444"/>
              <a:gd name="T40" fmla="*/ 156 w 218"/>
              <a:gd name="T41" fmla="*/ 325 h 444"/>
              <a:gd name="T42" fmla="*/ 170 w 218"/>
              <a:gd name="T43" fmla="*/ 315 h 444"/>
              <a:gd name="T44" fmla="*/ 156 w 218"/>
              <a:gd name="T45" fmla="*/ 305 h 444"/>
              <a:gd name="T46" fmla="*/ 49 w 218"/>
              <a:gd name="T47" fmla="*/ 117 h 444"/>
              <a:gd name="T48" fmla="*/ 146 w 218"/>
              <a:gd name="T49" fmla="*/ 131 h 444"/>
              <a:gd name="T50" fmla="*/ 162 w 218"/>
              <a:gd name="T51" fmla="*/ 246 h 444"/>
              <a:gd name="T52" fmla="*/ 206 w 218"/>
              <a:gd name="T53" fmla="*/ 291 h 444"/>
              <a:gd name="T54" fmla="*/ 216 w 218"/>
              <a:gd name="T55" fmla="*/ 299 h 444"/>
              <a:gd name="T56" fmla="*/ 216 w 218"/>
              <a:gd name="T57" fmla="*/ 379 h 444"/>
              <a:gd name="T58" fmla="*/ 206 w 218"/>
              <a:gd name="T59" fmla="*/ 386 h 444"/>
              <a:gd name="T60" fmla="*/ 91 w 218"/>
              <a:gd name="T61" fmla="*/ 382 h 444"/>
              <a:gd name="T62" fmla="*/ 89 w 218"/>
              <a:gd name="T63" fmla="*/ 303 h 444"/>
              <a:gd name="T64" fmla="*/ 95 w 218"/>
              <a:gd name="T65" fmla="*/ 291 h 444"/>
              <a:gd name="T66" fmla="*/ 144 w 218"/>
              <a:gd name="T67" fmla="*/ 281 h 444"/>
              <a:gd name="T68" fmla="*/ 87 w 218"/>
              <a:gd name="T69" fmla="*/ 285 h 444"/>
              <a:gd name="T70" fmla="*/ 79 w 218"/>
              <a:gd name="T71" fmla="*/ 303 h 444"/>
              <a:gd name="T72" fmla="*/ 27 w 218"/>
              <a:gd name="T73" fmla="*/ 444 h 444"/>
              <a:gd name="T74" fmla="*/ 4 w 218"/>
              <a:gd name="T75" fmla="*/ 263 h 444"/>
              <a:gd name="T76" fmla="*/ 4 w 218"/>
              <a:gd name="T77" fmla="*/ 146 h 444"/>
              <a:gd name="T78" fmla="*/ 49 w 218"/>
              <a:gd name="T79" fmla="*/ 117 h 444"/>
              <a:gd name="T80" fmla="*/ 121 w 218"/>
              <a:gd name="T81" fmla="*/ 16 h 444"/>
              <a:gd name="T82" fmla="*/ 130 w 218"/>
              <a:gd name="T83" fmla="*/ 73 h 444"/>
              <a:gd name="T84" fmla="*/ 83 w 218"/>
              <a:gd name="T85" fmla="*/ 107 h 444"/>
              <a:gd name="T86" fmla="*/ 33 w 218"/>
              <a:gd name="T87" fmla="*/ 73 h 444"/>
              <a:gd name="T88" fmla="*/ 45 w 218"/>
              <a:gd name="T89" fmla="*/ 16 h 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18" h="444">
                <a:moveTo>
                  <a:pt x="89" y="392"/>
                </a:moveTo>
                <a:lnTo>
                  <a:pt x="95" y="394"/>
                </a:lnTo>
                <a:lnTo>
                  <a:pt x="99" y="394"/>
                </a:lnTo>
                <a:lnTo>
                  <a:pt x="134" y="394"/>
                </a:lnTo>
                <a:lnTo>
                  <a:pt x="134" y="444"/>
                </a:lnTo>
                <a:lnTo>
                  <a:pt x="97" y="444"/>
                </a:lnTo>
                <a:lnTo>
                  <a:pt x="89" y="392"/>
                </a:lnTo>
                <a:close/>
                <a:moveTo>
                  <a:pt x="150" y="301"/>
                </a:moveTo>
                <a:lnTo>
                  <a:pt x="150" y="305"/>
                </a:lnTo>
                <a:lnTo>
                  <a:pt x="142" y="307"/>
                </a:lnTo>
                <a:lnTo>
                  <a:pt x="138" y="311"/>
                </a:lnTo>
                <a:lnTo>
                  <a:pt x="134" y="315"/>
                </a:lnTo>
                <a:lnTo>
                  <a:pt x="134" y="321"/>
                </a:lnTo>
                <a:lnTo>
                  <a:pt x="134" y="327"/>
                </a:lnTo>
                <a:lnTo>
                  <a:pt x="136" y="331"/>
                </a:lnTo>
                <a:lnTo>
                  <a:pt x="138" y="333"/>
                </a:lnTo>
                <a:lnTo>
                  <a:pt x="140" y="337"/>
                </a:lnTo>
                <a:lnTo>
                  <a:pt x="144" y="339"/>
                </a:lnTo>
                <a:lnTo>
                  <a:pt x="150" y="343"/>
                </a:lnTo>
                <a:lnTo>
                  <a:pt x="154" y="345"/>
                </a:lnTo>
                <a:lnTo>
                  <a:pt x="154" y="349"/>
                </a:lnTo>
                <a:lnTo>
                  <a:pt x="156" y="351"/>
                </a:lnTo>
                <a:lnTo>
                  <a:pt x="156" y="357"/>
                </a:lnTo>
                <a:lnTo>
                  <a:pt x="154" y="359"/>
                </a:lnTo>
                <a:lnTo>
                  <a:pt x="152" y="361"/>
                </a:lnTo>
                <a:lnTo>
                  <a:pt x="150" y="361"/>
                </a:lnTo>
                <a:lnTo>
                  <a:pt x="150" y="359"/>
                </a:lnTo>
                <a:lnTo>
                  <a:pt x="150" y="357"/>
                </a:lnTo>
                <a:lnTo>
                  <a:pt x="150" y="351"/>
                </a:lnTo>
                <a:lnTo>
                  <a:pt x="150" y="347"/>
                </a:lnTo>
                <a:lnTo>
                  <a:pt x="134" y="347"/>
                </a:lnTo>
                <a:lnTo>
                  <a:pt x="134" y="351"/>
                </a:lnTo>
                <a:lnTo>
                  <a:pt x="134" y="357"/>
                </a:lnTo>
                <a:lnTo>
                  <a:pt x="136" y="361"/>
                </a:lnTo>
                <a:lnTo>
                  <a:pt x="138" y="365"/>
                </a:lnTo>
                <a:lnTo>
                  <a:pt x="144" y="369"/>
                </a:lnTo>
                <a:lnTo>
                  <a:pt x="150" y="369"/>
                </a:lnTo>
                <a:lnTo>
                  <a:pt x="150" y="377"/>
                </a:lnTo>
                <a:lnTo>
                  <a:pt x="156" y="377"/>
                </a:lnTo>
                <a:lnTo>
                  <a:pt x="156" y="371"/>
                </a:lnTo>
                <a:lnTo>
                  <a:pt x="164" y="369"/>
                </a:lnTo>
                <a:lnTo>
                  <a:pt x="170" y="365"/>
                </a:lnTo>
                <a:lnTo>
                  <a:pt x="172" y="359"/>
                </a:lnTo>
                <a:lnTo>
                  <a:pt x="174" y="351"/>
                </a:lnTo>
                <a:lnTo>
                  <a:pt x="172" y="345"/>
                </a:lnTo>
                <a:lnTo>
                  <a:pt x="172" y="341"/>
                </a:lnTo>
                <a:lnTo>
                  <a:pt x="170" y="339"/>
                </a:lnTo>
                <a:lnTo>
                  <a:pt x="168" y="337"/>
                </a:lnTo>
                <a:lnTo>
                  <a:pt x="164" y="333"/>
                </a:lnTo>
                <a:lnTo>
                  <a:pt x="160" y="331"/>
                </a:lnTo>
                <a:lnTo>
                  <a:pt x="156" y="329"/>
                </a:lnTo>
                <a:lnTo>
                  <a:pt x="152" y="327"/>
                </a:lnTo>
                <a:lnTo>
                  <a:pt x="152" y="325"/>
                </a:lnTo>
                <a:lnTo>
                  <a:pt x="150" y="323"/>
                </a:lnTo>
                <a:lnTo>
                  <a:pt x="150" y="319"/>
                </a:lnTo>
                <a:lnTo>
                  <a:pt x="150" y="317"/>
                </a:lnTo>
                <a:lnTo>
                  <a:pt x="152" y="315"/>
                </a:lnTo>
                <a:lnTo>
                  <a:pt x="152" y="315"/>
                </a:lnTo>
                <a:lnTo>
                  <a:pt x="154" y="315"/>
                </a:lnTo>
                <a:lnTo>
                  <a:pt x="154" y="317"/>
                </a:lnTo>
                <a:lnTo>
                  <a:pt x="156" y="319"/>
                </a:lnTo>
                <a:lnTo>
                  <a:pt x="156" y="321"/>
                </a:lnTo>
                <a:lnTo>
                  <a:pt x="156" y="325"/>
                </a:lnTo>
                <a:lnTo>
                  <a:pt x="172" y="325"/>
                </a:lnTo>
                <a:lnTo>
                  <a:pt x="172" y="321"/>
                </a:lnTo>
                <a:lnTo>
                  <a:pt x="170" y="315"/>
                </a:lnTo>
                <a:lnTo>
                  <a:pt x="168" y="311"/>
                </a:lnTo>
                <a:lnTo>
                  <a:pt x="164" y="307"/>
                </a:lnTo>
                <a:lnTo>
                  <a:pt x="156" y="305"/>
                </a:lnTo>
                <a:lnTo>
                  <a:pt x="156" y="301"/>
                </a:lnTo>
                <a:lnTo>
                  <a:pt x="150" y="301"/>
                </a:lnTo>
                <a:close/>
                <a:moveTo>
                  <a:pt x="49" y="117"/>
                </a:moveTo>
                <a:lnTo>
                  <a:pt x="113" y="117"/>
                </a:lnTo>
                <a:lnTo>
                  <a:pt x="130" y="121"/>
                </a:lnTo>
                <a:lnTo>
                  <a:pt x="146" y="131"/>
                </a:lnTo>
                <a:lnTo>
                  <a:pt x="158" y="146"/>
                </a:lnTo>
                <a:lnTo>
                  <a:pt x="162" y="166"/>
                </a:lnTo>
                <a:lnTo>
                  <a:pt x="162" y="246"/>
                </a:lnTo>
                <a:lnTo>
                  <a:pt x="162" y="252"/>
                </a:lnTo>
                <a:lnTo>
                  <a:pt x="162" y="291"/>
                </a:lnTo>
                <a:lnTo>
                  <a:pt x="206" y="291"/>
                </a:lnTo>
                <a:lnTo>
                  <a:pt x="210" y="291"/>
                </a:lnTo>
                <a:lnTo>
                  <a:pt x="214" y="295"/>
                </a:lnTo>
                <a:lnTo>
                  <a:pt x="216" y="299"/>
                </a:lnTo>
                <a:lnTo>
                  <a:pt x="218" y="303"/>
                </a:lnTo>
                <a:lnTo>
                  <a:pt x="218" y="375"/>
                </a:lnTo>
                <a:lnTo>
                  <a:pt x="216" y="379"/>
                </a:lnTo>
                <a:lnTo>
                  <a:pt x="214" y="382"/>
                </a:lnTo>
                <a:lnTo>
                  <a:pt x="210" y="384"/>
                </a:lnTo>
                <a:lnTo>
                  <a:pt x="206" y="386"/>
                </a:lnTo>
                <a:lnTo>
                  <a:pt x="99" y="386"/>
                </a:lnTo>
                <a:lnTo>
                  <a:pt x="95" y="384"/>
                </a:lnTo>
                <a:lnTo>
                  <a:pt x="91" y="382"/>
                </a:lnTo>
                <a:lnTo>
                  <a:pt x="89" y="379"/>
                </a:lnTo>
                <a:lnTo>
                  <a:pt x="89" y="375"/>
                </a:lnTo>
                <a:lnTo>
                  <a:pt x="89" y="303"/>
                </a:lnTo>
                <a:lnTo>
                  <a:pt x="89" y="299"/>
                </a:lnTo>
                <a:lnTo>
                  <a:pt x="91" y="295"/>
                </a:lnTo>
                <a:lnTo>
                  <a:pt x="95" y="291"/>
                </a:lnTo>
                <a:lnTo>
                  <a:pt x="99" y="291"/>
                </a:lnTo>
                <a:lnTo>
                  <a:pt x="144" y="291"/>
                </a:lnTo>
                <a:lnTo>
                  <a:pt x="144" y="281"/>
                </a:lnTo>
                <a:lnTo>
                  <a:pt x="99" y="281"/>
                </a:lnTo>
                <a:lnTo>
                  <a:pt x="93" y="283"/>
                </a:lnTo>
                <a:lnTo>
                  <a:pt x="87" y="285"/>
                </a:lnTo>
                <a:lnTo>
                  <a:pt x="83" y="291"/>
                </a:lnTo>
                <a:lnTo>
                  <a:pt x="79" y="295"/>
                </a:lnTo>
                <a:lnTo>
                  <a:pt x="79" y="303"/>
                </a:lnTo>
                <a:lnTo>
                  <a:pt x="79" y="373"/>
                </a:lnTo>
                <a:lnTo>
                  <a:pt x="67" y="444"/>
                </a:lnTo>
                <a:lnTo>
                  <a:pt x="27" y="444"/>
                </a:lnTo>
                <a:lnTo>
                  <a:pt x="27" y="289"/>
                </a:lnTo>
                <a:lnTo>
                  <a:pt x="14" y="279"/>
                </a:lnTo>
                <a:lnTo>
                  <a:pt x="4" y="263"/>
                </a:lnTo>
                <a:lnTo>
                  <a:pt x="0" y="246"/>
                </a:lnTo>
                <a:lnTo>
                  <a:pt x="0" y="166"/>
                </a:lnTo>
                <a:lnTo>
                  <a:pt x="4" y="146"/>
                </a:lnTo>
                <a:lnTo>
                  <a:pt x="16" y="131"/>
                </a:lnTo>
                <a:lnTo>
                  <a:pt x="31" y="121"/>
                </a:lnTo>
                <a:lnTo>
                  <a:pt x="49" y="117"/>
                </a:lnTo>
                <a:close/>
                <a:moveTo>
                  <a:pt x="83" y="0"/>
                </a:moveTo>
                <a:lnTo>
                  <a:pt x="103" y="6"/>
                </a:lnTo>
                <a:lnTo>
                  <a:pt x="121" y="16"/>
                </a:lnTo>
                <a:lnTo>
                  <a:pt x="130" y="33"/>
                </a:lnTo>
                <a:lnTo>
                  <a:pt x="134" y="53"/>
                </a:lnTo>
                <a:lnTo>
                  <a:pt x="130" y="73"/>
                </a:lnTo>
                <a:lnTo>
                  <a:pt x="121" y="91"/>
                </a:lnTo>
                <a:lnTo>
                  <a:pt x="103" y="103"/>
                </a:lnTo>
                <a:lnTo>
                  <a:pt x="83" y="107"/>
                </a:lnTo>
                <a:lnTo>
                  <a:pt x="61" y="103"/>
                </a:lnTo>
                <a:lnTo>
                  <a:pt x="45" y="91"/>
                </a:lnTo>
                <a:lnTo>
                  <a:pt x="33" y="73"/>
                </a:lnTo>
                <a:lnTo>
                  <a:pt x="29" y="53"/>
                </a:lnTo>
                <a:lnTo>
                  <a:pt x="33" y="33"/>
                </a:lnTo>
                <a:lnTo>
                  <a:pt x="45" y="16"/>
                </a:lnTo>
                <a:lnTo>
                  <a:pt x="61" y="6"/>
                </a:lnTo>
                <a:lnTo>
                  <a:pt x="83" y="0"/>
                </a:lnTo>
                <a:close/>
              </a:path>
            </a:pathLst>
          </a:custGeom>
          <a:solidFill>
            <a:srgbClr val="95C53E"/>
          </a:solidFill>
          <a:ln w="0">
            <a:noFill/>
            <a:prstDash val="solid"/>
            <a:round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84" name="Freeform 148"/>
          <p:cNvSpPr>
            <a:spLocks noEditPoints="1"/>
          </p:cNvSpPr>
          <p:nvPr/>
        </p:nvSpPr>
        <p:spPr bwMode="auto">
          <a:xfrm>
            <a:off x="5285656" y="2500815"/>
            <a:ext cx="296077" cy="603017"/>
          </a:xfrm>
          <a:custGeom>
            <a:avLst/>
            <a:gdLst>
              <a:gd name="T0" fmla="*/ 99 w 218"/>
              <a:gd name="T1" fmla="*/ 394 h 444"/>
              <a:gd name="T2" fmla="*/ 97 w 218"/>
              <a:gd name="T3" fmla="*/ 444 h 444"/>
              <a:gd name="T4" fmla="*/ 150 w 218"/>
              <a:gd name="T5" fmla="*/ 305 h 444"/>
              <a:gd name="T6" fmla="*/ 134 w 218"/>
              <a:gd name="T7" fmla="*/ 315 h 444"/>
              <a:gd name="T8" fmla="*/ 136 w 218"/>
              <a:gd name="T9" fmla="*/ 331 h 444"/>
              <a:gd name="T10" fmla="*/ 144 w 218"/>
              <a:gd name="T11" fmla="*/ 339 h 444"/>
              <a:gd name="T12" fmla="*/ 154 w 218"/>
              <a:gd name="T13" fmla="*/ 349 h 444"/>
              <a:gd name="T14" fmla="*/ 154 w 218"/>
              <a:gd name="T15" fmla="*/ 359 h 444"/>
              <a:gd name="T16" fmla="*/ 150 w 218"/>
              <a:gd name="T17" fmla="*/ 359 h 444"/>
              <a:gd name="T18" fmla="*/ 150 w 218"/>
              <a:gd name="T19" fmla="*/ 347 h 444"/>
              <a:gd name="T20" fmla="*/ 134 w 218"/>
              <a:gd name="T21" fmla="*/ 357 h 444"/>
              <a:gd name="T22" fmla="*/ 144 w 218"/>
              <a:gd name="T23" fmla="*/ 369 h 444"/>
              <a:gd name="T24" fmla="*/ 156 w 218"/>
              <a:gd name="T25" fmla="*/ 377 h 444"/>
              <a:gd name="T26" fmla="*/ 170 w 218"/>
              <a:gd name="T27" fmla="*/ 365 h 444"/>
              <a:gd name="T28" fmla="*/ 172 w 218"/>
              <a:gd name="T29" fmla="*/ 345 h 444"/>
              <a:gd name="T30" fmla="*/ 168 w 218"/>
              <a:gd name="T31" fmla="*/ 337 h 444"/>
              <a:gd name="T32" fmla="*/ 156 w 218"/>
              <a:gd name="T33" fmla="*/ 329 h 444"/>
              <a:gd name="T34" fmla="*/ 150 w 218"/>
              <a:gd name="T35" fmla="*/ 323 h 444"/>
              <a:gd name="T36" fmla="*/ 152 w 218"/>
              <a:gd name="T37" fmla="*/ 315 h 444"/>
              <a:gd name="T38" fmla="*/ 154 w 218"/>
              <a:gd name="T39" fmla="*/ 317 h 444"/>
              <a:gd name="T40" fmla="*/ 156 w 218"/>
              <a:gd name="T41" fmla="*/ 325 h 444"/>
              <a:gd name="T42" fmla="*/ 170 w 218"/>
              <a:gd name="T43" fmla="*/ 315 h 444"/>
              <a:gd name="T44" fmla="*/ 156 w 218"/>
              <a:gd name="T45" fmla="*/ 305 h 444"/>
              <a:gd name="T46" fmla="*/ 49 w 218"/>
              <a:gd name="T47" fmla="*/ 117 h 444"/>
              <a:gd name="T48" fmla="*/ 146 w 218"/>
              <a:gd name="T49" fmla="*/ 131 h 444"/>
              <a:gd name="T50" fmla="*/ 162 w 218"/>
              <a:gd name="T51" fmla="*/ 246 h 444"/>
              <a:gd name="T52" fmla="*/ 206 w 218"/>
              <a:gd name="T53" fmla="*/ 291 h 444"/>
              <a:gd name="T54" fmla="*/ 216 w 218"/>
              <a:gd name="T55" fmla="*/ 299 h 444"/>
              <a:gd name="T56" fmla="*/ 216 w 218"/>
              <a:gd name="T57" fmla="*/ 379 h 444"/>
              <a:gd name="T58" fmla="*/ 206 w 218"/>
              <a:gd name="T59" fmla="*/ 386 h 444"/>
              <a:gd name="T60" fmla="*/ 91 w 218"/>
              <a:gd name="T61" fmla="*/ 382 h 444"/>
              <a:gd name="T62" fmla="*/ 89 w 218"/>
              <a:gd name="T63" fmla="*/ 303 h 444"/>
              <a:gd name="T64" fmla="*/ 95 w 218"/>
              <a:gd name="T65" fmla="*/ 291 h 444"/>
              <a:gd name="T66" fmla="*/ 144 w 218"/>
              <a:gd name="T67" fmla="*/ 281 h 444"/>
              <a:gd name="T68" fmla="*/ 87 w 218"/>
              <a:gd name="T69" fmla="*/ 285 h 444"/>
              <a:gd name="T70" fmla="*/ 79 w 218"/>
              <a:gd name="T71" fmla="*/ 303 h 444"/>
              <a:gd name="T72" fmla="*/ 27 w 218"/>
              <a:gd name="T73" fmla="*/ 444 h 444"/>
              <a:gd name="T74" fmla="*/ 4 w 218"/>
              <a:gd name="T75" fmla="*/ 263 h 444"/>
              <a:gd name="T76" fmla="*/ 4 w 218"/>
              <a:gd name="T77" fmla="*/ 146 h 444"/>
              <a:gd name="T78" fmla="*/ 49 w 218"/>
              <a:gd name="T79" fmla="*/ 117 h 444"/>
              <a:gd name="T80" fmla="*/ 121 w 218"/>
              <a:gd name="T81" fmla="*/ 16 h 444"/>
              <a:gd name="T82" fmla="*/ 130 w 218"/>
              <a:gd name="T83" fmla="*/ 73 h 444"/>
              <a:gd name="T84" fmla="*/ 83 w 218"/>
              <a:gd name="T85" fmla="*/ 107 h 444"/>
              <a:gd name="T86" fmla="*/ 33 w 218"/>
              <a:gd name="T87" fmla="*/ 73 h 444"/>
              <a:gd name="T88" fmla="*/ 45 w 218"/>
              <a:gd name="T89" fmla="*/ 16 h 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18" h="444">
                <a:moveTo>
                  <a:pt x="89" y="392"/>
                </a:moveTo>
                <a:lnTo>
                  <a:pt x="95" y="394"/>
                </a:lnTo>
                <a:lnTo>
                  <a:pt x="99" y="394"/>
                </a:lnTo>
                <a:lnTo>
                  <a:pt x="134" y="394"/>
                </a:lnTo>
                <a:lnTo>
                  <a:pt x="134" y="444"/>
                </a:lnTo>
                <a:lnTo>
                  <a:pt x="97" y="444"/>
                </a:lnTo>
                <a:lnTo>
                  <a:pt x="89" y="392"/>
                </a:lnTo>
                <a:close/>
                <a:moveTo>
                  <a:pt x="150" y="301"/>
                </a:moveTo>
                <a:lnTo>
                  <a:pt x="150" y="305"/>
                </a:lnTo>
                <a:lnTo>
                  <a:pt x="142" y="307"/>
                </a:lnTo>
                <a:lnTo>
                  <a:pt x="138" y="311"/>
                </a:lnTo>
                <a:lnTo>
                  <a:pt x="134" y="315"/>
                </a:lnTo>
                <a:lnTo>
                  <a:pt x="134" y="321"/>
                </a:lnTo>
                <a:lnTo>
                  <a:pt x="134" y="327"/>
                </a:lnTo>
                <a:lnTo>
                  <a:pt x="136" y="331"/>
                </a:lnTo>
                <a:lnTo>
                  <a:pt x="138" y="333"/>
                </a:lnTo>
                <a:lnTo>
                  <a:pt x="140" y="337"/>
                </a:lnTo>
                <a:lnTo>
                  <a:pt x="144" y="339"/>
                </a:lnTo>
                <a:lnTo>
                  <a:pt x="150" y="343"/>
                </a:lnTo>
                <a:lnTo>
                  <a:pt x="154" y="345"/>
                </a:lnTo>
                <a:lnTo>
                  <a:pt x="154" y="349"/>
                </a:lnTo>
                <a:lnTo>
                  <a:pt x="156" y="351"/>
                </a:lnTo>
                <a:lnTo>
                  <a:pt x="156" y="357"/>
                </a:lnTo>
                <a:lnTo>
                  <a:pt x="154" y="359"/>
                </a:lnTo>
                <a:lnTo>
                  <a:pt x="152" y="361"/>
                </a:lnTo>
                <a:lnTo>
                  <a:pt x="150" y="361"/>
                </a:lnTo>
                <a:lnTo>
                  <a:pt x="150" y="359"/>
                </a:lnTo>
                <a:lnTo>
                  <a:pt x="150" y="357"/>
                </a:lnTo>
                <a:lnTo>
                  <a:pt x="150" y="351"/>
                </a:lnTo>
                <a:lnTo>
                  <a:pt x="150" y="347"/>
                </a:lnTo>
                <a:lnTo>
                  <a:pt x="134" y="347"/>
                </a:lnTo>
                <a:lnTo>
                  <a:pt x="134" y="351"/>
                </a:lnTo>
                <a:lnTo>
                  <a:pt x="134" y="357"/>
                </a:lnTo>
                <a:lnTo>
                  <a:pt x="136" y="361"/>
                </a:lnTo>
                <a:lnTo>
                  <a:pt x="138" y="365"/>
                </a:lnTo>
                <a:lnTo>
                  <a:pt x="144" y="369"/>
                </a:lnTo>
                <a:lnTo>
                  <a:pt x="150" y="369"/>
                </a:lnTo>
                <a:lnTo>
                  <a:pt x="150" y="377"/>
                </a:lnTo>
                <a:lnTo>
                  <a:pt x="156" y="377"/>
                </a:lnTo>
                <a:lnTo>
                  <a:pt x="156" y="371"/>
                </a:lnTo>
                <a:lnTo>
                  <a:pt x="164" y="369"/>
                </a:lnTo>
                <a:lnTo>
                  <a:pt x="170" y="365"/>
                </a:lnTo>
                <a:lnTo>
                  <a:pt x="172" y="359"/>
                </a:lnTo>
                <a:lnTo>
                  <a:pt x="174" y="351"/>
                </a:lnTo>
                <a:lnTo>
                  <a:pt x="172" y="345"/>
                </a:lnTo>
                <a:lnTo>
                  <a:pt x="172" y="341"/>
                </a:lnTo>
                <a:lnTo>
                  <a:pt x="170" y="339"/>
                </a:lnTo>
                <a:lnTo>
                  <a:pt x="168" y="337"/>
                </a:lnTo>
                <a:lnTo>
                  <a:pt x="164" y="333"/>
                </a:lnTo>
                <a:lnTo>
                  <a:pt x="160" y="331"/>
                </a:lnTo>
                <a:lnTo>
                  <a:pt x="156" y="329"/>
                </a:lnTo>
                <a:lnTo>
                  <a:pt x="152" y="327"/>
                </a:lnTo>
                <a:lnTo>
                  <a:pt x="152" y="325"/>
                </a:lnTo>
                <a:lnTo>
                  <a:pt x="150" y="323"/>
                </a:lnTo>
                <a:lnTo>
                  <a:pt x="150" y="319"/>
                </a:lnTo>
                <a:lnTo>
                  <a:pt x="150" y="317"/>
                </a:lnTo>
                <a:lnTo>
                  <a:pt x="152" y="315"/>
                </a:lnTo>
                <a:lnTo>
                  <a:pt x="152" y="315"/>
                </a:lnTo>
                <a:lnTo>
                  <a:pt x="154" y="315"/>
                </a:lnTo>
                <a:lnTo>
                  <a:pt x="154" y="317"/>
                </a:lnTo>
                <a:lnTo>
                  <a:pt x="156" y="319"/>
                </a:lnTo>
                <a:lnTo>
                  <a:pt x="156" y="321"/>
                </a:lnTo>
                <a:lnTo>
                  <a:pt x="156" y="325"/>
                </a:lnTo>
                <a:lnTo>
                  <a:pt x="172" y="325"/>
                </a:lnTo>
                <a:lnTo>
                  <a:pt x="172" y="321"/>
                </a:lnTo>
                <a:lnTo>
                  <a:pt x="170" y="315"/>
                </a:lnTo>
                <a:lnTo>
                  <a:pt x="168" y="311"/>
                </a:lnTo>
                <a:lnTo>
                  <a:pt x="164" y="307"/>
                </a:lnTo>
                <a:lnTo>
                  <a:pt x="156" y="305"/>
                </a:lnTo>
                <a:lnTo>
                  <a:pt x="156" y="301"/>
                </a:lnTo>
                <a:lnTo>
                  <a:pt x="150" y="301"/>
                </a:lnTo>
                <a:close/>
                <a:moveTo>
                  <a:pt x="49" y="117"/>
                </a:moveTo>
                <a:lnTo>
                  <a:pt x="113" y="117"/>
                </a:lnTo>
                <a:lnTo>
                  <a:pt x="130" y="121"/>
                </a:lnTo>
                <a:lnTo>
                  <a:pt x="146" y="131"/>
                </a:lnTo>
                <a:lnTo>
                  <a:pt x="158" y="146"/>
                </a:lnTo>
                <a:lnTo>
                  <a:pt x="162" y="166"/>
                </a:lnTo>
                <a:lnTo>
                  <a:pt x="162" y="246"/>
                </a:lnTo>
                <a:lnTo>
                  <a:pt x="162" y="252"/>
                </a:lnTo>
                <a:lnTo>
                  <a:pt x="162" y="291"/>
                </a:lnTo>
                <a:lnTo>
                  <a:pt x="206" y="291"/>
                </a:lnTo>
                <a:lnTo>
                  <a:pt x="210" y="291"/>
                </a:lnTo>
                <a:lnTo>
                  <a:pt x="214" y="295"/>
                </a:lnTo>
                <a:lnTo>
                  <a:pt x="216" y="299"/>
                </a:lnTo>
                <a:lnTo>
                  <a:pt x="218" y="303"/>
                </a:lnTo>
                <a:lnTo>
                  <a:pt x="218" y="375"/>
                </a:lnTo>
                <a:lnTo>
                  <a:pt x="216" y="379"/>
                </a:lnTo>
                <a:lnTo>
                  <a:pt x="214" y="382"/>
                </a:lnTo>
                <a:lnTo>
                  <a:pt x="210" y="384"/>
                </a:lnTo>
                <a:lnTo>
                  <a:pt x="206" y="386"/>
                </a:lnTo>
                <a:lnTo>
                  <a:pt x="99" y="386"/>
                </a:lnTo>
                <a:lnTo>
                  <a:pt x="95" y="384"/>
                </a:lnTo>
                <a:lnTo>
                  <a:pt x="91" y="382"/>
                </a:lnTo>
                <a:lnTo>
                  <a:pt x="89" y="379"/>
                </a:lnTo>
                <a:lnTo>
                  <a:pt x="89" y="375"/>
                </a:lnTo>
                <a:lnTo>
                  <a:pt x="89" y="303"/>
                </a:lnTo>
                <a:lnTo>
                  <a:pt x="89" y="299"/>
                </a:lnTo>
                <a:lnTo>
                  <a:pt x="91" y="295"/>
                </a:lnTo>
                <a:lnTo>
                  <a:pt x="95" y="291"/>
                </a:lnTo>
                <a:lnTo>
                  <a:pt x="99" y="291"/>
                </a:lnTo>
                <a:lnTo>
                  <a:pt x="144" y="291"/>
                </a:lnTo>
                <a:lnTo>
                  <a:pt x="144" y="281"/>
                </a:lnTo>
                <a:lnTo>
                  <a:pt x="99" y="281"/>
                </a:lnTo>
                <a:lnTo>
                  <a:pt x="93" y="283"/>
                </a:lnTo>
                <a:lnTo>
                  <a:pt x="87" y="285"/>
                </a:lnTo>
                <a:lnTo>
                  <a:pt x="83" y="291"/>
                </a:lnTo>
                <a:lnTo>
                  <a:pt x="79" y="295"/>
                </a:lnTo>
                <a:lnTo>
                  <a:pt x="79" y="303"/>
                </a:lnTo>
                <a:lnTo>
                  <a:pt x="79" y="373"/>
                </a:lnTo>
                <a:lnTo>
                  <a:pt x="67" y="444"/>
                </a:lnTo>
                <a:lnTo>
                  <a:pt x="27" y="444"/>
                </a:lnTo>
                <a:lnTo>
                  <a:pt x="27" y="289"/>
                </a:lnTo>
                <a:lnTo>
                  <a:pt x="14" y="279"/>
                </a:lnTo>
                <a:lnTo>
                  <a:pt x="4" y="263"/>
                </a:lnTo>
                <a:lnTo>
                  <a:pt x="0" y="246"/>
                </a:lnTo>
                <a:lnTo>
                  <a:pt x="0" y="166"/>
                </a:lnTo>
                <a:lnTo>
                  <a:pt x="4" y="146"/>
                </a:lnTo>
                <a:lnTo>
                  <a:pt x="16" y="131"/>
                </a:lnTo>
                <a:lnTo>
                  <a:pt x="31" y="121"/>
                </a:lnTo>
                <a:lnTo>
                  <a:pt x="49" y="117"/>
                </a:lnTo>
                <a:close/>
                <a:moveTo>
                  <a:pt x="83" y="0"/>
                </a:moveTo>
                <a:lnTo>
                  <a:pt x="103" y="6"/>
                </a:lnTo>
                <a:lnTo>
                  <a:pt x="121" y="16"/>
                </a:lnTo>
                <a:lnTo>
                  <a:pt x="130" y="33"/>
                </a:lnTo>
                <a:lnTo>
                  <a:pt x="134" y="53"/>
                </a:lnTo>
                <a:lnTo>
                  <a:pt x="130" y="73"/>
                </a:lnTo>
                <a:lnTo>
                  <a:pt x="121" y="91"/>
                </a:lnTo>
                <a:lnTo>
                  <a:pt x="103" y="103"/>
                </a:lnTo>
                <a:lnTo>
                  <a:pt x="83" y="107"/>
                </a:lnTo>
                <a:lnTo>
                  <a:pt x="61" y="103"/>
                </a:lnTo>
                <a:lnTo>
                  <a:pt x="45" y="91"/>
                </a:lnTo>
                <a:lnTo>
                  <a:pt x="33" y="73"/>
                </a:lnTo>
                <a:lnTo>
                  <a:pt x="29" y="53"/>
                </a:lnTo>
                <a:lnTo>
                  <a:pt x="33" y="33"/>
                </a:lnTo>
                <a:lnTo>
                  <a:pt x="45" y="16"/>
                </a:lnTo>
                <a:lnTo>
                  <a:pt x="61" y="6"/>
                </a:lnTo>
                <a:lnTo>
                  <a:pt x="83" y="0"/>
                </a:lnTo>
                <a:close/>
              </a:path>
            </a:pathLst>
          </a:custGeom>
          <a:solidFill>
            <a:srgbClr val="95C53E"/>
          </a:solidFill>
          <a:ln w="0">
            <a:noFill/>
            <a:prstDash val="solid"/>
            <a:round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86" name="Freeform 148"/>
          <p:cNvSpPr>
            <a:spLocks noEditPoints="1"/>
          </p:cNvSpPr>
          <p:nvPr/>
        </p:nvSpPr>
        <p:spPr bwMode="auto">
          <a:xfrm>
            <a:off x="4165185" y="3247798"/>
            <a:ext cx="296077" cy="603017"/>
          </a:xfrm>
          <a:custGeom>
            <a:avLst/>
            <a:gdLst>
              <a:gd name="T0" fmla="*/ 99 w 218"/>
              <a:gd name="T1" fmla="*/ 394 h 444"/>
              <a:gd name="T2" fmla="*/ 97 w 218"/>
              <a:gd name="T3" fmla="*/ 444 h 444"/>
              <a:gd name="T4" fmla="*/ 150 w 218"/>
              <a:gd name="T5" fmla="*/ 305 h 444"/>
              <a:gd name="T6" fmla="*/ 134 w 218"/>
              <a:gd name="T7" fmla="*/ 315 h 444"/>
              <a:gd name="T8" fmla="*/ 136 w 218"/>
              <a:gd name="T9" fmla="*/ 331 h 444"/>
              <a:gd name="T10" fmla="*/ 144 w 218"/>
              <a:gd name="T11" fmla="*/ 339 h 444"/>
              <a:gd name="T12" fmla="*/ 154 w 218"/>
              <a:gd name="T13" fmla="*/ 349 h 444"/>
              <a:gd name="T14" fmla="*/ 154 w 218"/>
              <a:gd name="T15" fmla="*/ 359 h 444"/>
              <a:gd name="T16" fmla="*/ 150 w 218"/>
              <a:gd name="T17" fmla="*/ 359 h 444"/>
              <a:gd name="T18" fmla="*/ 150 w 218"/>
              <a:gd name="T19" fmla="*/ 347 h 444"/>
              <a:gd name="T20" fmla="*/ 134 w 218"/>
              <a:gd name="T21" fmla="*/ 357 h 444"/>
              <a:gd name="T22" fmla="*/ 144 w 218"/>
              <a:gd name="T23" fmla="*/ 369 h 444"/>
              <a:gd name="T24" fmla="*/ 156 w 218"/>
              <a:gd name="T25" fmla="*/ 377 h 444"/>
              <a:gd name="T26" fmla="*/ 170 w 218"/>
              <a:gd name="T27" fmla="*/ 365 h 444"/>
              <a:gd name="T28" fmla="*/ 172 w 218"/>
              <a:gd name="T29" fmla="*/ 345 h 444"/>
              <a:gd name="T30" fmla="*/ 168 w 218"/>
              <a:gd name="T31" fmla="*/ 337 h 444"/>
              <a:gd name="T32" fmla="*/ 156 w 218"/>
              <a:gd name="T33" fmla="*/ 329 h 444"/>
              <a:gd name="T34" fmla="*/ 150 w 218"/>
              <a:gd name="T35" fmla="*/ 323 h 444"/>
              <a:gd name="T36" fmla="*/ 152 w 218"/>
              <a:gd name="T37" fmla="*/ 315 h 444"/>
              <a:gd name="T38" fmla="*/ 154 w 218"/>
              <a:gd name="T39" fmla="*/ 317 h 444"/>
              <a:gd name="T40" fmla="*/ 156 w 218"/>
              <a:gd name="T41" fmla="*/ 325 h 444"/>
              <a:gd name="T42" fmla="*/ 170 w 218"/>
              <a:gd name="T43" fmla="*/ 315 h 444"/>
              <a:gd name="T44" fmla="*/ 156 w 218"/>
              <a:gd name="T45" fmla="*/ 305 h 444"/>
              <a:gd name="T46" fmla="*/ 49 w 218"/>
              <a:gd name="T47" fmla="*/ 117 h 444"/>
              <a:gd name="T48" fmla="*/ 146 w 218"/>
              <a:gd name="T49" fmla="*/ 131 h 444"/>
              <a:gd name="T50" fmla="*/ 162 w 218"/>
              <a:gd name="T51" fmla="*/ 246 h 444"/>
              <a:gd name="T52" fmla="*/ 206 w 218"/>
              <a:gd name="T53" fmla="*/ 291 h 444"/>
              <a:gd name="T54" fmla="*/ 216 w 218"/>
              <a:gd name="T55" fmla="*/ 299 h 444"/>
              <a:gd name="T56" fmla="*/ 216 w 218"/>
              <a:gd name="T57" fmla="*/ 379 h 444"/>
              <a:gd name="T58" fmla="*/ 206 w 218"/>
              <a:gd name="T59" fmla="*/ 386 h 444"/>
              <a:gd name="T60" fmla="*/ 91 w 218"/>
              <a:gd name="T61" fmla="*/ 382 h 444"/>
              <a:gd name="T62" fmla="*/ 89 w 218"/>
              <a:gd name="T63" fmla="*/ 303 h 444"/>
              <a:gd name="T64" fmla="*/ 95 w 218"/>
              <a:gd name="T65" fmla="*/ 291 h 444"/>
              <a:gd name="T66" fmla="*/ 144 w 218"/>
              <a:gd name="T67" fmla="*/ 281 h 444"/>
              <a:gd name="T68" fmla="*/ 87 w 218"/>
              <a:gd name="T69" fmla="*/ 285 h 444"/>
              <a:gd name="T70" fmla="*/ 79 w 218"/>
              <a:gd name="T71" fmla="*/ 303 h 444"/>
              <a:gd name="T72" fmla="*/ 27 w 218"/>
              <a:gd name="T73" fmla="*/ 444 h 444"/>
              <a:gd name="T74" fmla="*/ 4 w 218"/>
              <a:gd name="T75" fmla="*/ 263 h 444"/>
              <a:gd name="T76" fmla="*/ 4 w 218"/>
              <a:gd name="T77" fmla="*/ 146 h 444"/>
              <a:gd name="T78" fmla="*/ 49 w 218"/>
              <a:gd name="T79" fmla="*/ 117 h 444"/>
              <a:gd name="T80" fmla="*/ 121 w 218"/>
              <a:gd name="T81" fmla="*/ 16 h 444"/>
              <a:gd name="T82" fmla="*/ 130 w 218"/>
              <a:gd name="T83" fmla="*/ 73 h 444"/>
              <a:gd name="T84" fmla="*/ 83 w 218"/>
              <a:gd name="T85" fmla="*/ 107 h 444"/>
              <a:gd name="T86" fmla="*/ 33 w 218"/>
              <a:gd name="T87" fmla="*/ 73 h 444"/>
              <a:gd name="T88" fmla="*/ 45 w 218"/>
              <a:gd name="T89" fmla="*/ 16 h 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18" h="444">
                <a:moveTo>
                  <a:pt x="89" y="392"/>
                </a:moveTo>
                <a:lnTo>
                  <a:pt x="95" y="394"/>
                </a:lnTo>
                <a:lnTo>
                  <a:pt x="99" y="394"/>
                </a:lnTo>
                <a:lnTo>
                  <a:pt x="134" y="394"/>
                </a:lnTo>
                <a:lnTo>
                  <a:pt x="134" y="444"/>
                </a:lnTo>
                <a:lnTo>
                  <a:pt x="97" y="444"/>
                </a:lnTo>
                <a:lnTo>
                  <a:pt x="89" y="392"/>
                </a:lnTo>
                <a:close/>
                <a:moveTo>
                  <a:pt x="150" y="301"/>
                </a:moveTo>
                <a:lnTo>
                  <a:pt x="150" y="305"/>
                </a:lnTo>
                <a:lnTo>
                  <a:pt x="142" y="307"/>
                </a:lnTo>
                <a:lnTo>
                  <a:pt x="138" y="311"/>
                </a:lnTo>
                <a:lnTo>
                  <a:pt x="134" y="315"/>
                </a:lnTo>
                <a:lnTo>
                  <a:pt x="134" y="321"/>
                </a:lnTo>
                <a:lnTo>
                  <a:pt x="134" y="327"/>
                </a:lnTo>
                <a:lnTo>
                  <a:pt x="136" y="331"/>
                </a:lnTo>
                <a:lnTo>
                  <a:pt x="138" y="333"/>
                </a:lnTo>
                <a:lnTo>
                  <a:pt x="140" y="337"/>
                </a:lnTo>
                <a:lnTo>
                  <a:pt x="144" y="339"/>
                </a:lnTo>
                <a:lnTo>
                  <a:pt x="150" y="343"/>
                </a:lnTo>
                <a:lnTo>
                  <a:pt x="154" y="345"/>
                </a:lnTo>
                <a:lnTo>
                  <a:pt x="154" y="349"/>
                </a:lnTo>
                <a:lnTo>
                  <a:pt x="156" y="351"/>
                </a:lnTo>
                <a:lnTo>
                  <a:pt x="156" y="357"/>
                </a:lnTo>
                <a:lnTo>
                  <a:pt x="154" y="359"/>
                </a:lnTo>
                <a:lnTo>
                  <a:pt x="152" y="361"/>
                </a:lnTo>
                <a:lnTo>
                  <a:pt x="150" y="361"/>
                </a:lnTo>
                <a:lnTo>
                  <a:pt x="150" y="359"/>
                </a:lnTo>
                <a:lnTo>
                  <a:pt x="150" y="357"/>
                </a:lnTo>
                <a:lnTo>
                  <a:pt x="150" y="351"/>
                </a:lnTo>
                <a:lnTo>
                  <a:pt x="150" y="347"/>
                </a:lnTo>
                <a:lnTo>
                  <a:pt x="134" y="347"/>
                </a:lnTo>
                <a:lnTo>
                  <a:pt x="134" y="351"/>
                </a:lnTo>
                <a:lnTo>
                  <a:pt x="134" y="357"/>
                </a:lnTo>
                <a:lnTo>
                  <a:pt x="136" y="361"/>
                </a:lnTo>
                <a:lnTo>
                  <a:pt x="138" y="365"/>
                </a:lnTo>
                <a:lnTo>
                  <a:pt x="144" y="369"/>
                </a:lnTo>
                <a:lnTo>
                  <a:pt x="150" y="369"/>
                </a:lnTo>
                <a:lnTo>
                  <a:pt x="150" y="377"/>
                </a:lnTo>
                <a:lnTo>
                  <a:pt x="156" y="377"/>
                </a:lnTo>
                <a:lnTo>
                  <a:pt x="156" y="371"/>
                </a:lnTo>
                <a:lnTo>
                  <a:pt x="164" y="369"/>
                </a:lnTo>
                <a:lnTo>
                  <a:pt x="170" y="365"/>
                </a:lnTo>
                <a:lnTo>
                  <a:pt x="172" y="359"/>
                </a:lnTo>
                <a:lnTo>
                  <a:pt x="174" y="351"/>
                </a:lnTo>
                <a:lnTo>
                  <a:pt x="172" y="345"/>
                </a:lnTo>
                <a:lnTo>
                  <a:pt x="172" y="341"/>
                </a:lnTo>
                <a:lnTo>
                  <a:pt x="170" y="339"/>
                </a:lnTo>
                <a:lnTo>
                  <a:pt x="168" y="337"/>
                </a:lnTo>
                <a:lnTo>
                  <a:pt x="164" y="333"/>
                </a:lnTo>
                <a:lnTo>
                  <a:pt x="160" y="331"/>
                </a:lnTo>
                <a:lnTo>
                  <a:pt x="156" y="329"/>
                </a:lnTo>
                <a:lnTo>
                  <a:pt x="152" y="327"/>
                </a:lnTo>
                <a:lnTo>
                  <a:pt x="152" y="325"/>
                </a:lnTo>
                <a:lnTo>
                  <a:pt x="150" y="323"/>
                </a:lnTo>
                <a:lnTo>
                  <a:pt x="150" y="319"/>
                </a:lnTo>
                <a:lnTo>
                  <a:pt x="150" y="317"/>
                </a:lnTo>
                <a:lnTo>
                  <a:pt x="152" y="315"/>
                </a:lnTo>
                <a:lnTo>
                  <a:pt x="152" y="315"/>
                </a:lnTo>
                <a:lnTo>
                  <a:pt x="154" y="315"/>
                </a:lnTo>
                <a:lnTo>
                  <a:pt x="154" y="317"/>
                </a:lnTo>
                <a:lnTo>
                  <a:pt x="156" y="319"/>
                </a:lnTo>
                <a:lnTo>
                  <a:pt x="156" y="321"/>
                </a:lnTo>
                <a:lnTo>
                  <a:pt x="156" y="325"/>
                </a:lnTo>
                <a:lnTo>
                  <a:pt x="172" y="325"/>
                </a:lnTo>
                <a:lnTo>
                  <a:pt x="172" y="321"/>
                </a:lnTo>
                <a:lnTo>
                  <a:pt x="170" y="315"/>
                </a:lnTo>
                <a:lnTo>
                  <a:pt x="168" y="311"/>
                </a:lnTo>
                <a:lnTo>
                  <a:pt x="164" y="307"/>
                </a:lnTo>
                <a:lnTo>
                  <a:pt x="156" y="305"/>
                </a:lnTo>
                <a:lnTo>
                  <a:pt x="156" y="301"/>
                </a:lnTo>
                <a:lnTo>
                  <a:pt x="150" y="301"/>
                </a:lnTo>
                <a:close/>
                <a:moveTo>
                  <a:pt x="49" y="117"/>
                </a:moveTo>
                <a:lnTo>
                  <a:pt x="113" y="117"/>
                </a:lnTo>
                <a:lnTo>
                  <a:pt x="130" y="121"/>
                </a:lnTo>
                <a:lnTo>
                  <a:pt x="146" y="131"/>
                </a:lnTo>
                <a:lnTo>
                  <a:pt x="158" y="146"/>
                </a:lnTo>
                <a:lnTo>
                  <a:pt x="162" y="166"/>
                </a:lnTo>
                <a:lnTo>
                  <a:pt x="162" y="246"/>
                </a:lnTo>
                <a:lnTo>
                  <a:pt x="162" y="252"/>
                </a:lnTo>
                <a:lnTo>
                  <a:pt x="162" y="291"/>
                </a:lnTo>
                <a:lnTo>
                  <a:pt x="206" y="291"/>
                </a:lnTo>
                <a:lnTo>
                  <a:pt x="210" y="291"/>
                </a:lnTo>
                <a:lnTo>
                  <a:pt x="214" y="295"/>
                </a:lnTo>
                <a:lnTo>
                  <a:pt x="216" y="299"/>
                </a:lnTo>
                <a:lnTo>
                  <a:pt x="218" y="303"/>
                </a:lnTo>
                <a:lnTo>
                  <a:pt x="218" y="375"/>
                </a:lnTo>
                <a:lnTo>
                  <a:pt x="216" y="379"/>
                </a:lnTo>
                <a:lnTo>
                  <a:pt x="214" y="382"/>
                </a:lnTo>
                <a:lnTo>
                  <a:pt x="210" y="384"/>
                </a:lnTo>
                <a:lnTo>
                  <a:pt x="206" y="386"/>
                </a:lnTo>
                <a:lnTo>
                  <a:pt x="99" y="386"/>
                </a:lnTo>
                <a:lnTo>
                  <a:pt x="95" y="384"/>
                </a:lnTo>
                <a:lnTo>
                  <a:pt x="91" y="382"/>
                </a:lnTo>
                <a:lnTo>
                  <a:pt x="89" y="379"/>
                </a:lnTo>
                <a:lnTo>
                  <a:pt x="89" y="375"/>
                </a:lnTo>
                <a:lnTo>
                  <a:pt x="89" y="303"/>
                </a:lnTo>
                <a:lnTo>
                  <a:pt x="89" y="299"/>
                </a:lnTo>
                <a:lnTo>
                  <a:pt x="91" y="295"/>
                </a:lnTo>
                <a:lnTo>
                  <a:pt x="95" y="291"/>
                </a:lnTo>
                <a:lnTo>
                  <a:pt x="99" y="291"/>
                </a:lnTo>
                <a:lnTo>
                  <a:pt x="144" y="291"/>
                </a:lnTo>
                <a:lnTo>
                  <a:pt x="144" y="281"/>
                </a:lnTo>
                <a:lnTo>
                  <a:pt x="99" y="281"/>
                </a:lnTo>
                <a:lnTo>
                  <a:pt x="93" y="283"/>
                </a:lnTo>
                <a:lnTo>
                  <a:pt x="87" y="285"/>
                </a:lnTo>
                <a:lnTo>
                  <a:pt x="83" y="291"/>
                </a:lnTo>
                <a:lnTo>
                  <a:pt x="79" y="295"/>
                </a:lnTo>
                <a:lnTo>
                  <a:pt x="79" y="303"/>
                </a:lnTo>
                <a:lnTo>
                  <a:pt x="79" y="373"/>
                </a:lnTo>
                <a:lnTo>
                  <a:pt x="67" y="444"/>
                </a:lnTo>
                <a:lnTo>
                  <a:pt x="27" y="444"/>
                </a:lnTo>
                <a:lnTo>
                  <a:pt x="27" y="289"/>
                </a:lnTo>
                <a:lnTo>
                  <a:pt x="14" y="279"/>
                </a:lnTo>
                <a:lnTo>
                  <a:pt x="4" y="263"/>
                </a:lnTo>
                <a:lnTo>
                  <a:pt x="0" y="246"/>
                </a:lnTo>
                <a:lnTo>
                  <a:pt x="0" y="166"/>
                </a:lnTo>
                <a:lnTo>
                  <a:pt x="4" y="146"/>
                </a:lnTo>
                <a:lnTo>
                  <a:pt x="16" y="131"/>
                </a:lnTo>
                <a:lnTo>
                  <a:pt x="31" y="121"/>
                </a:lnTo>
                <a:lnTo>
                  <a:pt x="49" y="117"/>
                </a:lnTo>
                <a:close/>
                <a:moveTo>
                  <a:pt x="83" y="0"/>
                </a:moveTo>
                <a:lnTo>
                  <a:pt x="103" y="6"/>
                </a:lnTo>
                <a:lnTo>
                  <a:pt x="121" y="16"/>
                </a:lnTo>
                <a:lnTo>
                  <a:pt x="130" y="33"/>
                </a:lnTo>
                <a:lnTo>
                  <a:pt x="134" y="53"/>
                </a:lnTo>
                <a:lnTo>
                  <a:pt x="130" y="73"/>
                </a:lnTo>
                <a:lnTo>
                  <a:pt x="121" y="91"/>
                </a:lnTo>
                <a:lnTo>
                  <a:pt x="103" y="103"/>
                </a:lnTo>
                <a:lnTo>
                  <a:pt x="83" y="107"/>
                </a:lnTo>
                <a:lnTo>
                  <a:pt x="61" y="103"/>
                </a:lnTo>
                <a:lnTo>
                  <a:pt x="45" y="91"/>
                </a:lnTo>
                <a:lnTo>
                  <a:pt x="33" y="73"/>
                </a:lnTo>
                <a:lnTo>
                  <a:pt x="29" y="53"/>
                </a:lnTo>
                <a:lnTo>
                  <a:pt x="33" y="33"/>
                </a:lnTo>
                <a:lnTo>
                  <a:pt x="45" y="16"/>
                </a:lnTo>
                <a:lnTo>
                  <a:pt x="61" y="6"/>
                </a:lnTo>
                <a:lnTo>
                  <a:pt x="83" y="0"/>
                </a:lnTo>
                <a:close/>
              </a:path>
            </a:pathLst>
          </a:custGeom>
          <a:solidFill>
            <a:srgbClr val="95C53E"/>
          </a:solidFill>
          <a:ln w="0">
            <a:noFill/>
            <a:prstDash val="solid"/>
            <a:round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87" name="Freeform 148"/>
          <p:cNvSpPr>
            <a:spLocks noEditPoints="1"/>
          </p:cNvSpPr>
          <p:nvPr/>
        </p:nvSpPr>
        <p:spPr bwMode="auto">
          <a:xfrm>
            <a:off x="4538676" y="3247798"/>
            <a:ext cx="296077" cy="603017"/>
          </a:xfrm>
          <a:custGeom>
            <a:avLst/>
            <a:gdLst>
              <a:gd name="T0" fmla="*/ 99 w 218"/>
              <a:gd name="T1" fmla="*/ 394 h 444"/>
              <a:gd name="T2" fmla="*/ 97 w 218"/>
              <a:gd name="T3" fmla="*/ 444 h 444"/>
              <a:gd name="T4" fmla="*/ 150 w 218"/>
              <a:gd name="T5" fmla="*/ 305 h 444"/>
              <a:gd name="T6" fmla="*/ 134 w 218"/>
              <a:gd name="T7" fmla="*/ 315 h 444"/>
              <a:gd name="T8" fmla="*/ 136 w 218"/>
              <a:gd name="T9" fmla="*/ 331 h 444"/>
              <a:gd name="T10" fmla="*/ 144 w 218"/>
              <a:gd name="T11" fmla="*/ 339 h 444"/>
              <a:gd name="T12" fmla="*/ 154 w 218"/>
              <a:gd name="T13" fmla="*/ 349 h 444"/>
              <a:gd name="T14" fmla="*/ 154 w 218"/>
              <a:gd name="T15" fmla="*/ 359 h 444"/>
              <a:gd name="T16" fmla="*/ 150 w 218"/>
              <a:gd name="T17" fmla="*/ 359 h 444"/>
              <a:gd name="T18" fmla="*/ 150 w 218"/>
              <a:gd name="T19" fmla="*/ 347 h 444"/>
              <a:gd name="T20" fmla="*/ 134 w 218"/>
              <a:gd name="T21" fmla="*/ 357 h 444"/>
              <a:gd name="T22" fmla="*/ 144 w 218"/>
              <a:gd name="T23" fmla="*/ 369 h 444"/>
              <a:gd name="T24" fmla="*/ 156 w 218"/>
              <a:gd name="T25" fmla="*/ 377 h 444"/>
              <a:gd name="T26" fmla="*/ 170 w 218"/>
              <a:gd name="T27" fmla="*/ 365 h 444"/>
              <a:gd name="T28" fmla="*/ 172 w 218"/>
              <a:gd name="T29" fmla="*/ 345 h 444"/>
              <a:gd name="T30" fmla="*/ 168 w 218"/>
              <a:gd name="T31" fmla="*/ 337 h 444"/>
              <a:gd name="T32" fmla="*/ 156 w 218"/>
              <a:gd name="T33" fmla="*/ 329 h 444"/>
              <a:gd name="T34" fmla="*/ 150 w 218"/>
              <a:gd name="T35" fmla="*/ 323 h 444"/>
              <a:gd name="T36" fmla="*/ 152 w 218"/>
              <a:gd name="T37" fmla="*/ 315 h 444"/>
              <a:gd name="T38" fmla="*/ 154 w 218"/>
              <a:gd name="T39" fmla="*/ 317 h 444"/>
              <a:gd name="T40" fmla="*/ 156 w 218"/>
              <a:gd name="T41" fmla="*/ 325 h 444"/>
              <a:gd name="T42" fmla="*/ 170 w 218"/>
              <a:gd name="T43" fmla="*/ 315 h 444"/>
              <a:gd name="T44" fmla="*/ 156 w 218"/>
              <a:gd name="T45" fmla="*/ 305 h 444"/>
              <a:gd name="T46" fmla="*/ 49 w 218"/>
              <a:gd name="T47" fmla="*/ 117 h 444"/>
              <a:gd name="T48" fmla="*/ 146 w 218"/>
              <a:gd name="T49" fmla="*/ 131 h 444"/>
              <a:gd name="T50" fmla="*/ 162 w 218"/>
              <a:gd name="T51" fmla="*/ 246 h 444"/>
              <a:gd name="T52" fmla="*/ 206 w 218"/>
              <a:gd name="T53" fmla="*/ 291 h 444"/>
              <a:gd name="T54" fmla="*/ 216 w 218"/>
              <a:gd name="T55" fmla="*/ 299 h 444"/>
              <a:gd name="T56" fmla="*/ 216 w 218"/>
              <a:gd name="T57" fmla="*/ 379 h 444"/>
              <a:gd name="T58" fmla="*/ 206 w 218"/>
              <a:gd name="T59" fmla="*/ 386 h 444"/>
              <a:gd name="T60" fmla="*/ 91 w 218"/>
              <a:gd name="T61" fmla="*/ 382 h 444"/>
              <a:gd name="T62" fmla="*/ 89 w 218"/>
              <a:gd name="T63" fmla="*/ 303 h 444"/>
              <a:gd name="T64" fmla="*/ 95 w 218"/>
              <a:gd name="T65" fmla="*/ 291 h 444"/>
              <a:gd name="T66" fmla="*/ 144 w 218"/>
              <a:gd name="T67" fmla="*/ 281 h 444"/>
              <a:gd name="T68" fmla="*/ 87 w 218"/>
              <a:gd name="T69" fmla="*/ 285 h 444"/>
              <a:gd name="T70" fmla="*/ 79 w 218"/>
              <a:gd name="T71" fmla="*/ 303 h 444"/>
              <a:gd name="T72" fmla="*/ 27 w 218"/>
              <a:gd name="T73" fmla="*/ 444 h 444"/>
              <a:gd name="T74" fmla="*/ 4 w 218"/>
              <a:gd name="T75" fmla="*/ 263 h 444"/>
              <a:gd name="T76" fmla="*/ 4 w 218"/>
              <a:gd name="T77" fmla="*/ 146 h 444"/>
              <a:gd name="T78" fmla="*/ 49 w 218"/>
              <a:gd name="T79" fmla="*/ 117 h 444"/>
              <a:gd name="T80" fmla="*/ 121 w 218"/>
              <a:gd name="T81" fmla="*/ 16 h 444"/>
              <a:gd name="T82" fmla="*/ 130 w 218"/>
              <a:gd name="T83" fmla="*/ 73 h 444"/>
              <a:gd name="T84" fmla="*/ 83 w 218"/>
              <a:gd name="T85" fmla="*/ 107 h 444"/>
              <a:gd name="T86" fmla="*/ 33 w 218"/>
              <a:gd name="T87" fmla="*/ 73 h 444"/>
              <a:gd name="T88" fmla="*/ 45 w 218"/>
              <a:gd name="T89" fmla="*/ 16 h 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18" h="444">
                <a:moveTo>
                  <a:pt x="89" y="392"/>
                </a:moveTo>
                <a:lnTo>
                  <a:pt x="95" y="394"/>
                </a:lnTo>
                <a:lnTo>
                  <a:pt x="99" y="394"/>
                </a:lnTo>
                <a:lnTo>
                  <a:pt x="134" y="394"/>
                </a:lnTo>
                <a:lnTo>
                  <a:pt x="134" y="444"/>
                </a:lnTo>
                <a:lnTo>
                  <a:pt x="97" y="444"/>
                </a:lnTo>
                <a:lnTo>
                  <a:pt x="89" y="392"/>
                </a:lnTo>
                <a:close/>
                <a:moveTo>
                  <a:pt x="150" y="301"/>
                </a:moveTo>
                <a:lnTo>
                  <a:pt x="150" y="305"/>
                </a:lnTo>
                <a:lnTo>
                  <a:pt x="142" y="307"/>
                </a:lnTo>
                <a:lnTo>
                  <a:pt x="138" y="311"/>
                </a:lnTo>
                <a:lnTo>
                  <a:pt x="134" y="315"/>
                </a:lnTo>
                <a:lnTo>
                  <a:pt x="134" y="321"/>
                </a:lnTo>
                <a:lnTo>
                  <a:pt x="134" y="327"/>
                </a:lnTo>
                <a:lnTo>
                  <a:pt x="136" y="331"/>
                </a:lnTo>
                <a:lnTo>
                  <a:pt x="138" y="333"/>
                </a:lnTo>
                <a:lnTo>
                  <a:pt x="140" y="337"/>
                </a:lnTo>
                <a:lnTo>
                  <a:pt x="144" y="339"/>
                </a:lnTo>
                <a:lnTo>
                  <a:pt x="150" y="343"/>
                </a:lnTo>
                <a:lnTo>
                  <a:pt x="154" y="345"/>
                </a:lnTo>
                <a:lnTo>
                  <a:pt x="154" y="349"/>
                </a:lnTo>
                <a:lnTo>
                  <a:pt x="156" y="351"/>
                </a:lnTo>
                <a:lnTo>
                  <a:pt x="156" y="357"/>
                </a:lnTo>
                <a:lnTo>
                  <a:pt x="154" y="359"/>
                </a:lnTo>
                <a:lnTo>
                  <a:pt x="152" y="361"/>
                </a:lnTo>
                <a:lnTo>
                  <a:pt x="150" y="361"/>
                </a:lnTo>
                <a:lnTo>
                  <a:pt x="150" y="359"/>
                </a:lnTo>
                <a:lnTo>
                  <a:pt x="150" y="357"/>
                </a:lnTo>
                <a:lnTo>
                  <a:pt x="150" y="351"/>
                </a:lnTo>
                <a:lnTo>
                  <a:pt x="150" y="347"/>
                </a:lnTo>
                <a:lnTo>
                  <a:pt x="134" y="347"/>
                </a:lnTo>
                <a:lnTo>
                  <a:pt x="134" y="351"/>
                </a:lnTo>
                <a:lnTo>
                  <a:pt x="134" y="357"/>
                </a:lnTo>
                <a:lnTo>
                  <a:pt x="136" y="361"/>
                </a:lnTo>
                <a:lnTo>
                  <a:pt x="138" y="365"/>
                </a:lnTo>
                <a:lnTo>
                  <a:pt x="144" y="369"/>
                </a:lnTo>
                <a:lnTo>
                  <a:pt x="150" y="369"/>
                </a:lnTo>
                <a:lnTo>
                  <a:pt x="150" y="377"/>
                </a:lnTo>
                <a:lnTo>
                  <a:pt x="156" y="377"/>
                </a:lnTo>
                <a:lnTo>
                  <a:pt x="156" y="371"/>
                </a:lnTo>
                <a:lnTo>
                  <a:pt x="164" y="369"/>
                </a:lnTo>
                <a:lnTo>
                  <a:pt x="170" y="365"/>
                </a:lnTo>
                <a:lnTo>
                  <a:pt x="172" y="359"/>
                </a:lnTo>
                <a:lnTo>
                  <a:pt x="174" y="351"/>
                </a:lnTo>
                <a:lnTo>
                  <a:pt x="172" y="345"/>
                </a:lnTo>
                <a:lnTo>
                  <a:pt x="172" y="341"/>
                </a:lnTo>
                <a:lnTo>
                  <a:pt x="170" y="339"/>
                </a:lnTo>
                <a:lnTo>
                  <a:pt x="168" y="337"/>
                </a:lnTo>
                <a:lnTo>
                  <a:pt x="164" y="333"/>
                </a:lnTo>
                <a:lnTo>
                  <a:pt x="160" y="331"/>
                </a:lnTo>
                <a:lnTo>
                  <a:pt x="156" y="329"/>
                </a:lnTo>
                <a:lnTo>
                  <a:pt x="152" y="327"/>
                </a:lnTo>
                <a:lnTo>
                  <a:pt x="152" y="325"/>
                </a:lnTo>
                <a:lnTo>
                  <a:pt x="150" y="323"/>
                </a:lnTo>
                <a:lnTo>
                  <a:pt x="150" y="319"/>
                </a:lnTo>
                <a:lnTo>
                  <a:pt x="150" y="317"/>
                </a:lnTo>
                <a:lnTo>
                  <a:pt x="152" y="315"/>
                </a:lnTo>
                <a:lnTo>
                  <a:pt x="152" y="315"/>
                </a:lnTo>
                <a:lnTo>
                  <a:pt x="154" y="315"/>
                </a:lnTo>
                <a:lnTo>
                  <a:pt x="154" y="317"/>
                </a:lnTo>
                <a:lnTo>
                  <a:pt x="156" y="319"/>
                </a:lnTo>
                <a:lnTo>
                  <a:pt x="156" y="321"/>
                </a:lnTo>
                <a:lnTo>
                  <a:pt x="156" y="325"/>
                </a:lnTo>
                <a:lnTo>
                  <a:pt x="172" y="325"/>
                </a:lnTo>
                <a:lnTo>
                  <a:pt x="172" y="321"/>
                </a:lnTo>
                <a:lnTo>
                  <a:pt x="170" y="315"/>
                </a:lnTo>
                <a:lnTo>
                  <a:pt x="168" y="311"/>
                </a:lnTo>
                <a:lnTo>
                  <a:pt x="164" y="307"/>
                </a:lnTo>
                <a:lnTo>
                  <a:pt x="156" y="305"/>
                </a:lnTo>
                <a:lnTo>
                  <a:pt x="156" y="301"/>
                </a:lnTo>
                <a:lnTo>
                  <a:pt x="150" y="301"/>
                </a:lnTo>
                <a:close/>
                <a:moveTo>
                  <a:pt x="49" y="117"/>
                </a:moveTo>
                <a:lnTo>
                  <a:pt x="113" y="117"/>
                </a:lnTo>
                <a:lnTo>
                  <a:pt x="130" y="121"/>
                </a:lnTo>
                <a:lnTo>
                  <a:pt x="146" y="131"/>
                </a:lnTo>
                <a:lnTo>
                  <a:pt x="158" y="146"/>
                </a:lnTo>
                <a:lnTo>
                  <a:pt x="162" y="166"/>
                </a:lnTo>
                <a:lnTo>
                  <a:pt x="162" y="246"/>
                </a:lnTo>
                <a:lnTo>
                  <a:pt x="162" y="252"/>
                </a:lnTo>
                <a:lnTo>
                  <a:pt x="162" y="291"/>
                </a:lnTo>
                <a:lnTo>
                  <a:pt x="206" y="291"/>
                </a:lnTo>
                <a:lnTo>
                  <a:pt x="210" y="291"/>
                </a:lnTo>
                <a:lnTo>
                  <a:pt x="214" y="295"/>
                </a:lnTo>
                <a:lnTo>
                  <a:pt x="216" y="299"/>
                </a:lnTo>
                <a:lnTo>
                  <a:pt x="218" y="303"/>
                </a:lnTo>
                <a:lnTo>
                  <a:pt x="218" y="375"/>
                </a:lnTo>
                <a:lnTo>
                  <a:pt x="216" y="379"/>
                </a:lnTo>
                <a:lnTo>
                  <a:pt x="214" y="382"/>
                </a:lnTo>
                <a:lnTo>
                  <a:pt x="210" y="384"/>
                </a:lnTo>
                <a:lnTo>
                  <a:pt x="206" y="386"/>
                </a:lnTo>
                <a:lnTo>
                  <a:pt x="99" y="386"/>
                </a:lnTo>
                <a:lnTo>
                  <a:pt x="95" y="384"/>
                </a:lnTo>
                <a:lnTo>
                  <a:pt x="91" y="382"/>
                </a:lnTo>
                <a:lnTo>
                  <a:pt x="89" y="379"/>
                </a:lnTo>
                <a:lnTo>
                  <a:pt x="89" y="375"/>
                </a:lnTo>
                <a:lnTo>
                  <a:pt x="89" y="303"/>
                </a:lnTo>
                <a:lnTo>
                  <a:pt x="89" y="299"/>
                </a:lnTo>
                <a:lnTo>
                  <a:pt x="91" y="295"/>
                </a:lnTo>
                <a:lnTo>
                  <a:pt x="95" y="291"/>
                </a:lnTo>
                <a:lnTo>
                  <a:pt x="99" y="291"/>
                </a:lnTo>
                <a:lnTo>
                  <a:pt x="144" y="291"/>
                </a:lnTo>
                <a:lnTo>
                  <a:pt x="144" y="281"/>
                </a:lnTo>
                <a:lnTo>
                  <a:pt x="99" y="281"/>
                </a:lnTo>
                <a:lnTo>
                  <a:pt x="93" y="283"/>
                </a:lnTo>
                <a:lnTo>
                  <a:pt x="87" y="285"/>
                </a:lnTo>
                <a:lnTo>
                  <a:pt x="83" y="291"/>
                </a:lnTo>
                <a:lnTo>
                  <a:pt x="79" y="295"/>
                </a:lnTo>
                <a:lnTo>
                  <a:pt x="79" y="303"/>
                </a:lnTo>
                <a:lnTo>
                  <a:pt x="79" y="373"/>
                </a:lnTo>
                <a:lnTo>
                  <a:pt x="67" y="444"/>
                </a:lnTo>
                <a:lnTo>
                  <a:pt x="27" y="444"/>
                </a:lnTo>
                <a:lnTo>
                  <a:pt x="27" y="289"/>
                </a:lnTo>
                <a:lnTo>
                  <a:pt x="14" y="279"/>
                </a:lnTo>
                <a:lnTo>
                  <a:pt x="4" y="263"/>
                </a:lnTo>
                <a:lnTo>
                  <a:pt x="0" y="246"/>
                </a:lnTo>
                <a:lnTo>
                  <a:pt x="0" y="166"/>
                </a:lnTo>
                <a:lnTo>
                  <a:pt x="4" y="146"/>
                </a:lnTo>
                <a:lnTo>
                  <a:pt x="16" y="131"/>
                </a:lnTo>
                <a:lnTo>
                  <a:pt x="31" y="121"/>
                </a:lnTo>
                <a:lnTo>
                  <a:pt x="49" y="117"/>
                </a:lnTo>
                <a:close/>
                <a:moveTo>
                  <a:pt x="83" y="0"/>
                </a:moveTo>
                <a:lnTo>
                  <a:pt x="103" y="6"/>
                </a:lnTo>
                <a:lnTo>
                  <a:pt x="121" y="16"/>
                </a:lnTo>
                <a:lnTo>
                  <a:pt x="130" y="33"/>
                </a:lnTo>
                <a:lnTo>
                  <a:pt x="134" y="53"/>
                </a:lnTo>
                <a:lnTo>
                  <a:pt x="130" y="73"/>
                </a:lnTo>
                <a:lnTo>
                  <a:pt x="121" y="91"/>
                </a:lnTo>
                <a:lnTo>
                  <a:pt x="103" y="103"/>
                </a:lnTo>
                <a:lnTo>
                  <a:pt x="83" y="107"/>
                </a:lnTo>
                <a:lnTo>
                  <a:pt x="61" y="103"/>
                </a:lnTo>
                <a:lnTo>
                  <a:pt x="45" y="91"/>
                </a:lnTo>
                <a:lnTo>
                  <a:pt x="33" y="73"/>
                </a:lnTo>
                <a:lnTo>
                  <a:pt x="29" y="53"/>
                </a:lnTo>
                <a:lnTo>
                  <a:pt x="33" y="33"/>
                </a:lnTo>
                <a:lnTo>
                  <a:pt x="45" y="16"/>
                </a:lnTo>
                <a:lnTo>
                  <a:pt x="61" y="6"/>
                </a:lnTo>
                <a:lnTo>
                  <a:pt x="83" y="0"/>
                </a:lnTo>
                <a:close/>
              </a:path>
            </a:pathLst>
          </a:custGeom>
          <a:solidFill>
            <a:srgbClr val="95C53E"/>
          </a:solidFill>
          <a:ln w="0">
            <a:noFill/>
            <a:prstDash val="solid"/>
            <a:round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88" name="Freeform 148"/>
          <p:cNvSpPr>
            <a:spLocks noEditPoints="1"/>
          </p:cNvSpPr>
          <p:nvPr/>
        </p:nvSpPr>
        <p:spPr bwMode="auto">
          <a:xfrm>
            <a:off x="4912165" y="3247798"/>
            <a:ext cx="296077" cy="603017"/>
          </a:xfrm>
          <a:custGeom>
            <a:avLst/>
            <a:gdLst>
              <a:gd name="T0" fmla="*/ 99 w 218"/>
              <a:gd name="T1" fmla="*/ 394 h 444"/>
              <a:gd name="T2" fmla="*/ 97 w 218"/>
              <a:gd name="T3" fmla="*/ 444 h 444"/>
              <a:gd name="T4" fmla="*/ 150 w 218"/>
              <a:gd name="T5" fmla="*/ 305 h 444"/>
              <a:gd name="T6" fmla="*/ 134 w 218"/>
              <a:gd name="T7" fmla="*/ 315 h 444"/>
              <a:gd name="T8" fmla="*/ 136 w 218"/>
              <a:gd name="T9" fmla="*/ 331 h 444"/>
              <a:gd name="T10" fmla="*/ 144 w 218"/>
              <a:gd name="T11" fmla="*/ 339 h 444"/>
              <a:gd name="T12" fmla="*/ 154 w 218"/>
              <a:gd name="T13" fmla="*/ 349 h 444"/>
              <a:gd name="T14" fmla="*/ 154 w 218"/>
              <a:gd name="T15" fmla="*/ 359 h 444"/>
              <a:gd name="T16" fmla="*/ 150 w 218"/>
              <a:gd name="T17" fmla="*/ 359 h 444"/>
              <a:gd name="T18" fmla="*/ 150 w 218"/>
              <a:gd name="T19" fmla="*/ 347 h 444"/>
              <a:gd name="T20" fmla="*/ 134 w 218"/>
              <a:gd name="T21" fmla="*/ 357 h 444"/>
              <a:gd name="T22" fmla="*/ 144 w 218"/>
              <a:gd name="T23" fmla="*/ 369 h 444"/>
              <a:gd name="T24" fmla="*/ 156 w 218"/>
              <a:gd name="T25" fmla="*/ 377 h 444"/>
              <a:gd name="T26" fmla="*/ 170 w 218"/>
              <a:gd name="T27" fmla="*/ 365 h 444"/>
              <a:gd name="T28" fmla="*/ 172 w 218"/>
              <a:gd name="T29" fmla="*/ 345 h 444"/>
              <a:gd name="T30" fmla="*/ 168 w 218"/>
              <a:gd name="T31" fmla="*/ 337 h 444"/>
              <a:gd name="T32" fmla="*/ 156 w 218"/>
              <a:gd name="T33" fmla="*/ 329 h 444"/>
              <a:gd name="T34" fmla="*/ 150 w 218"/>
              <a:gd name="T35" fmla="*/ 323 h 444"/>
              <a:gd name="T36" fmla="*/ 152 w 218"/>
              <a:gd name="T37" fmla="*/ 315 h 444"/>
              <a:gd name="T38" fmla="*/ 154 w 218"/>
              <a:gd name="T39" fmla="*/ 317 h 444"/>
              <a:gd name="T40" fmla="*/ 156 w 218"/>
              <a:gd name="T41" fmla="*/ 325 h 444"/>
              <a:gd name="T42" fmla="*/ 170 w 218"/>
              <a:gd name="T43" fmla="*/ 315 h 444"/>
              <a:gd name="T44" fmla="*/ 156 w 218"/>
              <a:gd name="T45" fmla="*/ 305 h 444"/>
              <a:gd name="T46" fmla="*/ 49 w 218"/>
              <a:gd name="T47" fmla="*/ 117 h 444"/>
              <a:gd name="T48" fmla="*/ 146 w 218"/>
              <a:gd name="T49" fmla="*/ 131 h 444"/>
              <a:gd name="T50" fmla="*/ 162 w 218"/>
              <a:gd name="T51" fmla="*/ 246 h 444"/>
              <a:gd name="T52" fmla="*/ 206 w 218"/>
              <a:gd name="T53" fmla="*/ 291 h 444"/>
              <a:gd name="T54" fmla="*/ 216 w 218"/>
              <a:gd name="T55" fmla="*/ 299 h 444"/>
              <a:gd name="T56" fmla="*/ 216 w 218"/>
              <a:gd name="T57" fmla="*/ 379 h 444"/>
              <a:gd name="T58" fmla="*/ 206 w 218"/>
              <a:gd name="T59" fmla="*/ 386 h 444"/>
              <a:gd name="T60" fmla="*/ 91 w 218"/>
              <a:gd name="T61" fmla="*/ 382 h 444"/>
              <a:gd name="T62" fmla="*/ 89 w 218"/>
              <a:gd name="T63" fmla="*/ 303 h 444"/>
              <a:gd name="T64" fmla="*/ 95 w 218"/>
              <a:gd name="T65" fmla="*/ 291 h 444"/>
              <a:gd name="T66" fmla="*/ 144 w 218"/>
              <a:gd name="T67" fmla="*/ 281 h 444"/>
              <a:gd name="T68" fmla="*/ 87 w 218"/>
              <a:gd name="T69" fmla="*/ 285 h 444"/>
              <a:gd name="T70" fmla="*/ 79 w 218"/>
              <a:gd name="T71" fmla="*/ 303 h 444"/>
              <a:gd name="T72" fmla="*/ 27 w 218"/>
              <a:gd name="T73" fmla="*/ 444 h 444"/>
              <a:gd name="T74" fmla="*/ 4 w 218"/>
              <a:gd name="T75" fmla="*/ 263 h 444"/>
              <a:gd name="T76" fmla="*/ 4 w 218"/>
              <a:gd name="T77" fmla="*/ 146 h 444"/>
              <a:gd name="T78" fmla="*/ 49 w 218"/>
              <a:gd name="T79" fmla="*/ 117 h 444"/>
              <a:gd name="T80" fmla="*/ 121 w 218"/>
              <a:gd name="T81" fmla="*/ 16 h 444"/>
              <a:gd name="T82" fmla="*/ 130 w 218"/>
              <a:gd name="T83" fmla="*/ 73 h 444"/>
              <a:gd name="T84" fmla="*/ 83 w 218"/>
              <a:gd name="T85" fmla="*/ 107 h 444"/>
              <a:gd name="T86" fmla="*/ 33 w 218"/>
              <a:gd name="T87" fmla="*/ 73 h 444"/>
              <a:gd name="T88" fmla="*/ 45 w 218"/>
              <a:gd name="T89" fmla="*/ 16 h 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18" h="444">
                <a:moveTo>
                  <a:pt x="89" y="392"/>
                </a:moveTo>
                <a:lnTo>
                  <a:pt x="95" y="394"/>
                </a:lnTo>
                <a:lnTo>
                  <a:pt x="99" y="394"/>
                </a:lnTo>
                <a:lnTo>
                  <a:pt x="134" y="394"/>
                </a:lnTo>
                <a:lnTo>
                  <a:pt x="134" y="444"/>
                </a:lnTo>
                <a:lnTo>
                  <a:pt x="97" y="444"/>
                </a:lnTo>
                <a:lnTo>
                  <a:pt x="89" y="392"/>
                </a:lnTo>
                <a:close/>
                <a:moveTo>
                  <a:pt x="150" y="301"/>
                </a:moveTo>
                <a:lnTo>
                  <a:pt x="150" y="305"/>
                </a:lnTo>
                <a:lnTo>
                  <a:pt x="142" y="307"/>
                </a:lnTo>
                <a:lnTo>
                  <a:pt x="138" y="311"/>
                </a:lnTo>
                <a:lnTo>
                  <a:pt x="134" y="315"/>
                </a:lnTo>
                <a:lnTo>
                  <a:pt x="134" y="321"/>
                </a:lnTo>
                <a:lnTo>
                  <a:pt x="134" y="327"/>
                </a:lnTo>
                <a:lnTo>
                  <a:pt x="136" y="331"/>
                </a:lnTo>
                <a:lnTo>
                  <a:pt x="138" y="333"/>
                </a:lnTo>
                <a:lnTo>
                  <a:pt x="140" y="337"/>
                </a:lnTo>
                <a:lnTo>
                  <a:pt x="144" y="339"/>
                </a:lnTo>
                <a:lnTo>
                  <a:pt x="150" y="343"/>
                </a:lnTo>
                <a:lnTo>
                  <a:pt x="154" y="345"/>
                </a:lnTo>
                <a:lnTo>
                  <a:pt x="154" y="349"/>
                </a:lnTo>
                <a:lnTo>
                  <a:pt x="156" y="351"/>
                </a:lnTo>
                <a:lnTo>
                  <a:pt x="156" y="357"/>
                </a:lnTo>
                <a:lnTo>
                  <a:pt x="154" y="359"/>
                </a:lnTo>
                <a:lnTo>
                  <a:pt x="152" y="361"/>
                </a:lnTo>
                <a:lnTo>
                  <a:pt x="150" y="361"/>
                </a:lnTo>
                <a:lnTo>
                  <a:pt x="150" y="359"/>
                </a:lnTo>
                <a:lnTo>
                  <a:pt x="150" y="357"/>
                </a:lnTo>
                <a:lnTo>
                  <a:pt x="150" y="351"/>
                </a:lnTo>
                <a:lnTo>
                  <a:pt x="150" y="347"/>
                </a:lnTo>
                <a:lnTo>
                  <a:pt x="134" y="347"/>
                </a:lnTo>
                <a:lnTo>
                  <a:pt x="134" y="351"/>
                </a:lnTo>
                <a:lnTo>
                  <a:pt x="134" y="357"/>
                </a:lnTo>
                <a:lnTo>
                  <a:pt x="136" y="361"/>
                </a:lnTo>
                <a:lnTo>
                  <a:pt x="138" y="365"/>
                </a:lnTo>
                <a:lnTo>
                  <a:pt x="144" y="369"/>
                </a:lnTo>
                <a:lnTo>
                  <a:pt x="150" y="369"/>
                </a:lnTo>
                <a:lnTo>
                  <a:pt x="150" y="377"/>
                </a:lnTo>
                <a:lnTo>
                  <a:pt x="156" y="377"/>
                </a:lnTo>
                <a:lnTo>
                  <a:pt x="156" y="371"/>
                </a:lnTo>
                <a:lnTo>
                  <a:pt x="164" y="369"/>
                </a:lnTo>
                <a:lnTo>
                  <a:pt x="170" y="365"/>
                </a:lnTo>
                <a:lnTo>
                  <a:pt x="172" y="359"/>
                </a:lnTo>
                <a:lnTo>
                  <a:pt x="174" y="351"/>
                </a:lnTo>
                <a:lnTo>
                  <a:pt x="172" y="345"/>
                </a:lnTo>
                <a:lnTo>
                  <a:pt x="172" y="341"/>
                </a:lnTo>
                <a:lnTo>
                  <a:pt x="170" y="339"/>
                </a:lnTo>
                <a:lnTo>
                  <a:pt x="168" y="337"/>
                </a:lnTo>
                <a:lnTo>
                  <a:pt x="164" y="333"/>
                </a:lnTo>
                <a:lnTo>
                  <a:pt x="160" y="331"/>
                </a:lnTo>
                <a:lnTo>
                  <a:pt x="156" y="329"/>
                </a:lnTo>
                <a:lnTo>
                  <a:pt x="152" y="327"/>
                </a:lnTo>
                <a:lnTo>
                  <a:pt x="152" y="325"/>
                </a:lnTo>
                <a:lnTo>
                  <a:pt x="150" y="323"/>
                </a:lnTo>
                <a:lnTo>
                  <a:pt x="150" y="319"/>
                </a:lnTo>
                <a:lnTo>
                  <a:pt x="150" y="317"/>
                </a:lnTo>
                <a:lnTo>
                  <a:pt x="152" y="315"/>
                </a:lnTo>
                <a:lnTo>
                  <a:pt x="152" y="315"/>
                </a:lnTo>
                <a:lnTo>
                  <a:pt x="154" y="315"/>
                </a:lnTo>
                <a:lnTo>
                  <a:pt x="154" y="317"/>
                </a:lnTo>
                <a:lnTo>
                  <a:pt x="156" y="319"/>
                </a:lnTo>
                <a:lnTo>
                  <a:pt x="156" y="321"/>
                </a:lnTo>
                <a:lnTo>
                  <a:pt x="156" y="325"/>
                </a:lnTo>
                <a:lnTo>
                  <a:pt x="172" y="325"/>
                </a:lnTo>
                <a:lnTo>
                  <a:pt x="172" y="321"/>
                </a:lnTo>
                <a:lnTo>
                  <a:pt x="170" y="315"/>
                </a:lnTo>
                <a:lnTo>
                  <a:pt x="168" y="311"/>
                </a:lnTo>
                <a:lnTo>
                  <a:pt x="164" y="307"/>
                </a:lnTo>
                <a:lnTo>
                  <a:pt x="156" y="305"/>
                </a:lnTo>
                <a:lnTo>
                  <a:pt x="156" y="301"/>
                </a:lnTo>
                <a:lnTo>
                  <a:pt x="150" y="301"/>
                </a:lnTo>
                <a:close/>
                <a:moveTo>
                  <a:pt x="49" y="117"/>
                </a:moveTo>
                <a:lnTo>
                  <a:pt x="113" y="117"/>
                </a:lnTo>
                <a:lnTo>
                  <a:pt x="130" y="121"/>
                </a:lnTo>
                <a:lnTo>
                  <a:pt x="146" y="131"/>
                </a:lnTo>
                <a:lnTo>
                  <a:pt x="158" y="146"/>
                </a:lnTo>
                <a:lnTo>
                  <a:pt x="162" y="166"/>
                </a:lnTo>
                <a:lnTo>
                  <a:pt x="162" y="246"/>
                </a:lnTo>
                <a:lnTo>
                  <a:pt x="162" y="252"/>
                </a:lnTo>
                <a:lnTo>
                  <a:pt x="162" y="291"/>
                </a:lnTo>
                <a:lnTo>
                  <a:pt x="206" y="291"/>
                </a:lnTo>
                <a:lnTo>
                  <a:pt x="210" y="291"/>
                </a:lnTo>
                <a:lnTo>
                  <a:pt x="214" y="295"/>
                </a:lnTo>
                <a:lnTo>
                  <a:pt x="216" y="299"/>
                </a:lnTo>
                <a:lnTo>
                  <a:pt x="218" y="303"/>
                </a:lnTo>
                <a:lnTo>
                  <a:pt x="218" y="375"/>
                </a:lnTo>
                <a:lnTo>
                  <a:pt x="216" y="379"/>
                </a:lnTo>
                <a:lnTo>
                  <a:pt x="214" y="382"/>
                </a:lnTo>
                <a:lnTo>
                  <a:pt x="210" y="384"/>
                </a:lnTo>
                <a:lnTo>
                  <a:pt x="206" y="386"/>
                </a:lnTo>
                <a:lnTo>
                  <a:pt x="99" y="386"/>
                </a:lnTo>
                <a:lnTo>
                  <a:pt x="95" y="384"/>
                </a:lnTo>
                <a:lnTo>
                  <a:pt x="91" y="382"/>
                </a:lnTo>
                <a:lnTo>
                  <a:pt x="89" y="379"/>
                </a:lnTo>
                <a:lnTo>
                  <a:pt x="89" y="375"/>
                </a:lnTo>
                <a:lnTo>
                  <a:pt x="89" y="303"/>
                </a:lnTo>
                <a:lnTo>
                  <a:pt x="89" y="299"/>
                </a:lnTo>
                <a:lnTo>
                  <a:pt x="91" y="295"/>
                </a:lnTo>
                <a:lnTo>
                  <a:pt x="95" y="291"/>
                </a:lnTo>
                <a:lnTo>
                  <a:pt x="99" y="291"/>
                </a:lnTo>
                <a:lnTo>
                  <a:pt x="144" y="291"/>
                </a:lnTo>
                <a:lnTo>
                  <a:pt x="144" y="281"/>
                </a:lnTo>
                <a:lnTo>
                  <a:pt x="99" y="281"/>
                </a:lnTo>
                <a:lnTo>
                  <a:pt x="93" y="283"/>
                </a:lnTo>
                <a:lnTo>
                  <a:pt x="87" y="285"/>
                </a:lnTo>
                <a:lnTo>
                  <a:pt x="83" y="291"/>
                </a:lnTo>
                <a:lnTo>
                  <a:pt x="79" y="295"/>
                </a:lnTo>
                <a:lnTo>
                  <a:pt x="79" y="303"/>
                </a:lnTo>
                <a:lnTo>
                  <a:pt x="79" y="373"/>
                </a:lnTo>
                <a:lnTo>
                  <a:pt x="67" y="444"/>
                </a:lnTo>
                <a:lnTo>
                  <a:pt x="27" y="444"/>
                </a:lnTo>
                <a:lnTo>
                  <a:pt x="27" y="289"/>
                </a:lnTo>
                <a:lnTo>
                  <a:pt x="14" y="279"/>
                </a:lnTo>
                <a:lnTo>
                  <a:pt x="4" y="263"/>
                </a:lnTo>
                <a:lnTo>
                  <a:pt x="0" y="246"/>
                </a:lnTo>
                <a:lnTo>
                  <a:pt x="0" y="166"/>
                </a:lnTo>
                <a:lnTo>
                  <a:pt x="4" y="146"/>
                </a:lnTo>
                <a:lnTo>
                  <a:pt x="16" y="131"/>
                </a:lnTo>
                <a:lnTo>
                  <a:pt x="31" y="121"/>
                </a:lnTo>
                <a:lnTo>
                  <a:pt x="49" y="117"/>
                </a:lnTo>
                <a:close/>
                <a:moveTo>
                  <a:pt x="83" y="0"/>
                </a:moveTo>
                <a:lnTo>
                  <a:pt x="103" y="6"/>
                </a:lnTo>
                <a:lnTo>
                  <a:pt x="121" y="16"/>
                </a:lnTo>
                <a:lnTo>
                  <a:pt x="130" y="33"/>
                </a:lnTo>
                <a:lnTo>
                  <a:pt x="134" y="53"/>
                </a:lnTo>
                <a:lnTo>
                  <a:pt x="130" y="73"/>
                </a:lnTo>
                <a:lnTo>
                  <a:pt x="121" y="91"/>
                </a:lnTo>
                <a:lnTo>
                  <a:pt x="103" y="103"/>
                </a:lnTo>
                <a:lnTo>
                  <a:pt x="83" y="107"/>
                </a:lnTo>
                <a:lnTo>
                  <a:pt x="61" y="103"/>
                </a:lnTo>
                <a:lnTo>
                  <a:pt x="45" y="91"/>
                </a:lnTo>
                <a:lnTo>
                  <a:pt x="33" y="73"/>
                </a:lnTo>
                <a:lnTo>
                  <a:pt x="29" y="53"/>
                </a:lnTo>
                <a:lnTo>
                  <a:pt x="33" y="33"/>
                </a:lnTo>
                <a:lnTo>
                  <a:pt x="45" y="16"/>
                </a:lnTo>
                <a:lnTo>
                  <a:pt x="61" y="6"/>
                </a:lnTo>
                <a:lnTo>
                  <a:pt x="83" y="0"/>
                </a:lnTo>
                <a:close/>
              </a:path>
            </a:pathLst>
          </a:custGeom>
          <a:solidFill>
            <a:srgbClr val="95C53E"/>
          </a:solidFill>
          <a:ln w="0">
            <a:noFill/>
            <a:prstDash val="solid"/>
            <a:round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89" name="Freeform 148"/>
          <p:cNvSpPr>
            <a:spLocks noEditPoints="1"/>
          </p:cNvSpPr>
          <p:nvPr/>
        </p:nvSpPr>
        <p:spPr bwMode="auto">
          <a:xfrm>
            <a:off x="5285656" y="3247798"/>
            <a:ext cx="296077" cy="603017"/>
          </a:xfrm>
          <a:custGeom>
            <a:avLst/>
            <a:gdLst>
              <a:gd name="T0" fmla="*/ 99 w 218"/>
              <a:gd name="T1" fmla="*/ 394 h 444"/>
              <a:gd name="T2" fmla="*/ 97 w 218"/>
              <a:gd name="T3" fmla="*/ 444 h 444"/>
              <a:gd name="T4" fmla="*/ 150 w 218"/>
              <a:gd name="T5" fmla="*/ 305 h 444"/>
              <a:gd name="T6" fmla="*/ 134 w 218"/>
              <a:gd name="T7" fmla="*/ 315 h 444"/>
              <a:gd name="T8" fmla="*/ 136 w 218"/>
              <a:gd name="T9" fmla="*/ 331 h 444"/>
              <a:gd name="T10" fmla="*/ 144 w 218"/>
              <a:gd name="T11" fmla="*/ 339 h 444"/>
              <a:gd name="T12" fmla="*/ 154 w 218"/>
              <a:gd name="T13" fmla="*/ 349 h 444"/>
              <a:gd name="T14" fmla="*/ 154 w 218"/>
              <a:gd name="T15" fmla="*/ 359 h 444"/>
              <a:gd name="T16" fmla="*/ 150 w 218"/>
              <a:gd name="T17" fmla="*/ 359 h 444"/>
              <a:gd name="T18" fmla="*/ 150 w 218"/>
              <a:gd name="T19" fmla="*/ 347 h 444"/>
              <a:gd name="T20" fmla="*/ 134 w 218"/>
              <a:gd name="T21" fmla="*/ 357 h 444"/>
              <a:gd name="T22" fmla="*/ 144 w 218"/>
              <a:gd name="T23" fmla="*/ 369 h 444"/>
              <a:gd name="T24" fmla="*/ 156 w 218"/>
              <a:gd name="T25" fmla="*/ 377 h 444"/>
              <a:gd name="T26" fmla="*/ 170 w 218"/>
              <a:gd name="T27" fmla="*/ 365 h 444"/>
              <a:gd name="T28" fmla="*/ 172 w 218"/>
              <a:gd name="T29" fmla="*/ 345 h 444"/>
              <a:gd name="T30" fmla="*/ 168 w 218"/>
              <a:gd name="T31" fmla="*/ 337 h 444"/>
              <a:gd name="T32" fmla="*/ 156 w 218"/>
              <a:gd name="T33" fmla="*/ 329 h 444"/>
              <a:gd name="T34" fmla="*/ 150 w 218"/>
              <a:gd name="T35" fmla="*/ 323 h 444"/>
              <a:gd name="T36" fmla="*/ 152 w 218"/>
              <a:gd name="T37" fmla="*/ 315 h 444"/>
              <a:gd name="T38" fmla="*/ 154 w 218"/>
              <a:gd name="T39" fmla="*/ 317 h 444"/>
              <a:gd name="T40" fmla="*/ 156 w 218"/>
              <a:gd name="T41" fmla="*/ 325 h 444"/>
              <a:gd name="T42" fmla="*/ 170 w 218"/>
              <a:gd name="T43" fmla="*/ 315 h 444"/>
              <a:gd name="T44" fmla="*/ 156 w 218"/>
              <a:gd name="T45" fmla="*/ 305 h 444"/>
              <a:gd name="T46" fmla="*/ 49 w 218"/>
              <a:gd name="T47" fmla="*/ 117 h 444"/>
              <a:gd name="T48" fmla="*/ 146 w 218"/>
              <a:gd name="T49" fmla="*/ 131 h 444"/>
              <a:gd name="T50" fmla="*/ 162 w 218"/>
              <a:gd name="T51" fmla="*/ 246 h 444"/>
              <a:gd name="T52" fmla="*/ 206 w 218"/>
              <a:gd name="T53" fmla="*/ 291 h 444"/>
              <a:gd name="T54" fmla="*/ 216 w 218"/>
              <a:gd name="T55" fmla="*/ 299 h 444"/>
              <a:gd name="T56" fmla="*/ 216 w 218"/>
              <a:gd name="T57" fmla="*/ 379 h 444"/>
              <a:gd name="T58" fmla="*/ 206 w 218"/>
              <a:gd name="T59" fmla="*/ 386 h 444"/>
              <a:gd name="T60" fmla="*/ 91 w 218"/>
              <a:gd name="T61" fmla="*/ 382 h 444"/>
              <a:gd name="T62" fmla="*/ 89 w 218"/>
              <a:gd name="T63" fmla="*/ 303 h 444"/>
              <a:gd name="T64" fmla="*/ 95 w 218"/>
              <a:gd name="T65" fmla="*/ 291 h 444"/>
              <a:gd name="T66" fmla="*/ 144 w 218"/>
              <a:gd name="T67" fmla="*/ 281 h 444"/>
              <a:gd name="T68" fmla="*/ 87 w 218"/>
              <a:gd name="T69" fmla="*/ 285 h 444"/>
              <a:gd name="T70" fmla="*/ 79 w 218"/>
              <a:gd name="T71" fmla="*/ 303 h 444"/>
              <a:gd name="T72" fmla="*/ 27 w 218"/>
              <a:gd name="T73" fmla="*/ 444 h 444"/>
              <a:gd name="T74" fmla="*/ 4 w 218"/>
              <a:gd name="T75" fmla="*/ 263 h 444"/>
              <a:gd name="T76" fmla="*/ 4 w 218"/>
              <a:gd name="T77" fmla="*/ 146 h 444"/>
              <a:gd name="T78" fmla="*/ 49 w 218"/>
              <a:gd name="T79" fmla="*/ 117 h 444"/>
              <a:gd name="T80" fmla="*/ 121 w 218"/>
              <a:gd name="T81" fmla="*/ 16 h 444"/>
              <a:gd name="T82" fmla="*/ 130 w 218"/>
              <a:gd name="T83" fmla="*/ 73 h 444"/>
              <a:gd name="T84" fmla="*/ 83 w 218"/>
              <a:gd name="T85" fmla="*/ 107 h 444"/>
              <a:gd name="T86" fmla="*/ 33 w 218"/>
              <a:gd name="T87" fmla="*/ 73 h 444"/>
              <a:gd name="T88" fmla="*/ 45 w 218"/>
              <a:gd name="T89" fmla="*/ 16 h 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18" h="444">
                <a:moveTo>
                  <a:pt x="89" y="392"/>
                </a:moveTo>
                <a:lnTo>
                  <a:pt x="95" y="394"/>
                </a:lnTo>
                <a:lnTo>
                  <a:pt x="99" y="394"/>
                </a:lnTo>
                <a:lnTo>
                  <a:pt x="134" y="394"/>
                </a:lnTo>
                <a:lnTo>
                  <a:pt x="134" y="444"/>
                </a:lnTo>
                <a:lnTo>
                  <a:pt x="97" y="444"/>
                </a:lnTo>
                <a:lnTo>
                  <a:pt x="89" y="392"/>
                </a:lnTo>
                <a:close/>
                <a:moveTo>
                  <a:pt x="150" y="301"/>
                </a:moveTo>
                <a:lnTo>
                  <a:pt x="150" y="305"/>
                </a:lnTo>
                <a:lnTo>
                  <a:pt x="142" y="307"/>
                </a:lnTo>
                <a:lnTo>
                  <a:pt x="138" y="311"/>
                </a:lnTo>
                <a:lnTo>
                  <a:pt x="134" y="315"/>
                </a:lnTo>
                <a:lnTo>
                  <a:pt x="134" y="321"/>
                </a:lnTo>
                <a:lnTo>
                  <a:pt x="134" y="327"/>
                </a:lnTo>
                <a:lnTo>
                  <a:pt x="136" y="331"/>
                </a:lnTo>
                <a:lnTo>
                  <a:pt x="138" y="333"/>
                </a:lnTo>
                <a:lnTo>
                  <a:pt x="140" y="337"/>
                </a:lnTo>
                <a:lnTo>
                  <a:pt x="144" y="339"/>
                </a:lnTo>
                <a:lnTo>
                  <a:pt x="150" y="343"/>
                </a:lnTo>
                <a:lnTo>
                  <a:pt x="154" y="345"/>
                </a:lnTo>
                <a:lnTo>
                  <a:pt x="154" y="349"/>
                </a:lnTo>
                <a:lnTo>
                  <a:pt x="156" y="351"/>
                </a:lnTo>
                <a:lnTo>
                  <a:pt x="156" y="357"/>
                </a:lnTo>
                <a:lnTo>
                  <a:pt x="154" y="359"/>
                </a:lnTo>
                <a:lnTo>
                  <a:pt x="152" y="361"/>
                </a:lnTo>
                <a:lnTo>
                  <a:pt x="150" y="361"/>
                </a:lnTo>
                <a:lnTo>
                  <a:pt x="150" y="359"/>
                </a:lnTo>
                <a:lnTo>
                  <a:pt x="150" y="357"/>
                </a:lnTo>
                <a:lnTo>
                  <a:pt x="150" y="351"/>
                </a:lnTo>
                <a:lnTo>
                  <a:pt x="150" y="347"/>
                </a:lnTo>
                <a:lnTo>
                  <a:pt x="134" y="347"/>
                </a:lnTo>
                <a:lnTo>
                  <a:pt x="134" y="351"/>
                </a:lnTo>
                <a:lnTo>
                  <a:pt x="134" y="357"/>
                </a:lnTo>
                <a:lnTo>
                  <a:pt x="136" y="361"/>
                </a:lnTo>
                <a:lnTo>
                  <a:pt x="138" y="365"/>
                </a:lnTo>
                <a:lnTo>
                  <a:pt x="144" y="369"/>
                </a:lnTo>
                <a:lnTo>
                  <a:pt x="150" y="369"/>
                </a:lnTo>
                <a:lnTo>
                  <a:pt x="150" y="377"/>
                </a:lnTo>
                <a:lnTo>
                  <a:pt x="156" y="377"/>
                </a:lnTo>
                <a:lnTo>
                  <a:pt x="156" y="371"/>
                </a:lnTo>
                <a:lnTo>
                  <a:pt x="164" y="369"/>
                </a:lnTo>
                <a:lnTo>
                  <a:pt x="170" y="365"/>
                </a:lnTo>
                <a:lnTo>
                  <a:pt x="172" y="359"/>
                </a:lnTo>
                <a:lnTo>
                  <a:pt x="174" y="351"/>
                </a:lnTo>
                <a:lnTo>
                  <a:pt x="172" y="345"/>
                </a:lnTo>
                <a:lnTo>
                  <a:pt x="172" y="341"/>
                </a:lnTo>
                <a:lnTo>
                  <a:pt x="170" y="339"/>
                </a:lnTo>
                <a:lnTo>
                  <a:pt x="168" y="337"/>
                </a:lnTo>
                <a:lnTo>
                  <a:pt x="164" y="333"/>
                </a:lnTo>
                <a:lnTo>
                  <a:pt x="160" y="331"/>
                </a:lnTo>
                <a:lnTo>
                  <a:pt x="156" y="329"/>
                </a:lnTo>
                <a:lnTo>
                  <a:pt x="152" y="327"/>
                </a:lnTo>
                <a:lnTo>
                  <a:pt x="152" y="325"/>
                </a:lnTo>
                <a:lnTo>
                  <a:pt x="150" y="323"/>
                </a:lnTo>
                <a:lnTo>
                  <a:pt x="150" y="319"/>
                </a:lnTo>
                <a:lnTo>
                  <a:pt x="150" y="317"/>
                </a:lnTo>
                <a:lnTo>
                  <a:pt x="152" y="315"/>
                </a:lnTo>
                <a:lnTo>
                  <a:pt x="152" y="315"/>
                </a:lnTo>
                <a:lnTo>
                  <a:pt x="154" y="315"/>
                </a:lnTo>
                <a:lnTo>
                  <a:pt x="154" y="317"/>
                </a:lnTo>
                <a:lnTo>
                  <a:pt x="156" y="319"/>
                </a:lnTo>
                <a:lnTo>
                  <a:pt x="156" y="321"/>
                </a:lnTo>
                <a:lnTo>
                  <a:pt x="156" y="325"/>
                </a:lnTo>
                <a:lnTo>
                  <a:pt x="172" y="325"/>
                </a:lnTo>
                <a:lnTo>
                  <a:pt x="172" y="321"/>
                </a:lnTo>
                <a:lnTo>
                  <a:pt x="170" y="315"/>
                </a:lnTo>
                <a:lnTo>
                  <a:pt x="168" y="311"/>
                </a:lnTo>
                <a:lnTo>
                  <a:pt x="164" y="307"/>
                </a:lnTo>
                <a:lnTo>
                  <a:pt x="156" y="305"/>
                </a:lnTo>
                <a:lnTo>
                  <a:pt x="156" y="301"/>
                </a:lnTo>
                <a:lnTo>
                  <a:pt x="150" y="301"/>
                </a:lnTo>
                <a:close/>
                <a:moveTo>
                  <a:pt x="49" y="117"/>
                </a:moveTo>
                <a:lnTo>
                  <a:pt x="113" y="117"/>
                </a:lnTo>
                <a:lnTo>
                  <a:pt x="130" y="121"/>
                </a:lnTo>
                <a:lnTo>
                  <a:pt x="146" y="131"/>
                </a:lnTo>
                <a:lnTo>
                  <a:pt x="158" y="146"/>
                </a:lnTo>
                <a:lnTo>
                  <a:pt x="162" y="166"/>
                </a:lnTo>
                <a:lnTo>
                  <a:pt x="162" y="246"/>
                </a:lnTo>
                <a:lnTo>
                  <a:pt x="162" y="252"/>
                </a:lnTo>
                <a:lnTo>
                  <a:pt x="162" y="291"/>
                </a:lnTo>
                <a:lnTo>
                  <a:pt x="206" y="291"/>
                </a:lnTo>
                <a:lnTo>
                  <a:pt x="210" y="291"/>
                </a:lnTo>
                <a:lnTo>
                  <a:pt x="214" y="295"/>
                </a:lnTo>
                <a:lnTo>
                  <a:pt x="216" y="299"/>
                </a:lnTo>
                <a:lnTo>
                  <a:pt x="218" y="303"/>
                </a:lnTo>
                <a:lnTo>
                  <a:pt x="218" y="375"/>
                </a:lnTo>
                <a:lnTo>
                  <a:pt x="216" y="379"/>
                </a:lnTo>
                <a:lnTo>
                  <a:pt x="214" y="382"/>
                </a:lnTo>
                <a:lnTo>
                  <a:pt x="210" y="384"/>
                </a:lnTo>
                <a:lnTo>
                  <a:pt x="206" y="386"/>
                </a:lnTo>
                <a:lnTo>
                  <a:pt x="99" y="386"/>
                </a:lnTo>
                <a:lnTo>
                  <a:pt x="95" y="384"/>
                </a:lnTo>
                <a:lnTo>
                  <a:pt x="91" y="382"/>
                </a:lnTo>
                <a:lnTo>
                  <a:pt x="89" y="379"/>
                </a:lnTo>
                <a:lnTo>
                  <a:pt x="89" y="375"/>
                </a:lnTo>
                <a:lnTo>
                  <a:pt x="89" y="303"/>
                </a:lnTo>
                <a:lnTo>
                  <a:pt x="89" y="299"/>
                </a:lnTo>
                <a:lnTo>
                  <a:pt x="91" y="295"/>
                </a:lnTo>
                <a:lnTo>
                  <a:pt x="95" y="291"/>
                </a:lnTo>
                <a:lnTo>
                  <a:pt x="99" y="291"/>
                </a:lnTo>
                <a:lnTo>
                  <a:pt x="144" y="291"/>
                </a:lnTo>
                <a:lnTo>
                  <a:pt x="144" y="281"/>
                </a:lnTo>
                <a:lnTo>
                  <a:pt x="99" y="281"/>
                </a:lnTo>
                <a:lnTo>
                  <a:pt x="93" y="283"/>
                </a:lnTo>
                <a:lnTo>
                  <a:pt x="87" y="285"/>
                </a:lnTo>
                <a:lnTo>
                  <a:pt x="83" y="291"/>
                </a:lnTo>
                <a:lnTo>
                  <a:pt x="79" y="295"/>
                </a:lnTo>
                <a:lnTo>
                  <a:pt x="79" y="303"/>
                </a:lnTo>
                <a:lnTo>
                  <a:pt x="79" y="373"/>
                </a:lnTo>
                <a:lnTo>
                  <a:pt x="67" y="444"/>
                </a:lnTo>
                <a:lnTo>
                  <a:pt x="27" y="444"/>
                </a:lnTo>
                <a:lnTo>
                  <a:pt x="27" y="289"/>
                </a:lnTo>
                <a:lnTo>
                  <a:pt x="14" y="279"/>
                </a:lnTo>
                <a:lnTo>
                  <a:pt x="4" y="263"/>
                </a:lnTo>
                <a:lnTo>
                  <a:pt x="0" y="246"/>
                </a:lnTo>
                <a:lnTo>
                  <a:pt x="0" y="166"/>
                </a:lnTo>
                <a:lnTo>
                  <a:pt x="4" y="146"/>
                </a:lnTo>
                <a:lnTo>
                  <a:pt x="16" y="131"/>
                </a:lnTo>
                <a:lnTo>
                  <a:pt x="31" y="121"/>
                </a:lnTo>
                <a:lnTo>
                  <a:pt x="49" y="117"/>
                </a:lnTo>
                <a:close/>
                <a:moveTo>
                  <a:pt x="83" y="0"/>
                </a:moveTo>
                <a:lnTo>
                  <a:pt x="103" y="6"/>
                </a:lnTo>
                <a:lnTo>
                  <a:pt x="121" y="16"/>
                </a:lnTo>
                <a:lnTo>
                  <a:pt x="130" y="33"/>
                </a:lnTo>
                <a:lnTo>
                  <a:pt x="134" y="53"/>
                </a:lnTo>
                <a:lnTo>
                  <a:pt x="130" y="73"/>
                </a:lnTo>
                <a:lnTo>
                  <a:pt x="121" y="91"/>
                </a:lnTo>
                <a:lnTo>
                  <a:pt x="103" y="103"/>
                </a:lnTo>
                <a:lnTo>
                  <a:pt x="83" y="107"/>
                </a:lnTo>
                <a:lnTo>
                  <a:pt x="61" y="103"/>
                </a:lnTo>
                <a:lnTo>
                  <a:pt x="45" y="91"/>
                </a:lnTo>
                <a:lnTo>
                  <a:pt x="33" y="73"/>
                </a:lnTo>
                <a:lnTo>
                  <a:pt x="29" y="53"/>
                </a:lnTo>
                <a:lnTo>
                  <a:pt x="33" y="33"/>
                </a:lnTo>
                <a:lnTo>
                  <a:pt x="45" y="16"/>
                </a:lnTo>
                <a:lnTo>
                  <a:pt x="61" y="6"/>
                </a:lnTo>
                <a:lnTo>
                  <a:pt x="83" y="0"/>
                </a:lnTo>
                <a:close/>
              </a:path>
            </a:pathLst>
          </a:custGeom>
          <a:solidFill>
            <a:srgbClr val="95C53E"/>
          </a:solidFill>
          <a:ln w="0">
            <a:noFill/>
            <a:prstDash val="solid"/>
            <a:round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04" name="Freeform 148"/>
          <p:cNvSpPr>
            <a:spLocks noChangeAspect="1" noEditPoints="1"/>
          </p:cNvSpPr>
          <p:nvPr/>
        </p:nvSpPr>
        <p:spPr bwMode="auto">
          <a:xfrm>
            <a:off x="3442696" y="2500814"/>
            <a:ext cx="662840" cy="1350000"/>
          </a:xfrm>
          <a:custGeom>
            <a:avLst/>
            <a:gdLst>
              <a:gd name="T0" fmla="*/ 99 w 218"/>
              <a:gd name="T1" fmla="*/ 394 h 444"/>
              <a:gd name="T2" fmla="*/ 97 w 218"/>
              <a:gd name="T3" fmla="*/ 444 h 444"/>
              <a:gd name="T4" fmla="*/ 150 w 218"/>
              <a:gd name="T5" fmla="*/ 305 h 444"/>
              <a:gd name="T6" fmla="*/ 134 w 218"/>
              <a:gd name="T7" fmla="*/ 315 h 444"/>
              <a:gd name="T8" fmla="*/ 136 w 218"/>
              <a:gd name="T9" fmla="*/ 331 h 444"/>
              <a:gd name="T10" fmla="*/ 144 w 218"/>
              <a:gd name="T11" fmla="*/ 339 h 444"/>
              <a:gd name="T12" fmla="*/ 154 w 218"/>
              <a:gd name="T13" fmla="*/ 349 h 444"/>
              <a:gd name="T14" fmla="*/ 154 w 218"/>
              <a:gd name="T15" fmla="*/ 359 h 444"/>
              <a:gd name="T16" fmla="*/ 150 w 218"/>
              <a:gd name="T17" fmla="*/ 359 h 444"/>
              <a:gd name="T18" fmla="*/ 150 w 218"/>
              <a:gd name="T19" fmla="*/ 347 h 444"/>
              <a:gd name="T20" fmla="*/ 134 w 218"/>
              <a:gd name="T21" fmla="*/ 357 h 444"/>
              <a:gd name="T22" fmla="*/ 144 w 218"/>
              <a:gd name="T23" fmla="*/ 369 h 444"/>
              <a:gd name="T24" fmla="*/ 156 w 218"/>
              <a:gd name="T25" fmla="*/ 377 h 444"/>
              <a:gd name="T26" fmla="*/ 170 w 218"/>
              <a:gd name="T27" fmla="*/ 365 h 444"/>
              <a:gd name="T28" fmla="*/ 172 w 218"/>
              <a:gd name="T29" fmla="*/ 345 h 444"/>
              <a:gd name="T30" fmla="*/ 168 w 218"/>
              <a:gd name="T31" fmla="*/ 337 h 444"/>
              <a:gd name="T32" fmla="*/ 156 w 218"/>
              <a:gd name="T33" fmla="*/ 329 h 444"/>
              <a:gd name="T34" fmla="*/ 150 w 218"/>
              <a:gd name="T35" fmla="*/ 323 h 444"/>
              <a:gd name="T36" fmla="*/ 152 w 218"/>
              <a:gd name="T37" fmla="*/ 315 h 444"/>
              <a:gd name="T38" fmla="*/ 154 w 218"/>
              <a:gd name="T39" fmla="*/ 317 h 444"/>
              <a:gd name="T40" fmla="*/ 156 w 218"/>
              <a:gd name="T41" fmla="*/ 325 h 444"/>
              <a:gd name="T42" fmla="*/ 170 w 218"/>
              <a:gd name="T43" fmla="*/ 315 h 444"/>
              <a:gd name="T44" fmla="*/ 156 w 218"/>
              <a:gd name="T45" fmla="*/ 305 h 444"/>
              <a:gd name="T46" fmla="*/ 49 w 218"/>
              <a:gd name="T47" fmla="*/ 117 h 444"/>
              <a:gd name="T48" fmla="*/ 146 w 218"/>
              <a:gd name="T49" fmla="*/ 131 h 444"/>
              <a:gd name="T50" fmla="*/ 162 w 218"/>
              <a:gd name="T51" fmla="*/ 246 h 444"/>
              <a:gd name="T52" fmla="*/ 206 w 218"/>
              <a:gd name="T53" fmla="*/ 291 h 444"/>
              <a:gd name="T54" fmla="*/ 216 w 218"/>
              <a:gd name="T55" fmla="*/ 299 h 444"/>
              <a:gd name="T56" fmla="*/ 216 w 218"/>
              <a:gd name="T57" fmla="*/ 379 h 444"/>
              <a:gd name="T58" fmla="*/ 206 w 218"/>
              <a:gd name="T59" fmla="*/ 386 h 444"/>
              <a:gd name="T60" fmla="*/ 91 w 218"/>
              <a:gd name="T61" fmla="*/ 382 h 444"/>
              <a:gd name="T62" fmla="*/ 89 w 218"/>
              <a:gd name="T63" fmla="*/ 303 h 444"/>
              <a:gd name="T64" fmla="*/ 95 w 218"/>
              <a:gd name="T65" fmla="*/ 291 h 444"/>
              <a:gd name="T66" fmla="*/ 144 w 218"/>
              <a:gd name="T67" fmla="*/ 281 h 444"/>
              <a:gd name="T68" fmla="*/ 87 w 218"/>
              <a:gd name="T69" fmla="*/ 285 h 444"/>
              <a:gd name="T70" fmla="*/ 79 w 218"/>
              <a:gd name="T71" fmla="*/ 303 h 444"/>
              <a:gd name="T72" fmla="*/ 27 w 218"/>
              <a:gd name="T73" fmla="*/ 444 h 444"/>
              <a:gd name="T74" fmla="*/ 4 w 218"/>
              <a:gd name="T75" fmla="*/ 263 h 444"/>
              <a:gd name="T76" fmla="*/ 4 w 218"/>
              <a:gd name="T77" fmla="*/ 146 h 444"/>
              <a:gd name="T78" fmla="*/ 49 w 218"/>
              <a:gd name="T79" fmla="*/ 117 h 444"/>
              <a:gd name="T80" fmla="*/ 121 w 218"/>
              <a:gd name="T81" fmla="*/ 16 h 444"/>
              <a:gd name="T82" fmla="*/ 130 w 218"/>
              <a:gd name="T83" fmla="*/ 73 h 444"/>
              <a:gd name="T84" fmla="*/ 83 w 218"/>
              <a:gd name="T85" fmla="*/ 107 h 444"/>
              <a:gd name="T86" fmla="*/ 33 w 218"/>
              <a:gd name="T87" fmla="*/ 73 h 444"/>
              <a:gd name="T88" fmla="*/ 45 w 218"/>
              <a:gd name="T89" fmla="*/ 16 h 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18" h="444">
                <a:moveTo>
                  <a:pt x="89" y="392"/>
                </a:moveTo>
                <a:lnTo>
                  <a:pt x="95" y="394"/>
                </a:lnTo>
                <a:lnTo>
                  <a:pt x="99" y="394"/>
                </a:lnTo>
                <a:lnTo>
                  <a:pt x="134" y="394"/>
                </a:lnTo>
                <a:lnTo>
                  <a:pt x="134" y="444"/>
                </a:lnTo>
                <a:lnTo>
                  <a:pt x="97" y="444"/>
                </a:lnTo>
                <a:lnTo>
                  <a:pt x="89" y="392"/>
                </a:lnTo>
                <a:close/>
                <a:moveTo>
                  <a:pt x="150" y="301"/>
                </a:moveTo>
                <a:lnTo>
                  <a:pt x="150" y="305"/>
                </a:lnTo>
                <a:lnTo>
                  <a:pt x="142" y="307"/>
                </a:lnTo>
                <a:lnTo>
                  <a:pt x="138" y="311"/>
                </a:lnTo>
                <a:lnTo>
                  <a:pt x="134" y="315"/>
                </a:lnTo>
                <a:lnTo>
                  <a:pt x="134" y="321"/>
                </a:lnTo>
                <a:lnTo>
                  <a:pt x="134" y="327"/>
                </a:lnTo>
                <a:lnTo>
                  <a:pt x="136" y="331"/>
                </a:lnTo>
                <a:lnTo>
                  <a:pt x="138" y="333"/>
                </a:lnTo>
                <a:lnTo>
                  <a:pt x="140" y="337"/>
                </a:lnTo>
                <a:lnTo>
                  <a:pt x="144" y="339"/>
                </a:lnTo>
                <a:lnTo>
                  <a:pt x="150" y="343"/>
                </a:lnTo>
                <a:lnTo>
                  <a:pt x="154" y="345"/>
                </a:lnTo>
                <a:lnTo>
                  <a:pt x="154" y="349"/>
                </a:lnTo>
                <a:lnTo>
                  <a:pt x="156" y="351"/>
                </a:lnTo>
                <a:lnTo>
                  <a:pt x="156" y="357"/>
                </a:lnTo>
                <a:lnTo>
                  <a:pt x="154" y="359"/>
                </a:lnTo>
                <a:lnTo>
                  <a:pt x="152" y="361"/>
                </a:lnTo>
                <a:lnTo>
                  <a:pt x="150" y="361"/>
                </a:lnTo>
                <a:lnTo>
                  <a:pt x="150" y="359"/>
                </a:lnTo>
                <a:lnTo>
                  <a:pt x="150" y="357"/>
                </a:lnTo>
                <a:lnTo>
                  <a:pt x="150" y="351"/>
                </a:lnTo>
                <a:lnTo>
                  <a:pt x="150" y="347"/>
                </a:lnTo>
                <a:lnTo>
                  <a:pt x="134" y="347"/>
                </a:lnTo>
                <a:lnTo>
                  <a:pt x="134" y="351"/>
                </a:lnTo>
                <a:lnTo>
                  <a:pt x="134" y="357"/>
                </a:lnTo>
                <a:lnTo>
                  <a:pt x="136" y="361"/>
                </a:lnTo>
                <a:lnTo>
                  <a:pt x="138" y="365"/>
                </a:lnTo>
                <a:lnTo>
                  <a:pt x="144" y="369"/>
                </a:lnTo>
                <a:lnTo>
                  <a:pt x="150" y="369"/>
                </a:lnTo>
                <a:lnTo>
                  <a:pt x="150" y="377"/>
                </a:lnTo>
                <a:lnTo>
                  <a:pt x="156" y="377"/>
                </a:lnTo>
                <a:lnTo>
                  <a:pt x="156" y="371"/>
                </a:lnTo>
                <a:lnTo>
                  <a:pt x="164" y="369"/>
                </a:lnTo>
                <a:lnTo>
                  <a:pt x="170" y="365"/>
                </a:lnTo>
                <a:lnTo>
                  <a:pt x="172" y="359"/>
                </a:lnTo>
                <a:lnTo>
                  <a:pt x="174" y="351"/>
                </a:lnTo>
                <a:lnTo>
                  <a:pt x="172" y="345"/>
                </a:lnTo>
                <a:lnTo>
                  <a:pt x="172" y="341"/>
                </a:lnTo>
                <a:lnTo>
                  <a:pt x="170" y="339"/>
                </a:lnTo>
                <a:lnTo>
                  <a:pt x="168" y="337"/>
                </a:lnTo>
                <a:lnTo>
                  <a:pt x="164" y="333"/>
                </a:lnTo>
                <a:lnTo>
                  <a:pt x="160" y="331"/>
                </a:lnTo>
                <a:lnTo>
                  <a:pt x="156" y="329"/>
                </a:lnTo>
                <a:lnTo>
                  <a:pt x="152" y="327"/>
                </a:lnTo>
                <a:lnTo>
                  <a:pt x="152" y="325"/>
                </a:lnTo>
                <a:lnTo>
                  <a:pt x="150" y="323"/>
                </a:lnTo>
                <a:lnTo>
                  <a:pt x="150" y="319"/>
                </a:lnTo>
                <a:lnTo>
                  <a:pt x="150" y="317"/>
                </a:lnTo>
                <a:lnTo>
                  <a:pt x="152" y="315"/>
                </a:lnTo>
                <a:lnTo>
                  <a:pt x="152" y="315"/>
                </a:lnTo>
                <a:lnTo>
                  <a:pt x="154" y="315"/>
                </a:lnTo>
                <a:lnTo>
                  <a:pt x="154" y="317"/>
                </a:lnTo>
                <a:lnTo>
                  <a:pt x="156" y="319"/>
                </a:lnTo>
                <a:lnTo>
                  <a:pt x="156" y="321"/>
                </a:lnTo>
                <a:lnTo>
                  <a:pt x="156" y="325"/>
                </a:lnTo>
                <a:lnTo>
                  <a:pt x="172" y="325"/>
                </a:lnTo>
                <a:lnTo>
                  <a:pt x="172" y="321"/>
                </a:lnTo>
                <a:lnTo>
                  <a:pt x="170" y="315"/>
                </a:lnTo>
                <a:lnTo>
                  <a:pt x="168" y="311"/>
                </a:lnTo>
                <a:lnTo>
                  <a:pt x="164" y="307"/>
                </a:lnTo>
                <a:lnTo>
                  <a:pt x="156" y="305"/>
                </a:lnTo>
                <a:lnTo>
                  <a:pt x="156" y="301"/>
                </a:lnTo>
                <a:lnTo>
                  <a:pt x="150" y="301"/>
                </a:lnTo>
                <a:close/>
                <a:moveTo>
                  <a:pt x="49" y="117"/>
                </a:moveTo>
                <a:lnTo>
                  <a:pt x="113" y="117"/>
                </a:lnTo>
                <a:lnTo>
                  <a:pt x="130" y="121"/>
                </a:lnTo>
                <a:lnTo>
                  <a:pt x="146" y="131"/>
                </a:lnTo>
                <a:lnTo>
                  <a:pt x="158" y="146"/>
                </a:lnTo>
                <a:lnTo>
                  <a:pt x="162" y="166"/>
                </a:lnTo>
                <a:lnTo>
                  <a:pt x="162" y="246"/>
                </a:lnTo>
                <a:lnTo>
                  <a:pt x="162" y="252"/>
                </a:lnTo>
                <a:lnTo>
                  <a:pt x="162" y="291"/>
                </a:lnTo>
                <a:lnTo>
                  <a:pt x="206" y="291"/>
                </a:lnTo>
                <a:lnTo>
                  <a:pt x="210" y="291"/>
                </a:lnTo>
                <a:lnTo>
                  <a:pt x="214" y="295"/>
                </a:lnTo>
                <a:lnTo>
                  <a:pt x="216" y="299"/>
                </a:lnTo>
                <a:lnTo>
                  <a:pt x="218" y="303"/>
                </a:lnTo>
                <a:lnTo>
                  <a:pt x="218" y="375"/>
                </a:lnTo>
                <a:lnTo>
                  <a:pt x="216" y="379"/>
                </a:lnTo>
                <a:lnTo>
                  <a:pt x="214" y="382"/>
                </a:lnTo>
                <a:lnTo>
                  <a:pt x="210" y="384"/>
                </a:lnTo>
                <a:lnTo>
                  <a:pt x="206" y="386"/>
                </a:lnTo>
                <a:lnTo>
                  <a:pt x="99" y="386"/>
                </a:lnTo>
                <a:lnTo>
                  <a:pt x="95" y="384"/>
                </a:lnTo>
                <a:lnTo>
                  <a:pt x="91" y="382"/>
                </a:lnTo>
                <a:lnTo>
                  <a:pt x="89" y="379"/>
                </a:lnTo>
                <a:lnTo>
                  <a:pt x="89" y="375"/>
                </a:lnTo>
                <a:lnTo>
                  <a:pt x="89" y="303"/>
                </a:lnTo>
                <a:lnTo>
                  <a:pt x="89" y="299"/>
                </a:lnTo>
                <a:lnTo>
                  <a:pt x="91" y="295"/>
                </a:lnTo>
                <a:lnTo>
                  <a:pt x="95" y="291"/>
                </a:lnTo>
                <a:lnTo>
                  <a:pt x="99" y="291"/>
                </a:lnTo>
                <a:lnTo>
                  <a:pt x="144" y="291"/>
                </a:lnTo>
                <a:lnTo>
                  <a:pt x="144" y="281"/>
                </a:lnTo>
                <a:lnTo>
                  <a:pt x="99" y="281"/>
                </a:lnTo>
                <a:lnTo>
                  <a:pt x="93" y="283"/>
                </a:lnTo>
                <a:lnTo>
                  <a:pt x="87" y="285"/>
                </a:lnTo>
                <a:lnTo>
                  <a:pt x="83" y="291"/>
                </a:lnTo>
                <a:lnTo>
                  <a:pt x="79" y="295"/>
                </a:lnTo>
                <a:lnTo>
                  <a:pt x="79" y="303"/>
                </a:lnTo>
                <a:lnTo>
                  <a:pt x="79" y="373"/>
                </a:lnTo>
                <a:lnTo>
                  <a:pt x="67" y="444"/>
                </a:lnTo>
                <a:lnTo>
                  <a:pt x="27" y="444"/>
                </a:lnTo>
                <a:lnTo>
                  <a:pt x="27" y="289"/>
                </a:lnTo>
                <a:lnTo>
                  <a:pt x="14" y="279"/>
                </a:lnTo>
                <a:lnTo>
                  <a:pt x="4" y="263"/>
                </a:lnTo>
                <a:lnTo>
                  <a:pt x="0" y="246"/>
                </a:lnTo>
                <a:lnTo>
                  <a:pt x="0" y="166"/>
                </a:lnTo>
                <a:lnTo>
                  <a:pt x="4" y="146"/>
                </a:lnTo>
                <a:lnTo>
                  <a:pt x="16" y="131"/>
                </a:lnTo>
                <a:lnTo>
                  <a:pt x="31" y="121"/>
                </a:lnTo>
                <a:lnTo>
                  <a:pt x="49" y="117"/>
                </a:lnTo>
                <a:close/>
                <a:moveTo>
                  <a:pt x="83" y="0"/>
                </a:moveTo>
                <a:lnTo>
                  <a:pt x="103" y="6"/>
                </a:lnTo>
                <a:lnTo>
                  <a:pt x="121" y="16"/>
                </a:lnTo>
                <a:lnTo>
                  <a:pt x="130" y="33"/>
                </a:lnTo>
                <a:lnTo>
                  <a:pt x="134" y="53"/>
                </a:lnTo>
                <a:lnTo>
                  <a:pt x="130" y="73"/>
                </a:lnTo>
                <a:lnTo>
                  <a:pt x="121" y="91"/>
                </a:lnTo>
                <a:lnTo>
                  <a:pt x="103" y="103"/>
                </a:lnTo>
                <a:lnTo>
                  <a:pt x="83" y="107"/>
                </a:lnTo>
                <a:lnTo>
                  <a:pt x="61" y="103"/>
                </a:lnTo>
                <a:lnTo>
                  <a:pt x="45" y="91"/>
                </a:lnTo>
                <a:lnTo>
                  <a:pt x="33" y="73"/>
                </a:lnTo>
                <a:lnTo>
                  <a:pt x="29" y="53"/>
                </a:lnTo>
                <a:lnTo>
                  <a:pt x="33" y="33"/>
                </a:lnTo>
                <a:lnTo>
                  <a:pt x="45" y="16"/>
                </a:lnTo>
                <a:lnTo>
                  <a:pt x="61" y="6"/>
                </a:lnTo>
                <a:lnTo>
                  <a:pt x="83" y="0"/>
                </a:lnTo>
                <a:close/>
              </a:path>
            </a:pathLst>
          </a:custGeom>
          <a:solidFill>
            <a:srgbClr val="0E8146"/>
          </a:solidFill>
          <a:ln w="0">
            <a:noFill/>
            <a:prstDash val="solid"/>
            <a:round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65" name="椭圆 64"/>
          <p:cNvSpPr/>
          <p:nvPr/>
        </p:nvSpPr>
        <p:spPr>
          <a:xfrm>
            <a:off x="6420722" y="2547217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06" name="椭圆 105"/>
          <p:cNvSpPr/>
          <p:nvPr/>
        </p:nvSpPr>
        <p:spPr>
          <a:xfrm>
            <a:off x="6553904" y="2545904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07" name="椭圆 106"/>
          <p:cNvSpPr/>
          <p:nvPr/>
        </p:nvSpPr>
        <p:spPr>
          <a:xfrm>
            <a:off x="6687958" y="2545904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08" name="椭圆 107"/>
          <p:cNvSpPr/>
          <p:nvPr/>
        </p:nvSpPr>
        <p:spPr>
          <a:xfrm>
            <a:off x="6822011" y="2545904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09" name="椭圆 108"/>
          <p:cNvSpPr/>
          <p:nvPr/>
        </p:nvSpPr>
        <p:spPr>
          <a:xfrm>
            <a:off x="6956065" y="2545904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10" name="椭圆 109"/>
          <p:cNvSpPr/>
          <p:nvPr/>
        </p:nvSpPr>
        <p:spPr>
          <a:xfrm>
            <a:off x="7090119" y="2545904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11" name="椭圆 110"/>
          <p:cNvSpPr/>
          <p:nvPr/>
        </p:nvSpPr>
        <p:spPr>
          <a:xfrm>
            <a:off x="7224173" y="2545904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12" name="椭圆 111"/>
          <p:cNvSpPr/>
          <p:nvPr/>
        </p:nvSpPr>
        <p:spPr>
          <a:xfrm>
            <a:off x="7358227" y="2545904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13" name="椭圆 112"/>
          <p:cNvSpPr/>
          <p:nvPr/>
        </p:nvSpPr>
        <p:spPr>
          <a:xfrm>
            <a:off x="7492280" y="2545904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14" name="椭圆 113"/>
          <p:cNvSpPr/>
          <p:nvPr/>
        </p:nvSpPr>
        <p:spPr>
          <a:xfrm>
            <a:off x="7626335" y="2545904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15" name="椭圆 114"/>
          <p:cNvSpPr/>
          <p:nvPr/>
        </p:nvSpPr>
        <p:spPr>
          <a:xfrm>
            <a:off x="6419850" y="2682337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16" name="椭圆 115"/>
          <p:cNvSpPr/>
          <p:nvPr/>
        </p:nvSpPr>
        <p:spPr>
          <a:xfrm>
            <a:off x="6553904" y="2682337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17" name="椭圆 116"/>
          <p:cNvSpPr/>
          <p:nvPr/>
        </p:nvSpPr>
        <p:spPr>
          <a:xfrm>
            <a:off x="6687958" y="2682337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18" name="椭圆 117"/>
          <p:cNvSpPr/>
          <p:nvPr/>
        </p:nvSpPr>
        <p:spPr>
          <a:xfrm>
            <a:off x="6822011" y="2682337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19" name="椭圆 118"/>
          <p:cNvSpPr/>
          <p:nvPr/>
        </p:nvSpPr>
        <p:spPr>
          <a:xfrm>
            <a:off x="6956065" y="2682337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20" name="椭圆 119"/>
          <p:cNvSpPr/>
          <p:nvPr/>
        </p:nvSpPr>
        <p:spPr>
          <a:xfrm>
            <a:off x="7090119" y="2682337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21" name="椭圆 120"/>
          <p:cNvSpPr/>
          <p:nvPr/>
        </p:nvSpPr>
        <p:spPr>
          <a:xfrm>
            <a:off x="7224173" y="2682337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22" name="椭圆 121"/>
          <p:cNvSpPr/>
          <p:nvPr/>
        </p:nvSpPr>
        <p:spPr>
          <a:xfrm>
            <a:off x="7358227" y="2682337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23" name="椭圆 122"/>
          <p:cNvSpPr/>
          <p:nvPr/>
        </p:nvSpPr>
        <p:spPr>
          <a:xfrm>
            <a:off x="7492280" y="2682337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24" name="椭圆 123"/>
          <p:cNvSpPr/>
          <p:nvPr/>
        </p:nvSpPr>
        <p:spPr>
          <a:xfrm>
            <a:off x="7626335" y="2682337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25" name="椭圆 124"/>
          <p:cNvSpPr/>
          <p:nvPr/>
        </p:nvSpPr>
        <p:spPr>
          <a:xfrm>
            <a:off x="6419850" y="2818771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26" name="椭圆 125"/>
          <p:cNvSpPr/>
          <p:nvPr/>
        </p:nvSpPr>
        <p:spPr>
          <a:xfrm>
            <a:off x="6553904" y="2818771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27" name="椭圆 126"/>
          <p:cNvSpPr/>
          <p:nvPr/>
        </p:nvSpPr>
        <p:spPr>
          <a:xfrm>
            <a:off x="6687958" y="2818771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28" name="椭圆 127"/>
          <p:cNvSpPr/>
          <p:nvPr/>
        </p:nvSpPr>
        <p:spPr>
          <a:xfrm>
            <a:off x="6822011" y="2818771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29" name="椭圆 128"/>
          <p:cNvSpPr/>
          <p:nvPr/>
        </p:nvSpPr>
        <p:spPr>
          <a:xfrm>
            <a:off x="6956065" y="2818771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30" name="椭圆 129"/>
          <p:cNvSpPr/>
          <p:nvPr/>
        </p:nvSpPr>
        <p:spPr>
          <a:xfrm>
            <a:off x="7090119" y="2818771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31" name="椭圆 130"/>
          <p:cNvSpPr/>
          <p:nvPr/>
        </p:nvSpPr>
        <p:spPr>
          <a:xfrm>
            <a:off x="7224173" y="2818771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32" name="椭圆 131"/>
          <p:cNvSpPr/>
          <p:nvPr/>
        </p:nvSpPr>
        <p:spPr>
          <a:xfrm>
            <a:off x="7358227" y="2818771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33" name="椭圆 132"/>
          <p:cNvSpPr/>
          <p:nvPr/>
        </p:nvSpPr>
        <p:spPr>
          <a:xfrm>
            <a:off x="7492280" y="2818771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34" name="椭圆 133"/>
          <p:cNvSpPr/>
          <p:nvPr/>
        </p:nvSpPr>
        <p:spPr>
          <a:xfrm>
            <a:off x="7626335" y="2818771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35" name="椭圆 134"/>
          <p:cNvSpPr/>
          <p:nvPr/>
        </p:nvSpPr>
        <p:spPr>
          <a:xfrm>
            <a:off x="6419850" y="2955203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36" name="椭圆 135"/>
          <p:cNvSpPr/>
          <p:nvPr/>
        </p:nvSpPr>
        <p:spPr>
          <a:xfrm>
            <a:off x="6553904" y="2955203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37" name="椭圆 136"/>
          <p:cNvSpPr/>
          <p:nvPr/>
        </p:nvSpPr>
        <p:spPr>
          <a:xfrm>
            <a:off x="6687958" y="2955203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38" name="椭圆 137"/>
          <p:cNvSpPr/>
          <p:nvPr/>
        </p:nvSpPr>
        <p:spPr>
          <a:xfrm>
            <a:off x="6822011" y="2955203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39" name="椭圆 138"/>
          <p:cNvSpPr/>
          <p:nvPr/>
        </p:nvSpPr>
        <p:spPr>
          <a:xfrm>
            <a:off x="6956065" y="2955203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40" name="椭圆 139"/>
          <p:cNvSpPr/>
          <p:nvPr/>
        </p:nvSpPr>
        <p:spPr>
          <a:xfrm>
            <a:off x="7090119" y="2955203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65" name="椭圆 164"/>
          <p:cNvSpPr/>
          <p:nvPr/>
        </p:nvSpPr>
        <p:spPr>
          <a:xfrm>
            <a:off x="7224173" y="2955203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66" name="椭圆 165"/>
          <p:cNvSpPr/>
          <p:nvPr/>
        </p:nvSpPr>
        <p:spPr>
          <a:xfrm>
            <a:off x="7358227" y="2955203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67" name="椭圆 166"/>
          <p:cNvSpPr/>
          <p:nvPr/>
        </p:nvSpPr>
        <p:spPr>
          <a:xfrm>
            <a:off x="7492280" y="2955203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68" name="椭圆 167"/>
          <p:cNvSpPr/>
          <p:nvPr/>
        </p:nvSpPr>
        <p:spPr>
          <a:xfrm>
            <a:off x="7626335" y="2955203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69" name="椭圆 168"/>
          <p:cNvSpPr/>
          <p:nvPr/>
        </p:nvSpPr>
        <p:spPr>
          <a:xfrm>
            <a:off x="6419850" y="3091637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70" name="椭圆 169"/>
          <p:cNvSpPr/>
          <p:nvPr/>
        </p:nvSpPr>
        <p:spPr>
          <a:xfrm>
            <a:off x="6553904" y="3091637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71" name="椭圆 170"/>
          <p:cNvSpPr/>
          <p:nvPr/>
        </p:nvSpPr>
        <p:spPr>
          <a:xfrm>
            <a:off x="6687958" y="3091637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72" name="椭圆 171"/>
          <p:cNvSpPr/>
          <p:nvPr/>
        </p:nvSpPr>
        <p:spPr>
          <a:xfrm>
            <a:off x="6822011" y="3091637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73" name="椭圆 172"/>
          <p:cNvSpPr/>
          <p:nvPr/>
        </p:nvSpPr>
        <p:spPr>
          <a:xfrm>
            <a:off x="6956065" y="3091637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74" name="椭圆 173"/>
          <p:cNvSpPr/>
          <p:nvPr/>
        </p:nvSpPr>
        <p:spPr>
          <a:xfrm>
            <a:off x="7090119" y="3091637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75" name="椭圆 174"/>
          <p:cNvSpPr/>
          <p:nvPr/>
        </p:nvSpPr>
        <p:spPr>
          <a:xfrm>
            <a:off x="7224173" y="3091637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76" name="椭圆 175"/>
          <p:cNvSpPr/>
          <p:nvPr/>
        </p:nvSpPr>
        <p:spPr>
          <a:xfrm>
            <a:off x="7358227" y="3091637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77" name="椭圆 176"/>
          <p:cNvSpPr/>
          <p:nvPr/>
        </p:nvSpPr>
        <p:spPr>
          <a:xfrm>
            <a:off x="7492280" y="3091637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78" name="椭圆 177"/>
          <p:cNvSpPr/>
          <p:nvPr/>
        </p:nvSpPr>
        <p:spPr>
          <a:xfrm>
            <a:off x="7626335" y="3091637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79" name="椭圆 178"/>
          <p:cNvSpPr/>
          <p:nvPr/>
        </p:nvSpPr>
        <p:spPr>
          <a:xfrm>
            <a:off x="6419850" y="3228071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80" name="椭圆 179"/>
          <p:cNvSpPr/>
          <p:nvPr/>
        </p:nvSpPr>
        <p:spPr>
          <a:xfrm>
            <a:off x="6553904" y="3228071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81" name="椭圆 180"/>
          <p:cNvSpPr/>
          <p:nvPr/>
        </p:nvSpPr>
        <p:spPr>
          <a:xfrm>
            <a:off x="6687958" y="3228071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82" name="椭圆 181"/>
          <p:cNvSpPr/>
          <p:nvPr/>
        </p:nvSpPr>
        <p:spPr>
          <a:xfrm>
            <a:off x="6822011" y="3228071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83" name="椭圆 182"/>
          <p:cNvSpPr/>
          <p:nvPr/>
        </p:nvSpPr>
        <p:spPr>
          <a:xfrm>
            <a:off x="6956065" y="3228071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84" name="椭圆 183"/>
          <p:cNvSpPr/>
          <p:nvPr/>
        </p:nvSpPr>
        <p:spPr>
          <a:xfrm>
            <a:off x="7090119" y="3228071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85" name="椭圆 184"/>
          <p:cNvSpPr/>
          <p:nvPr/>
        </p:nvSpPr>
        <p:spPr>
          <a:xfrm>
            <a:off x="7224173" y="3228071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86" name="椭圆 185"/>
          <p:cNvSpPr/>
          <p:nvPr/>
        </p:nvSpPr>
        <p:spPr>
          <a:xfrm>
            <a:off x="7358227" y="3228071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87" name="椭圆 186"/>
          <p:cNvSpPr/>
          <p:nvPr/>
        </p:nvSpPr>
        <p:spPr>
          <a:xfrm>
            <a:off x="7492280" y="3228071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88" name="椭圆 187"/>
          <p:cNvSpPr/>
          <p:nvPr/>
        </p:nvSpPr>
        <p:spPr>
          <a:xfrm>
            <a:off x="7626335" y="3228071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89" name="椭圆 188"/>
          <p:cNvSpPr/>
          <p:nvPr/>
        </p:nvSpPr>
        <p:spPr>
          <a:xfrm>
            <a:off x="6419850" y="3364505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90" name="椭圆 189"/>
          <p:cNvSpPr/>
          <p:nvPr/>
        </p:nvSpPr>
        <p:spPr>
          <a:xfrm>
            <a:off x="6553904" y="3364505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91" name="椭圆 190"/>
          <p:cNvSpPr/>
          <p:nvPr/>
        </p:nvSpPr>
        <p:spPr>
          <a:xfrm>
            <a:off x="6687958" y="3364505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92" name="椭圆 191"/>
          <p:cNvSpPr/>
          <p:nvPr/>
        </p:nvSpPr>
        <p:spPr>
          <a:xfrm>
            <a:off x="6822011" y="3364505"/>
            <a:ext cx="108000" cy="108000"/>
          </a:xfrm>
          <a:prstGeom prst="ellipse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93" name="椭圆 192"/>
          <p:cNvSpPr/>
          <p:nvPr/>
        </p:nvSpPr>
        <p:spPr>
          <a:xfrm>
            <a:off x="6956065" y="3364505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94" name="椭圆 193"/>
          <p:cNvSpPr/>
          <p:nvPr/>
        </p:nvSpPr>
        <p:spPr>
          <a:xfrm>
            <a:off x="7090119" y="3364505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95" name="椭圆 194"/>
          <p:cNvSpPr/>
          <p:nvPr/>
        </p:nvSpPr>
        <p:spPr>
          <a:xfrm>
            <a:off x="7224173" y="3364505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96" name="椭圆 195"/>
          <p:cNvSpPr/>
          <p:nvPr/>
        </p:nvSpPr>
        <p:spPr>
          <a:xfrm>
            <a:off x="7358227" y="3364505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97" name="椭圆 196"/>
          <p:cNvSpPr/>
          <p:nvPr/>
        </p:nvSpPr>
        <p:spPr>
          <a:xfrm>
            <a:off x="7492280" y="3364505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98" name="椭圆 197"/>
          <p:cNvSpPr/>
          <p:nvPr/>
        </p:nvSpPr>
        <p:spPr>
          <a:xfrm>
            <a:off x="7626335" y="3364505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199" name="椭圆 198"/>
          <p:cNvSpPr/>
          <p:nvPr/>
        </p:nvSpPr>
        <p:spPr>
          <a:xfrm>
            <a:off x="6419850" y="3500937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200" name="椭圆 199"/>
          <p:cNvSpPr/>
          <p:nvPr/>
        </p:nvSpPr>
        <p:spPr>
          <a:xfrm>
            <a:off x="6553904" y="3500937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201" name="椭圆 200"/>
          <p:cNvSpPr/>
          <p:nvPr/>
        </p:nvSpPr>
        <p:spPr>
          <a:xfrm>
            <a:off x="6687958" y="3500937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202" name="椭圆 201"/>
          <p:cNvSpPr/>
          <p:nvPr/>
        </p:nvSpPr>
        <p:spPr>
          <a:xfrm>
            <a:off x="6822011" y="3500937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203" name="椭圆 202"/>
          <p:cNvSpPr/>
          <p:nvPr/>
        </p:nvSpPr>
        <p:spPr>
          <a:xfrm>
            <a:off x="6956065" y="3500937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204" name="椭圆 203"/>
          <p:cNvSpPr/>
          <p:nvPr/>
        </p:nvSpPr>
        <p:spPr>
          <a:xfrm>
            <a:off x="7090119" y="3500937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205" name="椭圆 204"/>
          <p:cNvSpPr/>
          <p:nvPr/>
        </p:nvSpPr>
        <p:spPr>
          <a:xfrm>
            <a:off x="7224173" y="3500937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206" name="椭圆 205"/>
          <p:cNvSpPr/>
          <p:nvPr/>
        </p:nvSpPr>
        <p:spPr>
          <a:xfrm>
            <a:off x="7358227" y="3500937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207" name="椭圆 206"/>
          <p:cNvSpPr/>
          <p:nvPr/>
        </p:nvSpPr>
        <p:spPr>
          <a:xfrm>
            <a:off x="7492280" y="3500937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208" name="椭圆 207"/>
          <p:cNvSpPr/>
          <p:nvPr/>
        </p:nvSpPr>
        <p:spPr>
          <a:xfrm>
            <a:off x="7626335" y="3500937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209" name="椭圆 208"/>
          <p:cNvSpPr/>
          <p:nvPr/>
        </p:nvSpPr>
        <p:spPr>
          <a:xfrm>
            <a:off x="6419850" y="3637371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210" name="椭圆 209"/>
          <p:cNvSpPr/>
          <p:nvPr/>
        </p:nvSpPr>
        <p:spPr>
          <a:xfrm>
            <a:off x="6553904" y="3637371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211" name="椭圆 210"/>
          <p:cNvSpPr/>
          <p:nvPr/>
        </p:nvSpPr>
        <p:spPr>
          <a:xfrm>
            <a:off x="6687958" y="3637371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212" name="椭圆 211"/>
          <p:cNvSpPr/>
          <p:nvPr/>
        </p:nvSpPr>
        <p:spPr>
          <a:xfrm>
            <a:off x="6822011" y="3637371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213" name="椭圆 212"/>
          <p:cNvSpPr/>
          <p:nvPr/>
        </p:nvSpPr>
        <p:spPr>
          <a:xfrm>
            <a:off x="6956065" y="3637371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214" name="椭圆 213"/>
          <p:cNvSpPr/>
          <p:nvPr/>
        </p:nvSpPr>
        <p:spPr>
          <a:xfrm>
            <a:off x="7090119" y="3637371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215" name="椭圆 214"/>
          <p:cNvSpPr/>
          <p:nvPr/>
        </p:nvSpPr>
        <p:spPr>
          <a:xfrm>
            <a:off x="7224173" y="3637371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216" name="椭圆 215"/>
          <p:cNvSpPr/>
          <p:nvPr/>
        </p:nvSpPr>
        <p:spPr>
          <a:xfrm>
            <a:off x="7358227" y="3637371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217" name="椭圆 216"/>
          <p:cNvSpPr/>
          <p:nvPr/>
        </p:nvSpPr>
        <p:spPr>
          <a:xfrm>
            <a:off x="7492280" y="3637371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218" name="椭圆 217"/>
          <p:cNvSpPr/>
          <p:nvPr/>
        </p:nvSpPr>
        <p:spPr>
          <a:xfrm>
            <a:off x="7626335" y="3637371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219" name="椭圆 218"/>
          <p:cNvSpPr/>
          <p:nvPr/>
        </p:nvSpPr>
        <p:spPr>
          <a:xfrm>
            <a:off x="6419850" y="3773804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220" name="椭圆 219"/>
          <p:cNvSpPr/>
          <p:nvPr/>
        </p:nvSpPr>
        <p:spPr>
          <a:xfrm>
            <a:off x="6553904" y="3773804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221" name="椭圆 220"/>
          <p:cNvSpPr/>
          <p:nvPr/>
        </p:nvSpPr>
        <p:spPr>
          <a:xfrm>
            <a:off x="6687958" y="3773804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222" name="椭圆 221"/>
          <p:cNvSpPr/>
          <p:nvPr/>
        </p:nvSpPr>
        <p:spPr>
          <a:xfrm>
            <a:off x="6822011" y="3773804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223" name="椭圆 222"/>
          <p:cNvSpPr/>
          <p:nvPr/>
        </p:nvSpPr>
        <p:spPr>
          <a:xfrm>
            <a:off x="6956065" y="3773804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224" name="椭圆 223"/>
          <p:cNvSpPr/>
          <p:nvPr/>
        </p:nvSpPr>
        <p:spPr>
          <a:xfrm>
            <a:off x="7090119" y="3773804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225" name="椭圆 224"/>
          <p:cNvSpPr/>
          <p:nvPr/>
        </p:nvSpPr>
        <p:spPr>
          <a:xfrm>
            <a:off x="7224173" y="3773804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226" name="椭圆 225"/>
          <p:cNvSpPr/>
          <p:nvPr/>
        </p:nvSpPr>
        <p:spPr>
          <a:xfrm>
            <a:off x="7358227" y="3773804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227" name="椭圆 226"/>
          <p:cNvSpPr/>
          <p:nvPr/>
        </p:nvSpPr>
        <p:spPr>
          <a:xfrm>
            <a:off x="7492280" y="3773804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228" name="椭圆 227"/>
          <p:cNvSpPr/>
          <p:nvPr/>
        </p:nvSpPr>
        <p:spPr>
          <a:xfrm>
            <a:off x="7626335" y="3773804"/>
            <a:ext cx="108000" cy="108000"/>
          </a:xfrm>
          <a:prstGeom prst="ellipse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219FD2"/>
              </a:solidFill>
            </a:endParaRPr>
          </a:p>
        </p:txBody>
      </p:sp>
      <p:sp>
        <p:nvSpPr>
          <p:cNvPr id="230" name="矩形 229"/>
          <p:cNvSpPr/>
          <p:nvPr/>
        </p:nvSpPr>
        <p:spPr>
          <a:xfrm>
            <a:off x="850631" y="4573408"/>
            <a:ext cx="2164713" cy="438580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在此添加关键字</a:t>
            </a:r>
          </a:p>
          <a:p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矩形 230"/>
          <p:cNvSpPr/>
          <p:nvPr/>
        </p:nvSpPr>
        <p:spPr>
          <a:xfrm>
            <a:off x="3442696" y="4573407"/>
            <a:ext cx="2164713" cy="923328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在此添加关键字</a:t>
            </a:r>
          </a:p>
          <a:p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232" name="矩形 231"/>
          <p:cNvSpPr/>
          <p:nvPr/>
        </p:nvSpPr>
        <p:spPr>
          <a:xfrm>
            <a:off x="6409924" y="4584468"/>
            <a:ext cx="2164713" cy="923328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在此添加关键字</a:t>
            </a:r>
          </a:p>
          <a:p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 flipV="1">
            <a:off x="0" y="857251"/>
            <a:ext cx="9144000" cy="995984"/>
          </a:xfrm>
          <a:custGeom>
            <a:avLst/>
            <a:gdLst>
              <a:gd name="connsiteX0" fmla="*/ 0 w 12192000"/>
              <a:gd name="connsiteY0" fmla="*/ 1327979 h 1327979"/>
              <a:gd name="connsiteX1" fmla="*/ 12192000 w 12192000"/>
              <a:gd name="connsiteY1" fmla="*/ 1327979 h 1327979"/>
              <a:gd name="connsiteX2" fmla="*/ 12192000 w 12192000"/>
              <a:gd name="connsiteY2" fmla="*/ 870779 h 1327979"/>
              <a:gd name="connsiteX3" fmla="*/ 7562844 w 12192000"/>
              <a:gd name="connsiteY3" fmla="*/ 870779 h 1327979"/>
              <a:gd name="connsiteX4" fmla="*/ 7397873 w 12192000"/>
              <a:gd name="connsiteY4" fmla="*/ 818383 h 1327979"/>
              <a:gd name="connsiteX5" fmla="*/ 5990049 w 12192000"/>
              <a:gd name="connsiteY5" fmla="*/ 6 h 1327979"/>
              <a:gd name="connsiteX6" fmla="*/ 105952 w 12192000"/>
              <a:gd name="connsiteY6" fmla="*/ 6 h 1327979"/>
              <a:gd name="connsiteX7" fmla="*/ 0 w 12192000"/>
              <a:gd name="connsiteY7" fmla="*/ 3363 h 1327979"/>
              <a:gd name="connsiteX8" fmla="*/ 0 w 12192000"/>
              <a:gd name="connsiteY8" fmla="*/ 870779 h 1327979"/>
              <a:gd name="connsiteX9" fmla="*/ 0 w 12192000"/>
              <a:gd name="connsiteY9" fmla="*/ 870781 h 132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327979">
                <a:moveTo>
                  <a:pt x="0" y="1327979"/>
                </a:moveTo>
                <a:lnTo>
                  <a:pt x="12192000" y="1327979"/>
                </a:lnTo>
                <a:lnTo>
                  <a:pt x="12192000" y="870779"/>
                </a:lnTo>
                <a:lnTo>
                  <a:pt x="7562844" y="870779"/>
                </a:lnTo>
                <a:lnTo>
                  <a:pt x="7397873" y="818383"/>
                </a:lnTo>
                <a:cubicBezTo>
                  <a:pt x="6652131" y="537909"/>
                  <a:pt x="7036652" y="-1980"/>
                  <a:pt x="5990049" y="6"/>
                </a:cubicBezTo>
                <a:lnTo>
                  <a:pt x="105952" y="6"/>
                </a:lnTo>
                <a:lnTo>
                  <a:pt x="0" y="3363"/>
                </a:lnTo>
                <a:lnTo>
                  <a:pt x="0" y="870779"/>
                </a:lnTo>
                <a:lnTo>
                  <a:pt x="0" y="870781"/>
                </a:lnTo>
                <a:close/>
              </a:path>
            </a:pathLst>
          </a:custGeom>
          <a:solidFill>
            <a:srgbClr val="0E814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3" name="任意多边形 2"/>
          <p:cNvSpPr/>
          <p:nvPr/>
        </p:nvSpPr>
        <p:spPr>
          <a:xfrm flipH="1">
            <a:off x="4572000" y="1172936"/>
            <a:ext cx="4572000" cy="680356"/>
          </a:xfrm>
          <a:custGeom>
            <a:avLst/>
            <a:gdLst>
              <a:gd name="connsiteX0" fmla="*/ 4523198 w 6096000"/>
              <a:gd name="connsiteY0" fmla="*/ 6 h 870781"/>
              <a:gd name="connsiteX1" fmla="*/ 0 w 6096000"/>
              <a:gd name="connsiteY1" fmla="*/ 6 h 870781"/>
              <a:gd name="connsiteX2" fmla="*/ 0 w 6096000"/>
              <a:gd name="connsiteY2" fmla="*/ 870781 h 870781"/>
              <a:gd name="connsiteX3" fmla="*/ 6096000 w 6096000"/>
              <a:gd name="connsiteY3" fmla="*/ 870781 h 870781"/>
              <a:gd name="connsiteX4" fmla="*/ 4523198 w 6096000"/>
              <a:gd name="connsiteY4" fmla="*/ 6 h 870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870781">
                <a:moveTo>
                  <a:pt x="4523198" y="6"/>
                </a:moveTo>
                <a:lnTo>
                  <a:pt x="0" y="6"/>
                </a:lnTo>
                <a:lnTo>
                  <a:pt x="0" y="870781"/>
                </a:lnTo>
                <a:lnTo>
                  <a:pt x="6096000" y="870781"/>
                </a:lnTo>
                <a:cubicBezTo>
                  <a:pt x="5127651" y="612302"/>
                  <a:pt x="5639575" y="-2112"/>
                  <a:pt x="4523198" y="6"/>
                </a:cubicBezTo>
                <a:close/>
              </a:path>
            </a:pathLst>
          </a:custGeom>
          <a:solidFill>
            <a:srgbClr val="95C53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7782" y="1107794"/>
            <a:ext cx="156966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</a:rPr>
              <a:t>标题内容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977084" y="1316905"/>
            <a:ext cx="96372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100" dirty="0">
                <a:solidFill>
                  <a:schemeClr val="bg1"/>
                </a:solidFill>
              </a:rPr>
              <a:t>LOGO</a:t>
            </a:r>
            <a:endParaRPr lang="zh-CN" altLang="en-US" sz="2100" dirty="0">
              <a:solidFill>
                <a:schemeClr val="bg1"/>
              </a:solidFill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2087827" y="3516137"/>
            <a:ext cx="1870412" cy="1870412"/>
          </a:xfrm>
          <a:custGeom>
            <a:avLst/>
            <a:gdLst>
              <a:gd name="connsiteX0" fmla="*/ 1770168 w 2493882"/>
              <a:gd name="connsiteY0" fmla="*/ 397621 h 2493882"/>
              <a:gd name="connsiteX1" fmla="*/ 1964153 w 2493882"/>
              <a:gd name="connsiteY1" fmla="*/ 234840 h 2493882"/>
              <a:gd name="connsiteX2" fmla="*/ 2119124 w 2493882"/>
              <a:gd name="connsiteY2" fmla="*/ 364876 h 2493882"/>
              <a:gd name="connsiteX3" fmla="*/ 1992501 w 2493882"/>
              <a:gd name="connsiteY3" fmla="*/ 584180 h 2493882"/>
              <a:gd name="connsiteX4" fmla="*/ 2193689 w 2493882"/>
              <a:gd name="connsiteY4" fmla="*/ 932648 h 2493882"/>
              <a:gd name="connsiteX5" fmla="*/ 2446923 w 2493882"/>
              <a:gd name="connsiteY5" fmla="*/ 932641 h 2493882"/>
              <a:gd name="connsiteX6" fmla="*/ 2482052 w 2493882"/>
              <a:gd name="connsiteY6" fmla="*/ 1131868 h 2493882"/>
              <a:gd name="connsiteX7" fmla="*/ 2244088 w 2493882"/>
              <a:gd name="connsiteY7" fmla="*/ 1218473 h 2493882"/>
              <a:gd name="connsiteX8" fmla="*/ 2174216 w 2493882"/>
              <a:gd name="connsiteY8" fmla="*/ 1614736 h 2493882"/>
              <a:gd name="connsiteX9" fmla="*/ 2368209 w 2493882"/>
              <a:gd name="connsiteY9" fmla="*/ 1777507 h 2493882"/>
              <a:gd name="connsiteX10" fmla="*/ 2267058 w 2493882"/>
              <a:gd name="connsiteY10" fmla="*/ 1952704 h 2493882"/>
              <a:gd name="connsiteX11" fmla="*/ 2029098 w 2493882"/>
              <a:gd name="connsiteY11" fmla="*/ 1866087 h 2493882"/>
              <a:gd name="connsiteX12" fmla="*/ 1720860 w 2493882"/>
              <a:gd name="connsiteY12" fmla="*/ 2124729 h 2493882"/>
              <a:gd name="connsiteX13" fmla="*/ 1764841 w 2493882"/>
              <a:gd name="connsiteY13" fmla="*/ 2374115 h 2493882"/>
              <a:gd name="connsiteX14" fmla="*/ 1574740 w 2493882"/>
              <a:gd name="connsiteY14" fmla="*/ 2443306 h 2493882"/>
              <a:gd name="connsiteX15" fmla="*/ 1448129 w 2493882"/>
              <a:gd name="connsiteY15" fmla="*/ 2223995 h 2493882"/>
              <a:gd name="connsiteX16" fmla="*/ 1045753 w 2493882"/>
              <a:gd name="connsiteY16" fmla="*/ 2223995 h 2493882"/>
              <a:gd name="connsiteX17" fmla="*/ 919142 w 2493882"/>
              <a:gd name="connsiteY17" fmla="*/ 2443306 h 2493882"/>
              <a:gd name="connsiteX18" fmla="*/ 729041 w 2493882"/>
              <a:gd name="connsiteY18" fmla="*/ 2374115 h 2493882"/>
              <a:gd name="connsiteX19" fmla="*/ 773022 w 2493882"/>
              <a:gd name="connsiteY19" fmla="*/ 2124729 h 2493882"/>
              <a:gd name="connsiteX20" fmla="*/ 464784 w 2493882"/>
              <a:gd name="connsiteY20" fmla="*/ 1866087 h 2493882"/>
              <a:gd name="connsiteX21" fmla="*/ 226824 w 2493882"/>
              <a:gd name="connsiteY21" fmla="*/ 1952704 h 2493882"/>
              <a:gd name="connsiteX22" fmla="*/ 125673 w 2493882"/>
              <a:gd name="connsiteY22" fmla="*/ 1777507 h 2493882"/>
              <a:gd name="connsiteX23" fmla="*/ 319666 w 2493882"/>
              <a:gd name="connsiteY23" fmla="*/ 1614736 h 2493882"/>
              <a:gd name="connsiteX24" fmla="*/ 249794 w 2493882"/>
              <a:gd name="connsiteY24" fmla="*/ 1218473 h 2493882"/>
              <a:gd name="connsiteX25" fmla="*/ 11830 w 2493882"/>
              <a:gd name="connsiteY25" fmla="*/ 1131868 h 2493882"/>
              <a:gd name="connsiteX26" fmla="*/ 46959 w 2493882"/>
              <a:gd name="connsiteY26" fmla="*/ 932641 h 2493882"/>
              <a:gd name="connsiteX27" fmla="*/ 300193 w 2493882"/>
              <a:gd name="connsiteY27" fmla="*/ 932648 h 2493882"/>
              <a:gd name="connsiteX28" fmla="*/ 501381 w 2493882"/>
              <a:gd name="connsiteY28" fmla="*/ 584180 h 2493882"/>
              <a:gd name="connsiteX29" fmla="*/ 374758 w 2493882"/>
              <a:gd name="connsiteY29" fmla="*/ 364876 h 2493882"/>
              <a:gd name="connsiteX30" fmla="*/ 529729 w 2493882"/>
              <a:gd name="connsiteY30" fmla="*/ 234840 h 2493882"/>
              <a:gd name="connsiteX31" fmla="*/ 723714 w 2493882"/>
              <a:gd name="connsiteY31" fmla="*/ 397621 h 2493882"/>
              <a:gd name="connsiteX32" fmla="*/ 1101824 w 2493882"/>
              <a:gd name="connsiteY32" fmla="*/ 260000 h 2493882"/>
              <a:gd name="connsiteX33" fmla="*/ 1145791 w 2493882"/>
              <a:gd name="connsiteY33" fmla="*/ 10612 h 2493882"/>
              <a:gd name="connsiteX34" fmla="*/ 1348091 w 2493882"/>
              <a:gd name="connsiteY34" fmla="*/ 10612 h 2493882"/>
              <a:gd name="connsiteX35" fmla="*/ 1392058 w 2493882"/>
              <a:gd name="connsiteY35" fmla="*/ 260000 h 2493882"/>
              <a:gd name="connsiteX36" fmla="*/ 1770168 w 2493882"/>
              <a:gd name="connsiteY36" fmla="*/ 397621 h 2493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493882" h="2493882">
                <a:moveTo>
                  <a:pt x="1770168" y="397621"/>
                </a:moveTo>
                <a:lnTo>
                  <a:pt x="1964153" y="234840"/>
                </a:lnTo>
                <a:lnTo>
                  <a:pt x="2119124" y="364876"/>
                </a:lnTo>
                <a:lnTo>
                  <a:pt x="1992501" y="584180"/>
                </a:lnTo>
                <a:cubicBezTo>
                  <a:pt x="2082537" y="685464"/>
                  <a:pt x="2150992" y="804032"/>
                  <a:pt x="2193689" y="932648"/>
                </a:cubicBezTo>
                <a:lnTo>
                  <a:pt x="2446923" y="932641"/>
                </a:lnTo>
                <a:lnTo>
                  <a:pt x="2482052" y="1131868"/>
                </a:lnTo>
                <a:lnTo>
                  <a:pt x="2244088" y="1218473"/>
                </a:lnTo>
                <a:cubicBezTo>
                  <a:pt x="2247955" y="1353936"/>
                  <a:pt x="2224181" y="1488766"/>
                  <a:pt x="2174216" y="1614736"/>
                </a:cubicBezTo>
                <a:lnTo>
                  <a:pt x="2368209" y="1777507"/>
                </a:lnTo>
                <a:lnTo>
                  <a:pt x="2267058" y="1952704"/>
                </a:lnTo>
                <a:lnTo>
                  <a:pt x="2029098" y="1866087"/>
                </a:lnTo>
                <a:cubicBezTo>
                  <a:pt x="1944987" y="1972343"/>
                  <a:pt x="1840108" y="2060347"/>
                  <a:pt x="1720860" y="2124729"/>
                </a:cubicBezTo>
                <a:lnTo>
                  <a:pt x="1764841" y="2374115"/>
                </a:lnTo>
                <a:lnTo>
                  <a:pt x="1574740" y="2443306"/>
                </a:lnTo>
                <a:lnTo>
                  <a:pt x="1448129" y="2223995"/>
                </a:lnTo>
                <a:cubicBezTo>
                  <a:pt x="1315396" y="2251326"/>
                  <a:pt x="1178486" y="2251326"/>
                  <a:pt x="1045753" y="2223995"/>
                </a:cubicBezTo>
                <a:lnTo>
                  <a:pt x="919142" y="2443306"/>
                </a:lnTo>
                <a:lnTo>
                  <a:pt x="729041" y="2374115"/>
                </a:lnTo>
                <a:lnTo>
                  <a:pt x="773022" y="2124729"/>
                </a:lnTo>
                <a:cubicBezTo>
                  <a:pt x="653774" y="2060347"/>
                  <a:pt x="548895" y="1972343"/>
                  <a:pt x="464784" y="1866087"/>
                </a:cubicBezTo>
                <a:lnTo>
                  <a:pt x="226824" y="1952704"/>
                </a:lnTo>
                <a:lnTo>
                  <a:pt x="125673" y="1777507"/>
                </a:lnTo>
                <a:lnTo>
                  <a:pt x="319666" y="1614736"/>
                </a:lnTo>
                <a:cubicBezTo>
                  <a:pt x="269701" y="1488766"/>
                  <a:pt x="245927" y="1353935"/>
                  <a:pt x="249794" y="1218473"/>
                </a:cubicBezTo>
                <a:lnTo>
                  <a:pt x="11830" y="1131868"/>
                </a:lnTo>
                <a:lnTo>
                  <a:pt x="46959" y="932641"/>
                </a:lnTo>
                <a:lnTo>
                  <a:pt x="300193" y="932648"/>
                </a:lnTo>
                <a:cubicBezTo>
                  <a:pt x="342890" y="804032"/>
                  <a:pt x="411345" y="685465"/>
                  <a:pt x="501381" y="584180"/>
                </a:cubicBezTo>
                <a:lnTo>
                  <a:pt x="374758" y="364876"/>
                </a:lnTo>
                <a:lnTo>
                  <a:pt x="529729" y="234840"/>
                </a:lnTo>
                <a:lnTo>
                  <a:pt x="723714" y="397621"/>
                </a:lnTo>
                <a:cubicBezTo>
                  <a:pt x="839094" y="326540"/>
                  <a:pt x="967748" y="279714"/>
                  <a:pt x="1101824" y="260000"/>
                </a:cubicBezTo>
                <a:lnTo>
                  <a:pt x="1145791" y="10612"/>
                </a:lnTo>
                <a:lnTo>
                  <a:pt x="1348091" y="10612"/>
                </a:lnTo>
                <a:lnTo>
                  <a:pt x="1392058" y="260000"/>
                </a:lnTo>
                <a:cubicBezTo>
                  <a:pt x="1526134" y="279714"/>
                  <a:pt x="1654788" y="326540"/>
                  <a:pt x="1770168" y="397621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99848" tIns="461948" rIns="399848" bIns="494659" numCol="1" spcCol="1270" anchor="ctr" anchorCtr="0">
            <a:noAutofit/>
          </a:bodyPr>
          <a:lstStyle/>
          <a:p>
            <a:pPr algn="ctr" defTabSz="83343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1875" dirty="0"/>
              <a:t>TEXT</a:t>
            </a:r>
            <a:endParaRPr lang="zh-CN" altLang="en-US" sz="1875" dirty="0"/>
          </a:p>
        </p:txBody>
      </p:sp>
      <p:sp>
        <p:nvSpPr>
          <p:cNvPr id="25" name="任意多边形 24"/>
          <p:cNvSpPr/>
          <p:nvPr/>
        </p:nvSpPr>
        <p:spPr>
          <a:xfrm>
            <a:off x="999587" y="3074040"/>
            <a:ext cx="1360299" cy="1360299"/>
          </a:xfrm>
          <a:custGeom>
            <a:avLst/>
            <a:gdLst>
              <a:gd name="connsiteX0" fmla="*/ 1357120 w 1813732"/>
              <a:gd name="connsiteY0" fmla="*/ 459372 h 1813732"/>
              <a:gd name="connsiteX1" fmla="*/ 1624706 w 1813732"/>
              <a:gd name="connsiteY1" fmla="*/ 378727 h 1813732"/>
              <a:gd name="connsiteX2" fmla="*/ 1723168 w 1813732"/>
              <a:gd name="connsiteY2" fmla="*/ 549268 h 1813732"/>
              <a:gd name="connsiteX3" fmla="*/ 1519534 w 1813732"/>
              <a:gd name="connsiteY3" fmla="*/ 740682 h 1813732"/>
              <a:gd name="connsiteX4" fmla="*/ 1519534 w 1813732"/>
              <a:gd name="connsiteY4" fmla="*/ 1073050 h 1813732"/>
              <a:gd name="connsiteX5" fmla="*/ 1723168 w 1813732"/>
              <a:gd name="connsiteY5" fmla="*/ 1264464 h 1813732"/>
              <a:gd name="connsiteX6" fmla="*/ 1624706 w 1813732"/>
              <a:gd name="connsiteY6" fmla="*/ 1435005 h 1813732"/>
              <a:gd name="connsiteX7" fmla="*/ 1357120 w 1813732"/>
              <a:gd name="connsiteY7" fmla="*/ 1354360 h 1813732"/>
              <a:gd name="connsiteX8" fmla="*/ 1069281 w 1813732"/>
              <a:gd name="connsiteY8" fmla="*/ 1520544 h 1813732"/>
              <a:gd name="connsiteX9" fmla="*/ 1005328 w 1813732"/>
              <a:gd name="connsiteY9" fmla="*/ 1792604 h 1813732"/>
              <a:gd name="connsiteX10" fmla="*/ 808404 w 1813732"/>
              <a:gd name="connsiteY10" fmla="*/ 1792604 h 1813732"/>
              <a:gd name="connsiteX11" fmla="*/ 744452 w 1813732"/>
              <a:gd name="connsiteY11" fmla="*/ 1520544 h 1813732"/>
              <a:gd name="connsiteX12" fmla="*/ 456613 w 1813732"/>
              <a:gd name="connsiteY12" fmla="*/ 1354360 h 1813732"/>
              <a:gd name="connsiteX13" fmla="*/ 189026 w 1813732"/>
              <a:gd name="connsiteY13" fmla="*/ 1435005 h 1813732"/>
              <a:gd name="connsiteX14" fmla="*/ 90564 w 1813732"/>
              <a:gd name="connsiteY14" fmla="*/ 1264464 h 1813732"/>
              <a:gd name="connsiteX15" fmla="*/ 294198 w 1813732"/>
              <a:gd name="connsiteY15" fmla="*/ 1073050 h 1813732"/>
              <a:gd name="connsiteX16" fmla="*/ 294198 w 1813732"/>
              <a:gd name="connsiteY16" fmla="*/ 740682 h 1813732"/>
              <a:gd name="connsiteX17" fmla="*/ 90564 w 1813732"/>
              <a:gd name="connsiteY17" fmla="*/ 549268 h 1813732"/>
              <a:gd name="connsiteX18" fmla="*/ 189026 w 1813732"/>
              <a:gd name="connsiteY18" fmla="*/ 378727 h 1813732"/>
              <a:gd name="connsiteX19" fmla="*/ 456612 w 1813732"/>
              <a:gd name="connsiteY19" fmla="*/ 459372 h 1813732"/>
              <a:gd name="connsiteX20" fmla="*/ 744451 w 1813732"/>
              <a:gd name="connsiteY20" fmla="*/ 293188 h 1813732"/>
              <a:gd name="connsiteX21" fmla="*/ 808404 w 1813732"/>
              <a:gd name="connsiteY21" fmla="*/ 21128 h 1813732"/>
              <a:gd name="connsiteX22" fmla="*/ 1005328 w 1813732"/>
              <a:gd name="connsiteY22" fmla="*/ 21128 h 1813732"/>
              <a:gd name="connsiteX23" fmla="*/ 1069280 w 1813732"/>
              <a:gd name="connsiteY23" fmla="*/ 293188 h 1813732"/>
              <a:gd name="connsiteX24" fmla="*/ 1357119 w 1813732"/>
              <a:gd name="connsiteY24" fmla="*/ 459372 h 1813732"/>
              <a:gd name="connsiteX25" fmla="*/ 1357120 w 1813732"/>
              <a:gd name="connsiteY25" fmla="*/ 459372 h 1813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813732" h="1813732">
                <a:moveTo>
                  <a:pt x="1357120" y="459372"/>
                </a:moveTo>
                <a:lnTo>
                  <a:pt x="1624706" y="378727"/>
                </a:lnTo>
                <a:lnTo>
                  <a:pt x="1723168" y="549268"/>
                </a:lnTo>
                <a:lnTo>
                  <a:pt x="1519534" y="740682"/>
                </a:lnTo>
                <a:cubicBezTo>
                  <a:pt x="1549052" y="849505"/>
                  <a:pt x="1549052" y="964227"/>
                  <a:pt x="1519534" y="1073050"/>
                </a:cubicBezTo>
                <a:lnTo>
                  <a:pt x="1723168" y="1264464"/>
                </a:lnTo>
                <a:lnTo>
                  <a:pt x="1624706" y="1435005"/>
                </a:lnTo>
                <a:lnTo>
                  <a:pt x="1357120" y="1354360"/>
                </a:lnTo>
                <a:cubicBezTo>
                  <a:pt x="1277635" y="1434335"/>
                  <a:pt x="1178283" y="1491696"/>
                  <a:pt x="1069281" y="1520544"/>
                </a:cubicBezTo>
                <a:lnTo>
                  <a:pt x="1005328" y="1792604"/>
                </a:lnTo>
                <a:lnTo>
                  <a:pt x="808404" y="1792604"/>
                </a:lnTo>
                <a:lnTo>
                  <a:pt x="744452" y="1520544"/>
                </a:lnTo>
                <a:cubicBezTo>
                  <a:pt x="635449" y="1491696"/>
                  <a:pt x="536097" y="1434335"/>
                  <a:pt x="456613" y="1354360"/>
                </a:cubicBezTo>
                <a:lnTo>
                  <a:pt x="189026" y="1435005"/>
                </a:lnTo>
                <a:lnTo>
                  <a:pt x="90564" y="1264464"/>
                </a:lnTo>
                <a:lnTo>
                  <a:pt x="294198" y="1073050"/>
                </a:lnTo>
                <a:cubicBezTo>
                  <a:pt x="264680" y="964227"/>
                  <a:pt x="264680" y="849505"/>
                  <a:pt x="294198" y="740682"/>
                </a:cubicBezTo>
                <a:lnTo>
                  <a:pt x="90564" y="549268"/>
                </a:lnTo>
                <a:lnTo>
                  <a:pt x="189026" y="378727"/>
                </a:lnTo>
                <a:lnTo>
                  <a:pt x="456612" y="459372"/>
                </a:lnTo>
                <a:cubicBezTo>
                  <a:pt x="536097" y="379397"/>
                  <a:pt x="635449" y="322036"/>
                  <a:pt x="744451" y="293188"/>
                </a:cubicBezTo>
                <a:lnTo>
                  <a:pt x="808404" y="21128"/>
                </a:lnTo>
                <a:lnTo>
                  <a:pt x="1005328" y="21128"/>
                </a:lnTo>
                <a:lnTo>
                  <a:pt x="1069280" y="293188"/>
                </a:lnTo>
                <a:cubicBezTo>
                  <a:pt x="1178283" y="322036"/>
                  <a:pt x="1277635" y="379397"/>
                  <a:pt x="1357119" y="459372"/>
                </a:cubicBezTo>
                <a:lnTo>
                  <a:pt x="1357120" y="459372"/>
                </a:lnTo>
                <a:close/>
              </a:path>
            </a:pathLst>
          </a:custGeom>
          <a:solidFill>
            <a:srgbClr val="0E8146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6272" tIns="368342" rIns="366272" bIns="368342" numCol="1" spcCol="1270" anchor="ctr" anchorCtr="0">
            <a:noAutofit/>
          </a:bodyPr>
          <a:lstStyle/>
          <a:p>
            <a:pPr algn="ctr" defTabSz="83343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1875" dirty="0"/>
              <a:t>TEXT</a:t>
            </a:r>
            <a:endParaRPr lang="zh-CN" altLang="en-US" sz="1875" dirty="0"/>
          </a:p>
        </p:txBody>
      </p:sp>
      <p:sp>
        <p:nvSpPr>
          <p:cNvPr id="26" name="任意多边形 25"/>
          <p:cNvSpPr/>
          <p:nvPr/>
        </p:nvSpPr>
        <p:spPr>
          <a:xfrm>
            <a:off x="1611722" y="1985800"/>
            <a:ext cx="1632359" cy="1632359"/>
          </a:xfrm>
          <a:custGeom>
            <a:avLst/>
            <a:gdLst>
              <a:gd name="connsiteX0" fmla="*/ 1329700 w 1777087"/>
              <a:gd name="connsiteY0" fmla="*/ 450091 h 1777087"/>
              <a:gd name="connsiteX1" fmla="*/ 1591880 w 1777087"/>
              <a:gd name="connsiteY1" fmla="*/ 371075 h 1777087"/>
              <a:gd name="connsiteX2" fmla="*/ 1688353 w 1777087"/>
              <a:gd name="connsiteY2" fmla="*/ 538170 h 1777087"/>
              <a:gd name="connsiteX3" fmla="*/ 1488833 w 1777087"/>
              <a:gd name="connsiteY3" fmla="*/ 725717 h 1777087"/>
              <a:gd name="connsiteX4" fmla="*/ 1488833 w 1777087"/>
              <a:gd name="connsiteY4" fmla="*/ 1051370 h 1777087"/>
              <a:gd name="connsiteX5" fmla="*/ 1688353 w 1777087"/>
              <a:gd name="connsiteY5" fmla="*/ 1238917 h 1777087"/>
              <a:gd name="connsiteX6" fmla="*/ 1591880 w 1777087"/>
              <a:gd name="connsiteY6" fmla="*/ 1406012 h 1777087"/>
              <a:gd name="connsiteX7" fmla="*/ 1329700 w 1777087"/>
              <a:gd name="connsiteY7" fmla="*/ 1326996 h 1777087"/>
              <a:gd name="connsiteX8" fmla="*/ 1047676 w 1777087"/>
              <a:gd name="connsiteY8" fmla="*/ 1489822 h 1777087"/>
              <a:gd name="connsiteX9" fmla="*/ 985016 w 1777087"/>
              <a:gd name="connsiteY9" fmla="*/ 1756386 h 1777087"/>
              <a:gd name="connsiteX10" fmla="*/ 792071 w 1777087"/>
              <a:gd name="connsiteY10" fmla="*/ 1756386 h 1777087"/>
              <a:gd name="connsiteX11" fmla="*/ 729411 w 1777087"/>
              <a:gd name="connsiteY11" fmla="*/ 1489823 h 1777087"/>
              <a:gd name="connsiteX12" fmla="*/ 447387 w 1777087"/>
              <a:gd name="connsiteY12" fmla="*/ 1326997 h 1777087"/>
              <a:gd name="connsiteX13" fmla="*/ 185207 w 1777087"/>
              <a:gd name="connsiteY13" fmla="*/ 1406012 h 1777087"/>
              <a:gd name="connsiteX14" fmla="*/ 88734 w 1777087"/>
              <a:gd name="connsiteY14" fmla="*/ 1238917 h 1777087"/>
              <a:gd name="connsiteX15" fmla="*/ 288254 w 1777087"/>
              <a:gd name="connsiteY15" fmla="*/ 1051370 h 1777087"/>
              <a:gd name="connsiteX16" fmla="*/ 288254 w 1777087"/>
              <a:gd name="connsiteY16" fmla="*/ 725717 h 1777087"/>
              <a:gd name="connsiteX17" fmla="*/ 88734 w 1777087"/>
              <a:gd name="connsiteY17" fmla="*/ 538170 h 1777087"/>
              <a:gd name="connsiteX18" fmla="*/ 185207 w 1777087"/>
              <a:gd name="connsiteY18" fmla="*/ 371075 h 1777087"/>
              <a:gd name="connsiteX19" fmla="*/ 447387 w 1777087"/>
              <a:gd name="connsiteY19" fmla="*/ 450091 h 1777087"/>
              <a:gd name="connsiteX20" fmla="*/ 729411 w 1777087"/>
              <a:gd name="connsiteY20" fmla="*/ 287265 h 1777087"/>
              <a:gd name="connsiteX21" fmla="*/ 792071 w 1777087"/>
              <a:gd name="connsiteY21" fmla="*/ 20701 h 1777087"/>
              <a:gd name="connsiteX22" fmla="*/ 985016 w 1777087"/>
              <a:gd name="connsiteY22" fmla="*/ 20701 h 1777087"/>
              <a:gd name="connsiteX23" fmla="*/ 1047676 w 1777087"/>
              <a:gd name="connsiteY23" fmla="*/ 287264 h 1777087"/>
              <a:gd name="connsiteX24" fmla="*/ 1329700 w 1777087"/>
              <a:gd name="connsiteY24" fmla="*/ 450090 h 1777087"/>
              <a:gd name="connsiteX25" fmla="*/ 1329700 w 1777087"/>
              <a:gd name="connsiteY25" fmla="*/ 450091 h 1777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777087" h="1777087">
                <a:moveTo>
                  <a:pt x="1143817" y="449520"/>
                </a:moveTo>
                <a:lnTo>
                  <a:pt x="1333893" y="331797"/>
                </a:lnTo>
                <a:lnTo>
                  <a:pt x="1445291" y="443193"/>
                </a:lnTo>
                <a:lnTo>
                  <a:pt x="1327567" y="633270"/>
                </a:lnTo>
                <a:cubicBezTo>
                  <a:pt x="1372910" y="711251"/>
                  <a:pt x="1396664" y="799900"/>
                  <a:pt x="1396386" y="890105"/>
                </a:cubicBezTo>
                <a:lnTo>
                  <a:pt x="1593376" y="995855"/>
                </a:lnTo>
                <a:lnTo>
                  <a:pt x="1552601" y="1148025"/>
                </a:lnTo>
                <a:lnTo>
                  <a:pt x="1329128" y="1141113"/>
                </a:lnTo>
                <a:cubicBezTo>
                  <a:pt x="1284266" y="1219370"/>
                  <a:pt x="1219371" y="1284266"/>
                  <a:pt x="1141112" y="1329128"/>
                </a:cubicBezTo>
                <a:lnTo>
                  <a:pt x="1148026" y="1552602"/>
                </a:lnTo>
                <a:lnTo>
                  <a:pt x="995855" y="1593376"/>
                </a:lnTo>
                <a:lnTo>
                  <a:pt x="890105" y="1396386"/>
                </a:lnTo>
                <a:cubicBezTo>
                  <a:pt x="799901" y="1396664"/>
                  <a:pt x="711251" y="1372910"/>
                  <a:pt x="633271" y="1327568"/>
                </a:cubicBezTo>
                <a:lnTo>
                  <a:pt x="443194" y="1445290"/>
                </a:lnTo>
                <a:lnTo>
                  <a:pt x="331796" y="1333894"/>
                </a:lnTo>
                <a:lnTo>
                  <a:pt x="449520" y="1143817"/>
                </a:lnTo>
                <a:cubicBezTo>
                  <a:pt x="404177" y="1065836"/>
                  <a:pt x="380423" y="977187"/>
                  <a:pt x="380701" y="886982"/>
                </a:cubicBezTo>
                <a:lnTo>
                  <a:pt x="183711" y="781232"/>
                </a:lnTo>
                <a:lnTo>
                  <a:pt x="224486" y="629062"/>
                </a:lnTo>
                <a:lnTo>
                  <a:pt x="447959" y="635974"/>
                </a:lnTo>
                <a:cubicBezTo>
                  <a:pt x="492821" y="557717"/>
                  <a:pt x="557716" y="492821"/>
                  <a:pt x="635975" y="447959"/>
                </a:cubicBezTo>
                <a:lnTo>
                  <a:pt x="629061" y="224485"/>
                </a:lnTo>
                <a:lnTo>
                  <a:pt x="781232" y="183711"/>
                </a:lnTo>
                <a:lnTo>
                  <a:pt x="886982" y="380701"/>
                </a:lnTo>
                <a:cubicBezTo>
                  <a:pt x="977186" y="380423"/>
                  <a:pt x="1065836" y="404177"/>
                  <a:pt x="1143816" y="449519"/>
                </a:cubicBezTo>
                <a:lnTo>
                  <a:pt x="1143817" y="449520"/>
                </a:lnTo>
                <a:close/>
              </a:path>
            </a:pathLst>
          </a:custGeom>
          <a:solidFill>
            <a:srgbClr val="95C53E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65911" tIns="465911" rIns="465909" bIns="465909" numCol="1" spcCol="1270" anchor="ctr" anchorCtr="0">
            <a:noAutofit/>
          </a:bodyPr>
          <a:lstStyle/>
          <a:p>
            <a:pPr algn="ctr" defTabSz="83343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1875" dirty="0"/>
              <a:t>TEXT</a:t>
            </a:r>
            <a:endParaRPr lang="zh-CN" altLang="en-US" sz="1875" dirty="0"/>
          </a:p>
        </p:txBody>
      </p:sp>
      <p:sp>
        <p:nvSpPr>
          <p:cNvPr id="27" name="环形箭头 26"/>
          <p:cNvSpPr/>
          <p:nvPr/>
        </p:nvSpPr>
        <p:spPr>
          <a:xfrm>
            <a:off x="1946815" y="3232296"/>
            <a:ext cx="2394127" cy="2394127"/>
          </a:xfrm>
          <a:prstGeom prst="circularArrow">
            <a:avLst>
              <a:gd name="adj1" fmla="val 4687"/>
              <a:gd name="adj2" fmla="val 299029"/>
              <a:gd name="adj3" fmla="val 2523745"/>
              <a:gd name="adj4" fmla="val 15845044"/>
              <a:gd name="adj5" fmla="val 5469"/>
            </a:avLst>
          </a:prstGeom>
          <a:solidFill>
            <a:schemeClr val="bg1">
              <a:lumMod val="50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8" name="形状 27"/>
          <p:cNvSpPr/>
          <p:nvPr/>
        </p:nvSpPr>
        <p:spPr>
          <a:xfrm>
            <a:off x="758680" y="2771962"/>
            <a:ext cx="1739483" cy="1739483"/>
          </a:xfrm>
          <a:prstGeom prst="leftCircularArrow">
            <a:avLst>
              <a:gd name="adj1" fmla="val 6452"/>
              <a:gd name="adj2" fmla="val 429999"/>
              <a:gd name="adj3" fmla="val 10489124"/>
              <a:gd name="adj4" fmla="val 14837806"/>
              <a:gd name="adj5" fmla="val 7527"/>
            </a:avLst>
          </a:prstGeom>
          <a:solidFill>
            <a:schemeClr val="bg1">
              <a:lumMod val="50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9" name="环形箭头 28"/>
          <p:cNvSpPr/>
          <p:nvPr/>
        </p:nvSpPr>
        <p:spPr>
          <a:xfrm>
            <a:off x="1453199" y="1842542"/>
            <a:ext cx="1875513" cy="1875513"/>
          </a:xfrm>
          <a:prstGeom prst="circularArrow">
            <a:avLst>
              <a:gd name="adj1" fmla="val 5984"/>
              <a:gd name="adj2" fmla="val 394124"/>
              <a:gd name="adj3" fmla="val 13313824"/>
              <a:gd name="adj4" fmla="val 10508221"/>
              <a:gd name="adj5" fmla="val 6981"/>
            </a:avLst>
          </a:prstGeom>
          <a:solidFill>
            <a:schemeClr val="bg1">
              <a:lumMod val="50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文本框 9"/>
          <p:cNvSpPr txBox="1"/>
          <p:nvPr/>
        </p:nvSpPr>
        <p:spPr>
          <a:xfrm>
            <a:off x="4972054" y="2156746"/>
            <a:ext cx="3758289" cy="1101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E8146"/>
                </a:solidFill>
                <a:cs typeface="Arial" panose="020B0604020202020204" pitchFamily="34" charset="0"/>
              </a:rPr>
              <a:t>在此添加关键字</a:t>
            </a:r>
            <a:endParaRPr lang="en-US" altLang="zh-CN" sz="600" dirty="0">
              <a:solidFill>
                <a:srgbClr val="0E8146"/>
              </a:solidFill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Lorem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ipsum dolor sit amet, consectetuer adipiscing elit. Maecenas porttitor congue massa</a:t>
            </a:r>
          </a:p>
        </p:txBody>
      </p:sp>
      <p:sp>
        <p:nvSpPr>
          <p:cNvPr id="11" name="矩形 10"/>
          <p:cNvSpPr/>
          <p:nvPr/>
        </p:nvSpPr>
        <p:spPr>
          <a:xfrm>
            <a:off x="5072743" y="3686176"/>
            <a:ext cx="478972" cy="349703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551714" y="3686176"/>
            <a:ext cx="2699657" cy="3497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" name="L 形 12"/>
          <p:cNvSpPr>
            <a:spLocks noChangeAspect="1"/>
          </p:cNvSpPr>
          <p:nvPr/>
        </p:nvSpPr>
        <p:spPr>
          <a:xfrm rot="17700086">
            <a:off x="5193615" y="3745493"/>
            <a:ext cx="237230" cy="166909"/>
          </a:xfrm>
          <a:prstGeom prst="corner">
            <a:avLst>
              <a:gd name="adj1" fmla="val 24501"/>
              <a:gd name="adj2" fmla="val 2292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072743" y="4178910"/>
            <a:ext cx="478972" cy="349703"/>
          </a:xfrm>
          <a:prstGeom prst="rect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551714" y="4178910"/>
            <a:ext cx="2699657" cy="3497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6" name="L 形 15"/>
          <p:cNvSpPr>
            <a:spLocks noChangeAspect="1"/>
          </p:cNvSpPr>
          <p:nvPr/>
        </p:nvSpPr>
        <p:spPr>
          <a:xfrm rot="17700086">
            <a:off x="5193615" y="4238227"/>
            <a:ext cx="237230" cy="166909"/>
          </a:xfrm>
          <a:prstGeom prst="corner">
            <a:avLst>
              <a:gd name="adj1" fmla="val 24501"/>
              <a:gd name="adj2" fmla="val 2292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066130" y="4671644"/>
            <a:ext cx="478972" cy="349703"/>
          </a:xfrm>
          <a:prstGeom prst="rect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545101" y="4671644"/>
            <a:ext cx="2706270" cy="3497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9" name="L 形 18"/>
          <p:cNvSpPr>
            <a:spLocks noChangeAspect="1"/>
          </p:cNvSpPr>
          <p:nvPr/>
        </p:nvSpPr>
        <p:spPr>
          <a:xfrm rot="17700086">
            <a:off x="5187001" y="4730961"/>
            <a:ext cx="237230" cy="166909"/>
          </a:xfrm>
          <a:prstGeom prst="corner">
            <a:avLst>
              <a:gd name="adj1" fmla="val 24501"/>
              <a:gd name="adj2" fmla="val 2292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551715" y="3686175"/>
            <a:ext cx="26996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Lorem ipsum dolor sit amet, consectetuer adipiscing elit. </a:t>
            </a:r>
          </a:p>
        </p:txBody>
      </p:sp>
      <p:sp>
        <p:nvSpPr>
          <p:cNvPr id="21" name="矩形 20"/>
          <p:cNvSpPr/>
          <p:nvPr/>
        </p:nvSpPr>
        <p:spPr>
          <a:xfrm>
            <a:off x="5558328" y="4180636"/>
            <a:ext cx="26930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Lorem ipsum dolor sit amet, consectetuer adipiscing elit. </a:t>
            </a:r>
          </a:p>
        </p:txBody>
      </p:sp>
      <p:sp>
        <p:nvSpPr>
          <p:cNvPr id="22" name="矩形 21"/>
          <p:cNvSpPr/>
          <p:nvPr/>
        </p:nvSpPr>
        <p:spPr>
          <a:xfrm>
            <a:off x="5548408" y="4668189"/>
            <a:ext cx="27029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Lorem ipsum dolor sit amet, consectetuer adipiscing elit.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 flipV="1">
            <a:off x="0" y="857251"/>
            <a:ext cx="9144000" cy="995984"/>
          </a:xfrm>
          <a:custGeom>
            <a:avLst/>
            <a:gdLst>
              <a:gd name="connsiteX0" fmla="*/ 0 w 12192000"/>
              <a:gd name="connsiteY0" fmla="*/ 1327979 h 1327979"/>
              <a:gd name="connsiteX1" fmla="*/ 12192000 w 12192000"/>
              <a:gd name="connsiteY1" fmla="*/ 1327979 h 1327979"/>
              <a:gd name="connsiteX2" fmla="*/ 12192000 w 12192000"/>
              <a:gd name="connsiteY2" fmla="*/ 870779 h 1327979"/>
              <a:gd name="connsiteX3" fmla="*/ 7562844 w 12192000"/>
              <a:gd name="connsiteY3" fmla="*/ 870779 h 1327979"/>
              <a:gd name="connsiteX4" fmla="*/ 7397873 w 12192000"/>
              <a:gd name="connsiteY4" fmla="*/ 818383 h 1327979"/>
              <a:gd name="connsiteX5" fmla="*/ 5990049 w 12192000"/>
              <a:gd name="connsiteY5" fmla="*/ 6 h 1327979"/>
              <a:gd name="connsiteX6" fmla="*/ 105952 w 12192000"/>
              <a:gd name="connsiteY6" fmla="*/ 6 h 1327979"/>
              <a:gd name="connsiteX7" fmla="*/ 0 w 12192000"/>
              <a:gd name="connsiteY7" fmla="*/ 3363 h 1327979"/>
              <a:gd name="connsiteX8" fmla="*/ 0 w 12192000"/>
              <a:gd name="connsiteY8" fmla="*/ 870779 h 1327979"/>
              <a:gd name="connsiteX9" fmla="*/ 0 w 12192000"/>
              <a:gd name="connsiteY9" fmla="*/ 870781 h 132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327979">
                <a:moveTo>
                  <a:pt x="0" y="1327979"/>
                </a:moveTo>
                <a:lnTo>
                  <a:pt x="12192000" y="1327979"/>
                </a:lnTo>
                <a:lnTo>
                  <a:pt x="12192000" y="870779"/>
                </a:lnTo>
                <a:lnTo>
                  <a:pt x="7562844" y="870779"/>
                </a:lnTo>
                <a:lnTo>
                  <a:pt x="7397873" y="818383"/>
                </a:lnTo>
                <a:cubicBezTo>
                  <a:pt x="6652131" y="537909"/>
                  <a:pt x="7036652" y="-1980"/>
                  <a:pt x="5990049" y="6"/>
                </a:cubicBezTo>
                <a:lnTo>
                  <a:pt x="105952" y="6"/>
                </a:lnTo>
                <a:lnTo>
                  <a:pt x="0" y="3363"/>
                </a:lnTo>
                <a:lnTo>
                  <a:pt x="0" y="870779"/>
                </a:lnTo>
                <a:lnTo>
                  <a:pt x="0" y="870781"/>
                </a:lnTo>
                <a:close/>
              </a:path>
            </a:pathLst>
          </a:custGeom>
          <a:solidFill>
            <a:srgbClr val="0E814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3" name="任意多边形 2"/>
          <p:cNvSpPr/>
          <p:nvPr/>
        </p:nvSpPr>
        <p:spPr>
          <a:xfrm flipH="1">
            <a:off x="4572000" y="1172936"/>
            <a:ext cx="4572000" cy="680356"/>
          </a:xfrm>
          <a:custGeom>
            <a:avLst/>
            <a:gdLst>
              <a:gd name="connsiteX0" fmla="*/ 4523198 w 6096000"/>
              <a:gd name="connsiteY0" fmla="*/ 6 h 870781"/>
              <a:gd name="connsiteX1" fmla="*/ 0 w 6096000"/>
              <a:gd name="connsiteY1" fmla="*/ 6 h 870781"/>
              <a:gd name="connsiteX2" fmla="*/ 0 w 6096000"/>
              <a:gd name="connsiteY2" fmla="*/ 870781 h 870781"/>
              <a:gd name="connsiteX3" fmla="*/ 6096000 w 6096000"/>
              <a:gd name="connsiteY3" fmla="*/ 870781 h 870781"/>
              <a:gd name="connsiteX4" fmla="*/ 4523198 w 6096000"/>
              <a:gd name="connsiteY4" fmla="*/ 6 h 870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870781">
                <a:moveTo>
                  <a:pt x="4523198" y="6"/>
                </a:moveTo>
                <a:lnTo>
                  <a:pt x="0" y="6"/>
                </a:lnTo>
                <a:lnTo>
                  <a:pt x="0" y="870781"/>
                </a:lnTo>
                <a:lnTo>
                  <a:pt x="6096000" y="870781"/>
                </a:lnTo>
                <a:cubicBezTo>
                  <a:pt x="5127651" y="612302"/>
                  <a:pt x="5639575" y="-2112"/>
                  <a:pt x="4523198" y="6"/>
                </a:cubicBezTo>
                <a:close/>
              </a:path>
            </a:pathLst>
          </a:custGeom>
          <a:solidFill>
            <a:srgbClr val="95C53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7782" y="1107794"/>
            <a:ext cx="156966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</a:rPr>
              <a:t>标题内容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977084" y="1316905"/>
            <a:ext cx="96372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100" dirty="0">
                <a:solidFill>
                  <a:schemeClr val="bg1"/>
                </a:solidFill>
              </a:rPr>
              <a:t>LOGO</a:t>
            </a:r>
            <a:endParaRPr lang="zh-CN" altLang="en-US" sz="2100" dirty="0">
              <a:solidFill>
                <a:schemeClr val="bg1"/>
              </a:solidFill>
            </a:endParaRPr>
          </a:p>
        </p:txBody>
      </p:sp>
      <p:sp>
        <p:nvSpPr>
          <p:cNvPr id="6" name="任意多边形 5"/>
          <p:cNvSpPr/>
          <p:nvPr/>
        </p:nvSpPr>
        <p:spPr bwMode="auto">
          <a:xfrm>
            <a:off x="4075507" y="4158593"/>
            <a:ext cx="1006777" cy="1616969"/>
          </a:xfrm>
          <a:custGeom>
            <a:avLst/>
            <a:gdLst>
              <a:gd name="connsiteX0" fmla="*/ 616199 w 1342369"/>
              <a:gd name="connsiteY0" fmla="*/ 690 h 2155959"/>
              <a:gd name="connsiteX1" fmla="*/ 644718 w 1342369"/>
              <a:gd name="connsiteY1" fmla="*/ 7198 h 2155959"/>
              <a:gd name="connsiteX2" fmla="*/ 891891 w 1342369"/>
              <a:gd name="connsiteY2" fmla="*/ 594450 h 2155959"/>
              <a:gd name="connsiteX3" fmla="*/ 1184379 w 1342369"/>
              <a:gd name="connsiteY3" fmla="*/ 382215 h 2155959"/>
              <a:gd name="connsiteX4" fmla="*/ 1340922 w 1342369"/>
              <a:gd name="connsiteY4" fmla="*/ 349247 h 2155959"/>
              <a:gd name="connsiteX5" fmla="*/ 1027836 w 1342369"/>
              <a:gd name="connsiteY5" fmla="*/ 1080737 h 2155959"/>
              <a:gd name="connsiteX6" fmla="*/ 1036689 w 1342369"/>
              <a:gd name="connsiteY6" fmla="*/ 2096039 h 2155959"/>
              <a:gd name="connsiteX7" fmla="*/ 1046134 w 1342369"/>
              <a:gd name="connsiteY7" fmla="*/ 2155959 h 2155959"/>
              <a:gd name="connsiteX8" fmla="*/ 543956 w 1342369"/>
              <a:gd name="connsiteY8" fmla="*/ 2155959 h 2155959"/>
              <a:gd name="connsiteX9" fmla="*/ 544822 w 1342369"/>
              <a:gd name="connsiteY9" fmla="*/ 2146849 h 2155959"/>
              <a:gd name="connsiteX10" fmla="*/ 587044 w 1342369"/>
              <a:gd name="connsiteY10" fmla="*/ 1332122 h 2155959"/>
              <a:gd name="connsiteX11" fmla="*/ 138013 w 1342369"/>
              <a:gd name="connsiteY11" fmla="*/ 796383 h 2155959"/>
              <a:gd name="connsiteX12" fmla="*/ 53562 w 1342369"/>
              <a:gd name="connsiteY12" fmla="*/ 608874 h 2155959"/>
              <a:gd name="connsiteX13" fmla="*/ 333692 w 1342369"/>
              <a:gd name="connsiteY13" fmla="*/ 755172 h 2155959"/>
              <a:gd name="connsiteX14" fmla="*/ 39144 w 1342369"/>
              <a:gd name="connsiteY14" fmla="*/ 417244 h 2155959"/>
              <a:gd name="connsiteX15" fmla="*/ 45323 w 1342369"/>
              <a:gd name="connsiteY15" fmla="*/ 264765 h 2155959"/>
              <a:gd name="connsiteX16" fmla="*/ 407844 w 1342369"/>
              <a:gd name="connsiteY16" fmla="*/ 596511 h 2155959"/>
              <a:gd name="connsiteX17" fmla="*/ 189508 w 1342369"/>
              <a:gd name="connsiteY17" fmla="*/ 101982 h 2155959"/>
              <a:gd name="connsiteX18" fmla="*/ 372828 w 1342369"/>
              <a:gd name="connsiteY18" fmla="*/ 242099 h 2155959"/>
              <a:gd name="connsiteX19" fmla="*/ 620001 w 1342369"/>
              <a:gd name="connsiteY19" fmla="*/ 396639 h 2155959"/>
              <a:gd name="connsiteX20" fmla="*/ 616199 w 1342369"/>
              <a:gd name="connsiteY20" fmla="*/ 690 h 2155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342369" h="2155959">
                <a:moveTo>
                  <a:pt x="616199" y="690"/>
                </a:moveTo>
                <a:cubicBezTo>
                  <a:pt x="623960" y="-1205"/>
                  <a:pt x="633390" y="758"/>
                  <a:pt x="644718" y="7198"/>
                </a:cubicBezTo>
                <a:cubicBezTo>
                  <a:pt x="735348" y="56650"/>
                  <a:pt x="768305" y="567663"/>
                  <a:pt x="891891" y="594450"/>
                </a:cubicBezTo>
                <a:cubicBezTo>
                  <a:pt x="1017538" y="621237"/>
                  <a:pt x="1151423" y="456394"/>
                  <a:pt x="1184379" y="382215"/>
                </a:cubicBezTo>
                <a:cubicBezTo>
                  <a:pt x="1217336" y="305975"/>
                  <a:pt x="1322384" y="266825"/>
                  <a:pt x="1340922" y="349247"/>
                </a:cubicBezTo>
                <a:cubicBezTo>
                  <a:pt x="1361520" y="431668"/>
                  <a:pt x="1157602" y="542937"/>
                  <a:pt x="1027836" y="1080737"/>
                </a:cubicBezTo>
                <a:cubicBezTo>
                  <a:pt x="956002" y="1382090"/>
                  <a:pt x="991702" y="1793626"/>
                  <a:pt x="1036689" y="2096039"/>
                </a:cubicBezTo>
                <a:lnTo>
                  <a:pt x="1046134" y="2155959"/>
                </a:lnTo>
                <a:lnTo>
                  <a:pt x="543956" y="2155959"/>
                </a:lnTo>
                <a:lnTo>
                  <a:pt x="544822" y="2146849"/>
                </a:lnTo>
                <a:cubicBezTo>
                  <a:pt x="564210" y="1938701"/>
                  <a:pt x="594125" y="1568698"/>
                  <a:pt x="587044" y="1332122"/>
                </a:cubicBezTo>
                <a:cubicBezTo>
                  <a:pt x="576746" y="988013"/>
                  <a:pt x="265719" y="887047"/>
                  <a:pt x="138013" y="796383"/>
                </a:cubicBezTo>
                <a:cubicBezTo>
                  <a:pt x="10307" y="705719"/>
                  <a:pt x="-18530" y="604753"/>
                  <a:pt x="53562" y="608874"/>
                </a:cubicBezTo>
                <a:cubicBezTo>
                  <a:pt x="123595" y="612995"/>
                  <a:pt x="319274" y="788141"/>
                  <a:pt x="333692" y="755172"/>
                </a:cubicBezTo>
                <a:cubicBezTo>
                  <a:pt x="348110" y="724264"/>
                  <a:pt x="113296" y="532634"/>
                  <a:pt x="39144" y="417244"/>
                </a:cubicBezTo>
                <a:cubicBezTo>
                  <a:pt x="-37068" y="303915"/>
                  <a:pt x="16486" y="275067"/>
                  <a:pt x="45323" y="264765"/>
                </a:cubicBezTo>
                <a:cubicBezTo>
                  <a:pt x="76220" y="254462"/>
                  <a:pt x="391366" y="617116"/>
                  <a:pt x="407844" y="596511"/>
                </a:cubicBezTo>
                <a:cubicBezTo>
                  <a:pt x="426382" y="573845"/>
                  <a:pt x="177149" y="137011"/>
                  <a:pt x="189508" y="101982"/>
                </a:cubicBezTo>
                <a:cubicBezTo>
                  <a:pt x="199806" y="66953"/>
                  <a:pt x="263660" y="-3105"/>
                  <a:pt x="372828" y="242099"/>
                </a:cubicBezTo>
                <a:cubicBezTo>
                  <a:pt x="481996" y="487303"/>
                  <a:pt x="655017" y="600632"/>
                  <a:pt x="620001" y="396639"/>
                </a:cubicBezTo>
                <a:cubicBezTo>
                  <a:pt x="589362" y="216342"/>
                  <a:pt x="561877" y="13959"/>
                  <a:pt x="616199" y="69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noAutofit/>
          </a:bodyPr>
          <a:lstStyle/>
          <a:p>
            <a:endParaRPr lang="zh-CN" altLang="en-US" sz="1350"/>
          </a:p>
        </p:txBody>
      </p:sp>
      <p:sp>
        <p:nvSpPr>
          <p:cNvPr id="7" name="Freeform 6"/>
          <p:cNvSpPr/>
          <p:nvPr/>
        </p:nvSpPr>
        <p:spPr bwMode="auto">
          <a:xfrm>
            <a:off x="4156052" y="2463242"/>
            <a:ext cx="1946672" cy="1841897"/>
          </a:xfrm>
          <a:custGeom>
            <a:avLst/>
            <a:gdLst>
              <a:gd name="T0" fmla="*/ 388 w 1261"/>
              <a:gd name="T1" fmla="*/ 1185 h 1192"/>
              <a:gd name="T2" fmla="*/ 659 w 1261"/>
              <a:gd name="T3" fmla="*/ 0 h 1192"/>
              <a:gd name="T4" fmla="*/ 490 w 1261"/>
              <a:gd name="T5" fmla="*/ 1192 h 1192"/>
              <a:gd name="T6" fmla="*/ 595 w 1261"/>
              <a:gd name="T7" fmla="*/ 548 h 1192"/>
              <a:gd name="T8" fmla="*/ 388 w 1261"/>
              <a:gd name="T9" fmla="*/ 1185 h 1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61" h="1192">
                <a:moveTo>
                  <a:pt x="388" y="1185"/>
                </a:moveTo>
                <a:cubicBezTo>
                  <a:pt x="388" y="1185"/>
                  <a:pt x="0" y="615"/>
                  <a:pt x="659" y="0"/>
                </a:cubicBezTo>
                <a:cubicBezTo>
                  <a:pt x="659" y="0"/>
                  <a:pt x="1261" y="710"/>
                  <a:pt x="490" y="1192"/>
                </a:cubicBezTo>
                <a:cubicBezTo>
                  <a:pt x="490" y="1192"/>
                  <a:pt x="508" y="734"/>
                  <a:pt x="595" y="548"/>
                </a:cubicBezTo>
                <a:cubicBezTo>
                  <a:pt x="595" y="548"/>
                  <a:pt x="363" y="953"/>
                  <a:pt x="388" y="1185"/>
                </a:cubicBezTo>
                <a:close/>
              </a:path>
            </a:pathLst>
          </a:custGeom>
          <a:solidFill>
            <a:srgbClr val="95C53E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8" name="Freeform 7"/>
          <p:cNvSpPr/>
          <p:nvPr/>
        </p:nvSpPr>
        <p:spPr bwMode="auto">
          <a:xfrm>
            <a:off x="5159749" y="3603861"/>
            <a:ext cx="1440656" cy="1413272"/>
          </a:xfrm>
          <a:custGeom>
            <a:avLst/>
            <a:gdLst>
              <a:gd name="T0" fmla="*/ 0 w 933"/>
              <a:gd name="T1" fmla="*/ 502 h 915"/>
              <a:gd name="T2" fmla="*/ 933 w 933"/>
              <a:gd name="T3" fmla="*/ 207 h 915"/>
              <a:gd name="T4" fmla="*/ 37 w 933"/>
              <a:gd name="T5" fmla="*/ 576 h 915"/>
              <a:gd name="T6" fmla="*/ 527 w 933"/>
              <a:gd name="T7" fmla="*/ 386 h 915"/>
              <a:gd name="T8" fmla="*/ 0 w 933"/>
              <a:gd name="T9" fmla="*/ 502 h 9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33" h="915">
                <a:moveTo>
                  <a:pt x="0" y="502"/>
                </a:moveTo>
                <a:cubicBezTo>
                  <a:pt x="0" y="502"/>
                  <a:pt x="238" y="0"/>
                  <a:pt x="933" y="207"/>
                </a:cubicBezTo>
                <a:cubicBezTo>
                  <a:pt x="933" y="207"/>
                  <a:pt x="686" y="915"/>
                  <a:pt x="37" y="576"/>
                </a:cubicBezTo>
                <a:cubicBezTo>
                  <a:pt x="37" y="576"/>
                  <a:pt x="362" y="402"/>
                  <a:pt x="527" y="386"/>
                </a:cubicBezTo>
                <a:cubicBezTo>
                  <a:pt x="527" y="386"/>
                  <a:pt x="151" y="390"/>
                  <a:pt x="0" y="502"/>
                </a:cubicBezTo>
                <a:close/>
              </a:path>
            </a:pathLst>
          </a:custGeom>
          <a:solidFill>
            <a:srgbClr val="95C53E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9" name="Freeform 8"/>
          <p:cNvSpPr/>
          <p:nvPr/>
        </p:nvSpPr>
        <p:spPr bwMode="auto">
          <a:xfrm>
            <a:off x="2549899" y="3308587"/>
            <a:ext cx="1497806" cy="1583531"/>
          </a:xfrm>
          <a:custGeom>
            <a:avLst/>
            <a:gdLst>
              <a:gd name="T0" fmla="*/ 966 w 970"/>
              <a:gd name="T1" fmla="*/ 703 h 1025"/>
              <a:gd name="T2" fmla="*/ 0 w 970"/>
              <a:gd name="T3" fmla="*/ 498 h 1025"/>
              <a:gd name="T4" fmla="*/ 970 w 970"/>
              <a:gd name="T5" fmla="*/ 620 h 1025"/>
              <a:gd name="T6" fmla="*/ 445 w 970"/>
              <a:gd name="T7" fmla="*/ 543 h 1025"/>
              <a:gd name="T8" fmla="*/ 966 w 970"/>
              <a:gd name="T9" fmla="*/ 703 h 10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70" h="1025">
                <a:moveTo>
                  <a:pt x="966" y="703"/>
                </a:moveTo>
                <a:cubicBezTo>
                  <a:pt x="966" y="703"/>
                  <a:pt x="507" y="1025"/>
                  <a:pt x="0" y="498"/>
                </a:cubicBezTo>
                <a:cubicBezTo>
                  <a:pt x="0" y="498"/>
                  <a:pt x="568" y="0"/>
                  <a:pt x="970" y="620"/>
                </a:cubicBezTo>
                <a:cubicBezTo>
                  <a:pt x="970" y="620"/>
                  <a:pt x="598" y="611"/>
                  <a:pt x="445" y="543"/>
                </a:cubicBezTo>
                <a:cubicBezTo>
                  <a:pt x="445" y="543"/>
                  <a:pt x="778" y="726"/>
                  <a:pt x="966" y="703"/>
                </a:cubicBezTo>
                <a:close/>
              </a:path>
            </a:pathLst>
          </a:custGeom>
          <a:solidFill>
            <a:srgbClr val="95C53E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0" name="Freeform 9"/>
          <p:cNvSpPr/>
          <p:nvPr/>
        </p:nvSpPr>
        <p:spPr bwMode="auto">
          <a:xfrm>
            <a:off x="3301183" y="2602546"/>
            <a:ext cx="1495425" cy="1558528"/>
          </a:xfrm>
          <a:custGeom>
            <a:avLst/>
            <a:gdLst>
              <a:gd name="T0" fmla="*/ 594 w 968"/>
              <a:gd name="T1" fmla="*/ 1009 h 1009"/>
              <a:gd name="T2" fmla="*/ 142 w 968"/>
              <a:gd name="T3" fmla="*/ 0 h 1009"/>
              <a:gd name="T4" fmla="*/ 671 w 968"/>
              <a:gd name="T5" fmla="*/ 958 h 1009"/>
              <a:gd name="T6" fmla="*/ 395 w 968"/>
              <a:gd name="T7" fmla="*/ 433 h 1009"/>
              <a:gd name="T8" fmla="*/ 594 w 968"/>
              <a:gd name="T9" fmla="*/ 1009 h 10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68" h="1009">
                <a:moveTo>
                  <a:pt x="594" y="1009"/>
                </a:moveTo>
                <a:cubicBezTo>
                  <a:pt x="594" y="1009"/>
                  <a:pt x="0" y="806"/>
                  <a:pt x="142" y="0"/>
                </a:cubicBezTo>
                <a:cubicBezTo>
                  <a:pt x="142" y="0"/>
                  <a:pt x="968" y="186"/>
                  <a:pt x="671" y="958"/>
                </a:cubicBezTo>
                <a:cubicBezTo>
                  <a:pt x="671" y="958"/>
                  <a:pt x="435" y="615"/>
                  <a:pt x="395" y="433"/>
                </a:cubicBezTo>
                <a:cubicBezTo>
                  <a:pt x="395" y="433"/>
                  <a:pt x="449" y="854"/>
                  <a:pt x="594" y="1009"/>
                </a:cubicBezTo>
                <a:close/>
              </a:path>
            </a:pathLst>
          </a:custGeom>
          <a:solidFill>
            <a:srgbClr val="95C53E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1" name="矩形 10"/>
          <p:cNvSpPr/>
          <p:nvPr/>
        </p:nvSpPr>
        <p:spPr>
          <a:xfrm>
            <a:off x="289854" y="3655816"/>
            <a:ext cx="2340404" cy="725453"/>
          </a:xfrm>
          <a:prstGeom prst="rect">
            <a:avLst/>
          </a:prstGeom>
        </p:spPr>
        <p:txBody>
          <a:bodyPr wrap="square" lIns="91438" tIns="45719" rIns="91438" bIns="45719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在此添加关键字</a:t>
            </a:r>
          </a:p>
          <a:p>
            <a:pPr algn="r"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WPS Office 2013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在线模板首页全新升级，更新上百个热门标签让你更方便查找。</a:t>
            </a:r>
          </a:p>
        </p:txBody>
      </p:sp>
      <p:sp>
        <p:nvSpPr>
          <p:cNvPr id="12" name="矩形 11"/>
          <p:cNvSpPr/>
          <p:nvPr/>
        </p:nvSpPr>
        <p:spPr>
          <a:xfrm>
            <a:off x="1030390" y="2422373"/>
            <a:ext cx="2340404" cy="725453"/>
          </a:xfrm>
          <a:prstGeom prst="rect">
            <a:avLst/>
          </a:prstGeom>
        </p:spPr>
        <p:txBody>
          <a:bodyPr wrap="square" lIns="91438" tIns="45719" rIns="91438" bIns="45719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在此添加关键字</a:t>
            </a:r>
          </a:p>
          <a:p>
            <a:pPr algn="r"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WPS Office 2013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在线模板首页全新升级，更新上百个热门标签让你更方便查找。</a:t>
            </a:r>
          </a:p>
        </p:txBody>
      </p:sp>
      <p:sp>
        <p:nvSpPr>
          <p:cNvPr id="13" name="矩形 12"/>
          <p:cNvSpPr/>
          <p:nvPr/>
        </p:nvSpPr>
        <p:spPr>
          <a:xfrm>
            <a:off x="5547892" y="2422373"/>
            <a:ext cx="2340404" cy="725453"/>
          </a:xfrm>
          <a:prstGeom prst="rect">
            <a:avLst/>
          </a:prstGeom>
        </p:spPr>
        <p:txBody>
          <a:bodyPr wrap="square" lIns="91438" tIns="45719" rIns="91438" bIns="45719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在此添加关键字</a:t>
            </a:r>
          </a:p>
          <a:p>
            <a:pPr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WPS Office 2013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在线模板首页全新升级，更新上百个热门标签让你更方便查找。</a:t>
            </a:r>
          </a:p>
        </p:txBody>
      </p:sp>
      <p:sp>
        <p:nvSpPr>
          <p:cNvPr id="14" name="矩形 13"/>
          <p:cNvSpPr/>
          <p:nvPr/>
        </p:nvSpPr>
        <p:spPr>
          <a:xfrm>
            <a:off x="6600405" y="3795867"/>
            <a:ext cx="2340404" cy="725453"/>
          </a:xfrm>
          <a:prstGeom prst="rect">
            <a:avLst/>
          </a:prstGeom>
        </p:spPr>
        <p:txBody>
          <a:bodyPr wrap="square" lIns="91438" tIns="45719" rIns="91438" bIns="45719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在此添加关键字</a:t>
            </a:r>
          </a:p>
          <a:p>
            <a:pPr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WPS Office 2013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在线模板首页全新升级，更新上百个热门标签让你更方便查找。</a:t>
            </a:r>
          </a:p>
        </p:txBody>
      </p:sp>
      <p:sp>
        <p:nvSpPr>
          <p:cNvPr id="17" name="任意多边形 16"/>
          <p:cNvSpPr/>
          <p:nvPr/>
        </p:nvSpPr>
        <p:spPr>
          <a:xfrm>
            <a:off x="3514283" y="5717121"/>
            <a:ext cx="2365794" cy="284911"/>
          </a:xfrm>
          <a:custGeom>
            <a:avLst/>
            <a:gdLst>
              <a:gd name="connsiteX0" fmla="*/ 1577196 w 3154392"/>
              <a:gd name="connsiteY0" fmla="*/ 0 h 301959"/>
              <a:gd name="connsiteX1" fmla="*/ 3112307 w 3154392"/>
              <a:gd name="connsiteY1" fmla="*/ 275763 h 301959"/>
              <a:gd name="connsiteX2" fmla="*/ 3154392 w 3154392"/>
              <a:gd name="connsiteY2" fmla="*/ 301959 h 301959"/>
              <a:gd name="connsiteX3" fmla="*/ 0 w 3154392"/>
              <a:gd name="connsiteY3" fmla="*/ 301959 h 301959"/>
              <a:gd name="connsiteX4" fmla="*/ 42085 w 3154392"/>
              <a:gd name="connsiteY4" fmla="*/ 275763 h 301959"/>
              <a:gd name="connsiteX5" fmla="*/ 1577196 w 3154392"/>
              <a:gd name="connsiteY5" fmla="*/ 0 h 30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54392" h="301959">
                <a:moveTo>
                  <a:pt x="1577196" y="0"/>
                </a:moveTo>
                <a:cubicBezTo>
                  <a:pt x="2216218" y="0"/>
                  <a:pt x="2779619" y="109388"/>
                  <a:pt x="3112307" y="275763"/>
                </a:cubicBezTo>
                <a:lnTo>
                  <a:pt x="3154392" y="301959"/>
                </a:lnTo>
                <a:lnTo>
                  <a:pt x="0" y="301959"/>
                </a:lnTo>
                <a:lnTo>
                  <a:pt x="42085" y="275763"/>
                </a:lnTo>
                <a:cubicBezTo>
                  <a:pt x="374774" y="109388"/>
                  <a:pt x="938175" y="0"/>
                  <a:pt x="1577196" y="0"/>
                </a:cubicBezTo>
                <a:close/>
              </a:path>
            </a:pathLst>
          </a:cu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5630102"/>
            <a:ext cx="7371000" cy="56324"/>
          </a:xfrm>
          <a:prstGeom prst="rect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任意多边形 6"/>
          <p:cNvSpPr/>
          <p:nvPr/>
        </p:nvSpPr>
        <p:spPr>
          <a:xfrm flipV="1">
            <a:off x="0" y="857249"/>
            <a:ext cx="5257800" cy="985838"/>
          </a:xfrm>
          <a:custGeom>
            <a:avLst/>
            <a:gdLst>
              <a:gd name="connsiteX0" fmla="*/ 4523198 w 6096000"/>
              <a:gd name="connsiteY0" fmla="*/ 6 h 870781"/>
              <a:gd name="connsiteX1" fmla="*/ 0 w 6096000"/>
              <a:gd name="connsiteY1" fmla="*/ 6 h 870781"/>
              <a:gd name="connsiteX2" fmla="*/ 0 w 6096000"/>
              <a:gd name="connsiteY2" fmla="*/ 870781 h 870781"/>
              <a:gd name="connsiteX3" fmla="*/ 6096000 w 6096000"/>
              <a:gd name="connsiteY3" fmla="*/ 870781 h 870781"/>
              <a:gd name="connsiteX4" fmla="*/ 4523198 w 6096000"/>
              <a:gd name="connsiteY4" fmla="*/ 6 h 870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870781">
                <a:moveTo>
                  <a:pt x="4523198" y="6"/>
                </a:moveTo>
                <a:lnTo>
                  <a:pt x="0" y="6"/>
                </a:lnTo>
                <a:lnTo>
                  <a:pt x="0" y="870781"/>
                </a:lnTo>
                <a:lnTo>
                  <a:pt x="6096000" y="870781"/>
                </a:lnTo>
                <a:cubicBezTo>
                  <a:pt x="5127651" y="612302"/>
                  <a:pt x="5639575" y="-2112"/>
                  <a:pt x="4523198" y="6"/>
                </a:cubicBezTo>
                <a:close/>
              </a:path>
            </a:pathLst>
          </a:custGeom>
          <a:solidFill>
            <a:srgbClr val="0E814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811178" y="3153051"/>
            <a:ext cx="6417141" cy="7155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就是在此添加标题内容文本</a:t>
            </a:r>
          </a:p>
        </p:txBody>
      </p:sp>
      <p:sp>
        <p:nvSpPr>
          <p:cNvPr id="10" name="矩形 9"/>
          <p:cNvSpPr/>
          <p:nvPr/>
        </p:nvSpPr>
        <p:spPr>
          <a:xfrm>
            <a:off x="1071563" y="3280183"/>
            <a:ext cx="725328" cy="497180"/>
          </a:xfrm>
          <a:prstGeom prst="rect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</a:rPr>
              <a:t>03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47782" y="1107794"/>
            <a:ext cx="156966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</a:rPr>
              <a:t>标题内容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483784" y="5392806"/>
            <a:ext cx="131959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000" b="1" dirty="0">
                <a:solidFill>
                  <a:srgbClr val="95C53E"/>
                </a:solidFill>
              </a:rPr>
              <a:t>LOGO</a:t>
            </a:r>
            <a:endParaRPr lang="zh-CN" altLang="en-US" sz="3000" b="1" dirty="0">
              <a:solidFill>
                <a:srgbClr val="95C53E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 flipV="1">
            <a:off x="0" y="857251"/>
            <a:ext cx="9144000" cy="995984"/>
          </a:xfrm>
          <a:custGeom>
            <a:avLst/>
            <a:gdLst>
              <a:gd name="connsiteX0" fmla="*/ 0 w 12192000"/>
              <a:gd name="connsiteY0" fmla="*/ 1327979 h 1327979"/>
              <a:gd name="connsiteX1" fmla="*/ 12192000 w 12192000"/>
              <a:gd name="connsiteY1" fmla="*/ 1327979 h 1327979"/>
              <a:gd name="connsiteX2" fmla="*/ 12192000 w 12192000"/>
              <a:gd name="connsiteY2" fmla="*/ 870779 h 1327979"/>
              <a:gd name="connsiteX3" fmla="*/ 7562844 w 12192000"/>
              <a:gd name="connsiteY3" fmla="*/ 870779 h 1327979"/>
              <a:gd name="connsiteX4" fmla="*/ 7397873 w 12192000"/>
              <a:gd name="connsiteY4" fmla="*/ 818383 h 1327979"/>
              <a:gd name="connsiteX5" fmla="*/ 5990049 w 12192000"/>
              <a:gd name="connsiteY5" fmla="*/ 6 h 1327979"/>
              <a:gd name="connsiteX6" fmla="*/ 105952 w 12192000"/>
              <a:gd name="connsiteY6" fmla="*/ 6 h 1327979"/>
              <a:gd name="connsiteX7" fmla="*/ 0 w 12192000"/>
              <a:gd name="connsiteY7" fmla="*/ 3363 h 1327979"/>
              <a:gd name="connsiteX8" fmla="*/ 0 w 12192000"/>
              <a:gd name="connsiteY8" fmla="*/ 870779 h 1327979"/>
              <a:gd name="connsiteX9" fmla="*/ 0 w 12192000"/>
              <a:gd name="connsiteY9" fmla="*/ 870781 h 132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327979">
                <a:moveTo>
                  <a:pt x="0" y="1327979"/>
                </a:moveTo>
                <a:lnTo>
                  <a:pt x="12192000" y="1327979"/>
                </a:lnTo>
                <a:lnTo>
                  <a:pt x="12192000" y="870779"/>
                </a:lnTo>
                <a:lnTo>
                  <a:pt x="7562844" y="870779"/>
                </a:lnTo>
                <a:lnTo>
                  <a:pt x="7397873" y="818383"/>
                </a:lnTo>
                <a:cubicBezTo>
                  <a:pt x="6652131" y="537909"/>
                  <a:pt x="7036652" y="-1980"/>
                  <a:pt x="5990049" y="6"/>
                </a:cubicBezTo>
                <a:lnTo>
                  <a:pt x="105952" y="6"/>
                </a:lnTo>
                <a:lnTo>
                  <a:pt x="0" y="3363"/>
                </a:lnTo>
                <a:lnTo>
                  <a:pt x="0" y="870779"/>
                </a:lnTo>
                <a:lnTo>
                  <a:pt x="0" y="870781"/>
                </a:lnTo>
                <a:close/>
              </a:path>
            </a:pathLst>
          </a:custGeom>
          <a:solidFill>
            <a:srgbClr val="0E814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3" name="任意多边形 2"/>
          <p:cNvSpPr/>
          <p:nvPr/>
        </p:nvSpPr>
        <p:spPr>
          <a:xfrm flipH="1">
            <a:off x="4572000" y="1172936"/>
            <a:ext cx="4572000" cy="680356"/>
          </a:xfrm>
          <a:custGeom>
            <a:avLst/>
            <a:gdLst>
              <a:gd name="connsiteX0" fmla="*/ 4523198 w 6096000"/>
              <a:gd name="connsiteY0" fmla="*/ 6 h 870781"/>
              <a:gd name="connsiteX1" fmla="*/ 0 w 6096000"/>
              <a:gd name="connsiteY1" fmla="*/ 6 h 870781"/>
              <a:gd name="connsiteX2" fmla="*/ 0 w 6096000"/>
              <a:gd name="connsiteY2" fmla="*/ 870781 h 870781"/>
              <a:gd name="connsiteX3" fmla="*/ 6096000 w 6096000"/>
              <a:gd name="connsiteY3" fmla="*/ 870781 h 870781"/>
              <a:gd name="connsiteX4" fmla="*/ 4523198 w 6096000"/>
              <a:gd name="connsiteY4" fmla="*/ 6 h 870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870781">
                <a:moveTo>
                  <a:pt x="4523198" y="6"/>
                </a:moveTo>
                <a:lnTo>
                  <a:pt x="0" y="6"/>
                </a:lnTo>
                <a:lnTo>
                  <a:pt x="0" y="870781"/>
                </a:lnTo>
                <a:lnTo>
                  <a:pt x="6096000" y="870781"/>
                </a:lnTo>
                <a:cubicBezTo>
                  <a:pt x="5127651" y="612302"/>
                  <a:pt x="5639575" y="-2112"/>
                  <a:pt x="4523198" y="6"/>
                </a:cubicBezTo>
                <a:close/>
              </a:path>
            </a:pathLst>
          </a:custGeom>
          <a:solidFill>
            <a:srgbClr val="95C53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7782" y="1107794"/>
            <a:ext cx="156966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</a:rPr>
              <a:t>标题内容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977084" y="1316905"/>
            <a:ext cx="96372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100" dirty="0">
                <a:solidFill>
                  <a:schemeClr val="bg1"/>
                </a:solidFill>
              </a:rPr>
              <a:t>LOGO</a:t>
            </a:r>
            <a:endParaRPr lang="zh-CN" altLang="en-US" sz="2100" dirty="0">
              <a:solidFill>
                <a:schemeClr val="bg1"/>
              </a:solidFill>
            </a:endParaRPr>
          </a:p>
        </p:txBody>
      </p:sp>
      <p:sp>
        <p:nvSpPr>
          <p:cNvPr id="6" name="TextBox 17"/>
          <p:cNvSpPr txBox="1"/>
          <p:nvPr/>
        </p:nvSpPr>
        <p:spPr>
          <a:xfrm>
            <a:off x="646873" y="2203138"/>
            <a:ext cx="2108265" cy="323163"/>
          </a:xfrm>
          <a:prstGeom prst="rect">
            <a:avLst/>
          </a:prstGeom>
          <a:solidFill>
            <a:srgbClr val="0E8146"/>
          </a:solidFill>
        </p:spPr>
        <p:txBody>
          <a:bodyPr wrap="none" lIns="91438" tIns="45719" rIns="91438" bIns="45719" rtlCol="0">
            <a:spAutoFit/>
          </a:bodyPr>
          <a:lstStyle/>
          <a:p>
            <a:r>
              <a:rPr lang="zh-CN" altLang="en-US" sz="1500" dirty="0">
                <a:solidFill>
                  <a:schemeClr val="bg1"/>
                </a:solidFill>
              </a:rPr>
              <a:t>单击此添加文本关键字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77029" y="2594323"/>
            <a:ext cx="3472457" cy="26203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30204" pitchFamily="34" charset="0"/>
              </a:rPr>
              <a:t>When tomorrow turns in today, yesterday, and someday that no more important in your memory, we suddenly realize that we are pushed forward by time. This is not a train in still in which you may feel forward when another train goes by. It is the truth that we've all grown up. And we become different. 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4810557" y="2615562"/>
            <a:ext cx="3081586" cy="724492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在此添加关键字</a:t>
            </a:r>
          </a:p>
          <a:p>
            <a:pPr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9" name="矩形 8"/>
          <p:cNvSpPr/>
          <p:nvPr/>
        </p:nvSpPr>
        <p:spPr>
          <a:xfrm>
            <a:off x="4810557" y="3506538"/>
            <a:ext cx="3081586" cy="724492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在此添加关键字</a:t>
            </a:r>
          </a:p>
          <a:p>
            <a:pPr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10" name="矩形 9"/>
          <p:cNvSpPr/>
          <p:nvPr/>
        </p:nvSpPr>
        <p:spPr>
          <a:xfrm>
            <a:off x="4810557" y="4397515"/>
            <a:ext cx="3081586" cy="724492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在此添加关键字</a:t>
            </a:r>
          </a:p>
          <a:p>
            <a:pPr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 flipV="1">
            <a:off x="0" y="857251"/>
            <a:ext cx="9144000" cy="995984"/>
          </a:xfrm>
          <a:custGeom>
            <a:avLst/>
            <a:gdLst>
              <a:gd name="connsiteX0" fmla="*/ 0 w 12192000"/>
              <a:gd name="connsiteY0" fmla="*/ 1327979 h 1327979"/>
              <a:gd name="connsiteX1" fmla="*/ 12192000 w 12192000"/>
              <a:gd name="connsiteY1" fmla="*/ 1327979 h 1327979"/>
              <a:gd name="connsiteX2" fmla="*/ 12192000 w 12192000"/>
              <a:gd name="connsiteY2" fmla="*/ 870779 h 1327979"/>
              <a:gd name="connsiteX3" fmla="*/ 7562844 w 12192000"/>
              <a:gd name="connsiteY3" fmla="*/ 870779 h 1327979"/>
              <a:gd name="connsiteX4" fmla="*/ 7397873 w 12192000"/>
              <a:gd name="connsiteY4" fmla="*/ 818383 h 1327979"/>
              <a:gd name="connsiteX5" fmla="*/ 5990049 w 12192000"/>
              <a:gd name="connsiteY5" fmla="*/ 6 h 1327979"/>
              <a:gd name="connsiteX6" fmla="*/ 105952 w 12192000"/>
              <a:gd name="connsiteY6" fmla="*/ 6 h 1327979"/>
              <a:gd name="connsiteX7" fmla="*/ 0 w 12192000"/>
              <a:gd name="connsiteY7" fmla="*/ 3363 h 1327979"/>
              <a:gd name="connsiteX8" fmla="*/ 0 w 12192000"/>
              <a:gd name="connsiteY8" fmla="*/ 870779 h 1327979"/>
              <a:gd name="connsiteX9" fmla="*/ 0 w 12192000"/>
              <a:gd name="connsiteY9" fmla="*/ 870781 h 132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327979">
                <a:moveTo>
                  <a:pt x="0" y="1327979"/>
                </a:moveTo>
                <a:lnTo>
                  <a:pt x="12192000" y="1327979"/>
                </a:lnTo>
                <a:lnTo>
                  <a:pt x="12192000" y="870779"/>
                </a:lnTo>
                <a:lnTo>
                  <a:pt x="7562844" y="870779"/>
                </a:lnTo>
                <a:lnTo>
                  <a:pt x="7397873" y="818383"/>
                </a:lnTo>
                <a:cubicBezTo>
                  <a:pt x="6652131" y="537909"/>
                  <a:pt x="7036652" y="-1980"/>
                  <a:pt x="5990049" y="6"/>
                </a:cubicBezTo>
                <a:lnTo>
                  <a:pt x="105952" y="6"/>
                </a:lnTo>
                <a:lnTo>
                  <a:pt x="0" y="3363"/>
                </a:lnTo>
                <a:lnTo>
                  <a:pt x="0" y="870779"/>
                </a:lnTo>
                <a:lnTo>
                  <a:pt x="0" y="870781"/>
                </a:lnTo>
                <a:close/>
              </a:path>
            </a:pathLst>
          </a:custGeom>
          <a:solidFill>
            <a:srgbClr val="0E814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3" name="任意多边形 2"/>
          <p:cNvSpPr/>
          <p:nvPr/>
        </p:nvSpPr>
        <p:spPr>
          <a:xfrm flipH="1">
            <a:off x="4572000" y="1172936"/>
            <a:ext cx="4572000" cy="680356"/>
          </a:xfrm>
          <a:custGeom>
            <a:avLst/>
            <a:gdLst>
              <a:gd name="connsiteX0" fmla="*/ 4523198 w 6096000"/>
              <a:gd name="connsiteY0" fmla="*/ 6 h 870781"/>
              <a:gd name="connsiteX1" fmla="*/ 0 w 6096000"/>
              <a:gd name="connsiteY1" fmla="*/ 6 h 870781"/>
              <a:gd name="connsiteX2" fmla="*/ 0 w 6096000"/>
              <a:gd name="connsiteY2" fmla="*/ 870781 h 870781"/>
              <a:gd name="connsiteX3" fmla="*/ 6096000 w 6096000"/>
              <a:gd name="connsiteY3" fmla="*/ 870781 h 870781"/>
              <a:gd name="connsiteX4" fmla="*/ 4523198 w 6096000"/>
              <a:gd name="connsiteY4" fmla="*/ 6 h 870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870781">
                <a:moveTo>
                  <a:pt x="4523198" y="6"/>
                </a:moveTo>
                <a:lnTo>
                  <a:pt x="0" y="6"/>
                </a:lnTo>
                <a:lnTo>
                  <a:pt x="0" y="870781"/>
                </a:lnTo>
                <a:lnTo>
                  <a:pt x="6096000" y="870781"/>
                </a:lnTo>
                <a:cubicBezTo>
                  <a:pt x="5127651" y="612302"/>
                  <a:pt x="5639575" y="-2112"/>
                  <a:pt x="4523198" y="6"/>
                </a:cubicBezTo>
                <a:close/>
              </a:path>
            </a:pathLst>
          </a:custGeom>
          <a:solidFill>
            <a:srgbClr val="95C53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7782" y="1107794"/>
            <a:ext cx="156966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</a:rPr>
              <a:t>标题内容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977084" y="1316905"/>
            <a:ext cx="96372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100" dirty="0">
                <a:solidFill>
                  <a:schemeClr val="bg1"/>
                </a:solidFill>
              </a:rPr>
              <a:t>LOGO</a:t>
            </a:r>
            <a:endParaRPr lang="zh-CN" altLang="en-US" sz="2100" dirty="0">
              <a:solidFill>
                <a:schemeClr val="bg1"/>
              </a:solidFill>
            </a:endParaRPr>
          </a:p>
        </p:txBody>
      </p:sp>
      <p:sp>
        <p:nvSpPr>
          <p:cNvPr id="6" name="六边形 5"/>
          <p:cNvSpPr/>
          <p:nvPr/>
        </p:nvSpPr>
        <p:spPr>
          <a:xfrm rot="5400000">
            <a:off x="4685638" y="2531837"/>
            <a:ext cx="834594" cy="726095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E8146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六边形 6"/>
          <p:cNvSpPr/>
          <p:nvPr/>
        </p:nvSpPr>
        <p:spPr>
          <a:xfrm rot="5400000">
            <a:off x="3683746" y="2531837"/>
            <a:ext cx="834594" cy="726095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E8146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六边形 7"/>
          <p:cNvSpPr/>
          <p:nvPr/>
        </p:nvSpPr>
        <p:spPr>
          <a:xfrm rot="5400000">
            <a:off x="5119769" y="3370867"/>
            <a:ext cx="834594" cy="726095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E8146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9" name="六边形 8"/>
          <p:cNvSpPr/>
          <p:nvPr/>
        </p:nvSpPr>
        <p:spPr>
          <a:xfrm rot="5400000">
            <a:off x="4685638" y="4199011"/>
            <a:ext cx="834594" cy="726095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E8146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六边形 9"/>
          <p:cNvSpPr/>
          <p:nvPr/>
        </p:nvSpPr>
        <p:spPr>
          <a:xfrm rot="5400000">
            <a:off x="3661975" y="4177240"/>
            <a:ext cx="834594" cy="726095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E8146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1" name="六边形 14"/>
          <p:cNvSpPr/>
          <p:nvPr/>
        </p:nvSpPr>
        <p:spPr>
          <a:xfrm>
            <a:off x="3960000" y="4155079"/>
            <a:ext cx="499796" cy="57447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700"/>
          </a:p>
        </p:txBody>
      </p:sp>
      <p:sp>
        <p:nvSpPr>
          <p:cNvPr id="12" name="六边形 11"/>
          <p:cNvSpPr/>
          <p:nvPr/>
        </p:nvSpPr>
        <p:spPr>
          <a:xfrm rot="5400000">
            <a:off x="3208184" y="3367000"/>
            <a:ext cx="834594" cy="726095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E8146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六边形 12"/>
          <p:cNvSpPr/>
          <p:nvPr/>
        </p:nvSpPr>
        <p:spPr>
          <a:xfrm rot="5400000">
            <a:off x="4029828" y="3230407"/>
            <a:ext cx="1144322" cy="995561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95C53E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4" name="Freeform 902"/>
          <p:cNvSpPr>
            <a:spLocks noEditPoints="1"/>
          </p:cNvSpPr>
          <p:nvPr/>
        </p:nvSpPr>
        <p:spPr bwMode="auto">
          <a:xfrm>
            <a:off x="4351361" y="3534400"/>
            <a:ext cx="501254" cy="388144"/>
          </a:xfrm>
          <a:custGeom>
            <a:avLst/>
            <a:gdLst>
              <a:gd name="T0" fmla="*/ 51 w 178"/>
              <a:gd name="T1" fmla="*/ 100 h 138"/>
              <a:gd name="T2" fmla="*/ 63 w 178"/>
              <a:gd name="T3" fmla="*/ 112 h 138"/>
              <a:gd name="T4" fmla="*/ 89 w 178"/>
              <a:gd name="T5" fmla="*/ 101 h 138"/>
              <a:gd name="T6" fmla="*/ 115 w 178"/>
              <a:gd name="T7" fmla="*/ 112 h 138"/>
              <a:gd name="T8" fmla="*/ 127 w 178"/>
              <a:gd name="T9" fmla="*/ 100 h 138"/>
              <a:gd name="T10" fmla="*/ 89 w 178"/>
              <a:gd name="T11" fmla="*/ 84 h 138"/>
              <a:gd name="T12" fmla="*/ 51 w 178"/>
              <a:gd name="T13" fmla="*/ 100 h 138"/>
              <a:gd name="T14" fmla="*/ 89 w 178"/>
              <a:gd name="T15" fmla="*/ 120 h 138"/>
              <a:gd name="T16" fmla="*/ 76 w 178"/>
              <a:gd name="T17" fmla="*/ 125 h 138"/>
              <a:gd name="T18" fmla="*/ 89 w 178"/>
              <a:gd name="T19" fmla="*/ 138 h 138"/>
              <a:gd name="T20" fmla="*/ 102 w 178"/>
              <a:gd name="T21" fmla="*/ 125 h 138"/>
              <a:gd name="T22" fmla="*/ 89 w 178"/>
              <a:gd name="T23" fmla="*/ 120 h 138"/>
              <a:gd name="T24" fmla="*/ 177 w 178"/>
              <a:gd name="T25" fmla="*/ 49 h 138"/>
              <a:gd name="T26" fmla="*/ 1 w 178"/>
              <a:gd name="T27" fmla="*/ 49 h 138"/>
              <a:gd name="T28" fmla="*/ 0 w 178"/>
              <a:gd name="T29" fmla="*/ 49 h 138"/>
              <a:gd name="T30" fmla="*/ 13 w 178"/>
              <a:gd name="T31" fmla="*/ 62 h 138"/>
              <a:gd name="T32" fmla="*/ 89 w 178"/>
              <a:gd name="T33" fmla="*/ 29 h 138"/>
              <a:gd name="T34" fmla="*/ 165 w 178"/>
              <a:gd name="T35" fmla="*/ 62 h 138"/>
              <a:gd name="T36" fmla="*/ 178 w 178"/>
              <a:gd name="T37" fmla="*/ 49 h 138"/>
              <a:gd name="T38" fmla="*/ 177 w 178"/>
              <a:gd name="T39" fmla="*/ 49 h 138"/>
              <a:gd name="T40" fmla="*/ 89 w 178"/>
              <a:gd name="T41" fmla="*/ 48 h 138"/>
              <a:gd name="T42" fmla="*/ 26 w 178"/>
              <a:gd name="T43" fmla="*/ 74 h 138"/>
              <a:gd name="T44" fmla="*/ 26 w 178"/>
              <a:gd name="T45" fmla="*/ 75 h 138"/>
              <a:gd name="T46" fmla="*/ 38 w 178"/>
              <a:gd name="T47" fmla="*/ 87 h 138"/>
              <a:gd name="T48" fmla="*/ 89 w 178"/>
              <a:gd name="T49" fmla="*/ 66 h 138"/>
              <a:gd name="T50" fmla="*/ 140 w 178"/>
              <a:gd name="T51" fmla="*/ 87 h 138"/>
              <a:gd name="T52" fmla="*/ 152 w 178"/>
              <a:gd name="T53" fmla="*/ 75 h 138"/>
              <a:gd name="T54" fmla="*/ 152 w 178"/>
              <a:gd name="T55" fmla="*/ 74 h 138"/>
              <a:gd name="T56" fmla="*/ 89 w 178"/>
              <a:gd name="T57" fmla="*/ 48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78" h="138">
                <a:moveTo>
                  <a:pt x="51" y="100"/>
                </a:moveTo>
                <a:cubicBezTo>
                  <a:pt x="63" y="112"/>
                  <a:pt x="63" y="112"/>
                  <a:pt x="63" y="112"/>
                </a:cubicBezTo>
                <a:cubicBezTo>
                  <a:pt x="70" y="106"/>
                  <a:pt x="79" y="101"/>
                  <a:pt x="89" y="101"/>
                </a:cubicBezTo>
                <a:cubicBezTo>
                  <a:pt x="99" y="101"/>
                  <a:pt x="108" y="106"/>
                  <a:pt x="115" y="112"/>
                </a:cubicBezTo>
                <a:cubicBezTo>
                  <a:pt x="127" y="100"/>
                  <a:pt x="127" y="100"/>
                  <a:pt x="127" y="100"/>
                </a:cubicBezTo>
                <a:cubicBezTo>
                  <a:pt x="117" y="90"/>
                  <a:pt x="104" y="84"/>
                  <a:pt x="89" y="84"/>
                </a:cubicBezTo>
                <a:cubicBezTo>
                  <a:pt x="74" y="84"/>
                  <a:pt x="61" y="90"/>
                  <a:pt x="51" y="100"/>
                </a:cubicBezTo>
                <a:close/>
                <a:moveTo>
                  <a:pt x="89" y="120"/>
                </a:moveTo>
                <a:cubicBezTo>
                  <a:pt x="84" y="120"/>
                  <a:pt x="79" y="122"/>
                  <a:pt x="76" y="125"/>
                </a:cubicBezTo>
                <a:cubicBezTo>
                  <a:pt x="89" y="138"/>
                  <a:pt x="89" y="138"/>
                  <a:pt x="89" y="138"/>
                </a:cubicBezTo>
                <a:cubicBezTo>
                  <a:pt x="102" y="125"/>
                  <a:pt x="102" y="125"/>
                  <a:pt x="102" y="125"/>
                </a:cubicBezTo>
                <a:cubicBezTo>
                  <a:pt x="99" y="122"/>
                  <a:pt x="94" y="120"/>
                  <a:pt x="89" y="120"/>
                </a:cubicBezTo>
                <a:close/>
                <a:moveTo>
                  <a:pt x="177" y="49"/>
                </a:moveTo>
                <a:cubicBezTo>
                  <a:pt x="128" y="0"/>
                  <a:pt x="50" y="0"/>
                  <a:pt x="1" y="49"/>
                </a:cubicBezTo>
                <a:cubicBezTo>
                  <a:pt x="1" y="49"/>
                  <a:pt x="1" y="49"/>
                  <a:pt x="0" y="49"/>
                </a:cubicBezTo>
                <a:cubicBezTo>
                  <a:pt x="13" y="62"/>
                  <a:pt x="13" y="62"/>
                  <a:pt x="13" y="62"/>
                </a:cubicBezTo>
                <a:cubicBezTo>
                  <a:pt x="32" y="42"/>
                  <a:pt x="59" y="29"/>
                  <a:pt x="89" y="29"/>
                </a:cubicBezTo>
                <a:cubicBezTo>
                  <a:pt x="119" y="29"/>
                  <a:pt x="146" y="42"/>
                  <a:pt x="165" y="62"/>
                </a:cubicBezTo>
                <a:cubicBezTo>
                  <a:pt x="178" y="49"/>
                  <a:pt x="178" y="49"/>
                  <a:pt x="178" y="49"/>
                </a:cubicBezTo>
                <a:cubicBezTo>
                  <a:pt x="177" y="49"/>
                  <a:pt x="177" y="49"/>
                  <a:pt x="177" y="49"/>
                </a:cubicBezTo>
                <a:close/>
                <a:moveTo>
                  <a:pt x="89" y="48"/>
                </a:moveTo>
                <a:cubicBezTo>
                  <a:pt x="65" y="48"/>
                  <a:pt x="43" y="57"/>
                  <a:pt x="26" y="74"/>
                </a:cubicBezTo>
                <a:cubicBezTo>
                  <a:pt x="26" y="74"/>
                  <a:pt x="26" y="74"/>
                  <a:pt x="26" y="75"/>
                </a:cubicBezTo>
                <a:cubicBezTo>
                  <a:pt x="38" y="87"/>
                  <a:pt x="38" y="87"/>
                  <a:pt x="38" y="87"/>
                </a:cubicBezTo>
                <a:cubicBezTo>
                  <a:pt x="51" y="74"/>
                  <a:pt x="69" y="66"/>
                  <a:pt x="89" y="66"/>
                </a:cubicBezTo>
                <a:cubicBezTo>
                  <a:pt x="109" y="66"/>
                  <a:pt x="127" y="74"/>
                  <a:pt x="140" y="87"/>
                </a:cubicBezTo>
                <a:cubicBezTo>
                  <a:pt x="152" y="75"/>
                  <a:pt x="152" y="75"/>
                  <a:pt x="152" y="75"/>
                </a:cubicBezTo>
                <a:cubicBezTo>
                  <a:pt x="152" y="74"/>
                  <a:pt x="152" y="74"/>
                  <a:pt x="152" y="74"/>
                </a:cubicBezTo>
                <a:cubicBezTo>
                  <a:pt x="135" y="57"/>
                  <a:pt x="113" y="48"/>
                  <a:pt x="89" y="4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en-US" sz="1350"/>
          </a:p>
        </p:txBody>
      </p:sp>
      <p:sp>
        <p:nvSpPr>
          <p:cNvPr id="15" name="Freeform 97"/>
          <p:cNvSpPr>
            <a:spLocks noEditPoints="1"/>
          </p:cNvSpPr>
          <p:nvPr/>
        </p:nvSpPr>
        <p:spPr bwMode="auto">
          <a:xfrm>
            <a:off x="3518329" y="3604363"/>
            <a:ext cx="247650" cy="247650"/>
          </a:xfrm>
          <a:custGeom>
            <a:avLst/>
            <a:gdLst>
              <a:gd name="T0" fmla="*/ 44 w 88"/>
              <a:gd name="T1" fmla="*/ 0 h 88"/>
              <a:gd name="T2" fmla="*/ 0 w 88"/>
              <a:gd name="T3" fmla="*/ 44 h 88"/>
              <a:gd name="T4" fmla="*/ 44 w 88"/>
              <a:gd name="T5" fmla="*/ 88 h 88"/>
              <a:gd name="T6" fmla="*/ 88 w 88"/>
              <a:gd name="T7" fmla="*/ 44 h 88"/>
              <a:gd name="T8" fmla="*/ 44 w 88"/>
              <a:gd name="T9" fmla="*/ 0 h 88"/>
              <a:gd name="T10" fmla="*/ 61 w 88"/>
              <a:gd name="T11" fmla="*/ 52 h 88"/>
              <a:gd name="T12" fmla="*/ 52 w 88"/>
              <a:gd name="T13" fmla="*/ 52 h 88"/>
              <a:gd name="T14" fmla="*/ 52 w 88"/>
              <a:gd name="T15" fmla="*/ 61 h 88"/>
              <a:gd name="T16" fmla="*/ 44 w 88"/>
              <a:gd name="T17" fmla="*/ 69 h 88"/>
              <a:gd name="T18" fmla="*/ 36 w 88"/>
              <a:gd name="T19" fmla="*/ 61 h 88"/>
              <a:gd name="T20" fmla="*/ 36 w 88"/>
              <a:gd name="T21" fmla="*/ 52 h 88"/>
              <a:gd name="T22" fmla="*/ 28 w 88"/>
              <a:gd name="T23" fmla="*/ 52 h 88"/>
              <a:gd name="T24" fmla="*/ 20 w 88"/>
              <a:gd name="T25" fmla="*/ 44 h 88"/>
              <a:gd name="T26" fmla="*/ 28 w 88"/>
              <a:gd name="T27" fmla="*/ 36 h 88"/>
              <a:gd name="T28" fmla="*/ 36 w 88"/>
              <a:gd name="T29" fmla="*/ 36 h 88"/>
              <a:gd name="T30" fmla="*/ 36 w 88"/>
              <a:gd name="T31" fmla="*/ 28 h 88"/>
              <a:gd name="T32" fmla="*/ 44 w 88"/>
              <a:gd name="T33" fmla="*/ 20 h 88"/>
              <a:gd name="T34" fmla="*/ 52 w 88"/>
              <a:gd name="T35" fmla="*/ 28 h 88"/>
              <a:gd name="T36" fmla="*/ 52 w 88"/>
              <a:gd name="T37" fmla="*/ 36 h 88"/>
              <a:gd name="T38" fmla="*/ 61 w 88"/>
              <a:gd name="T39" fmla="*/ 36 h 88"/>
              <a:gd name="T40" fmla="*/ 69 w 88"/>
              <a:gd name="T41" fmla="*/ 44 h 88"/>
              <a:gd name="T42" fmla="*/ 61 w 88"/>
              <a:gd name="T43" fmla="*/ 52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88" h="88">
                <a:moveTo>
                  <a:pt x="44" y="0"/>
                </a:moveTo>
                <a:cubicBezTo>
                  <a:pt x="20" y="0"/>
                  <a:pt x="0" y="20"/>
                  <a:pt x="0" y="44"/>
                </a:cubicBezTo>
                <a:cubicBezTo>
                  <a:pt x="0" y="69"/>
                  <a:pt x="20" y="88"/>
                  <a:pt x="44" y="88"/>
                </a:cubicBezTo>
                <a:cubicBezTo>
                  <a:pt x="69" y="88"/>
                  <a:pt x="88" y="69"/>
                  <a:pt x="88" y="44"/>
                </a:cubicBezTo>
                <a:cubicBezTo>
                  <a:pt x="88" y="20"/>
                  <a:pt x="69" y="0"/>
                  <a:pt x="44" y="0"/>
                </a:cubicBezTo>
                <a:close/>
                <a:moveTo>
                  <a:pt x="61" y="52"/>
                </a:moveTo>
                <a:cubicBezTo>
                  <a:pt x="52" y="52"/>
                  <a:pt x="52" y="52"/>
                  <a:pt x="52" y="52"/>
                </a:cubicBezTo>
                <a:cubicBezTo>
                  <a:pt x="52" y="61"/>
                  <a:pt x="52" y="61"/>
                  <a:pt x="52" y="61"/>
                </a:cubicBezTo>
                <a:cubicBezTo>
                  <a:pt x="52" y="65"/>
                  <a:pt x="49" y="69"/>
                  <a:pt x="44" y="69"/>
                </a:cubicBezTo>
                <a:cubicBezTo>
                  <a:pt x="40" y="69"/>
                  <a:pt x="36" y="65"/>
                  <a:pt x="36" y="61"/>
                </a:cubicBezTo>
                <a:cubicBezTo>
                  <a:pt x="36" y="52"/>
                  <a:pt x="36" y="52"/>
                  <a:pt x="36" y="52"/>
                </a:cubicBezTo>
                <a:cubicBezTo>
                  <a:pt x="28" y="52"/>
                  <a:pt x="28" y="52"/>
                  <a:pt x="28" y="52"/>
                </a:cubicBezTo>
                <a:cubicBezTo>
                  <a:pt x="23" y="52"/>
                  <a:pt x="20" y="49"/>
                  <a:pt x="20" y="44"/>
                </a:cubicBezTo>
                <a:cubicBezTo>
                  <a:pt x="20" y="40"/>
                  <a:pt x="23" y="36"/>
                  <a:pt x="2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28"/>
                  <a:pt x="36" y="28"/>
                  <a:pt x="36" y="28"/>
                </a:cubicBezTo>
                <a:cubicBezTo>
                  <a:pt x="36" y="23"/>
                  <a:pt x="40" y="20"/>
                  <a:pt x="44" y="20"/>
                </a:cubicBezTo>
                <a:cubicBezTo>
                  <a:pt x="49" y="20"/>
                  <a:pt x="52" y="23"/>
                  <a:pt x="52" y="28"/>
                </a:cubicBezTo>
                <a:cubicBezTo>
                  <a:pt x="52" y="36"/>
                  <a:pt x="52" y="36"/>
                  <a:pt x="52" y="36"/>
                </a:cubicBezTo>
                <a:cubicBezTo>
                  <a:pt x="61" y="36"/>
                  <a:pt x="61" y="36"/>
                  <a:pt x="61" y="36"/>
                </a:cubicBezTo>
                <a:cubicBezTo>
                  <a:pt x="65" y="36"/>
                  <a:pt x="69" y="40"/>
                  <a:pt x="69" y="44"/>
                </a:cubicBezTo>
                <a:cubicBezTo>
                  <a:pt x="69" y="49"/>
                  <a:pt x="65" y="52"/>
                  <a:pt x="61" y="5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en-US" sz="1350"/>
          </a:p>
        </p:txBody>
      </p:sp>
      <p:sp>
        <p:nvSpPr>
          <p:cNvPr id="16" name="Freeform 98"/>
          <p:cNvSpPr>
            <a:spLocks noEditPoints="1"/>
          </p:cNvSpPr>
          <p:nvPr/>
        </p:nvSpPr>
        <p:spPr bwMode="auto">
          <a:xfrm>
            <a:off x="4962847" y="4441768"/>
            <a:ext cx="273844" cy="272654"/>
          </a:xfrm>
          <a:custGeom>
            <a:avLst/>
            <a:gdLst>
              <a:gd name="T0" fmla="*/ 17 w 97"/>
              <a:gd name="T1" fmla="*/ 17 h 97"/>
              <a:gd name="T2" fmla="*/ 17 w 97"/>
              <a:gd name="T3" fmla="*/ 79 h 97"/>
              <a:gd name="T4" fmla="*/ 80 w 97"/>
              <a:gd name="T5" fmla="*/ 79 h 97"/>
              <a:gd name="T6" fmla="*/ 80 w 97"/>
              <a:gd name="T7" fmla="*/ 17 h 97"/>
              <a:gd name="T8" fmla="*/ 17 w 97"/>
              <a:gd name="T9" fmla="*/ 17 h 97"/>
              <a:gd name="T10" fmla="*/ 66 w 97"/>
              <a:gd name="T11" fmla="*/ 42 h 97"/>
              <a:gd name="T12" fmla="*/ 60 w 97"/>
              <a:gd name="T13" fmla="*/ 48 h 97"/>
              <a:gd name="T14" fmla="*/ 66 w 97"/>
              <a:gd name="T15" fmla="*/ 54 h 97"/>
              <a:gd name="T16" fmla="*/ 66 w 97"/>
              <a:gd name="T17" fmla="*/ 66 h 97"/>
              <a:gd name="T18" fmla="*/ 55 w 97"/>
              <a:gd name="T19" fmla="*/ 66 h 97"/>
              <a:gd name="T20" fmla="*/ 49 w 97"/>
              <a:gd name="T21" fmla="*/ 59 h 97"/>
              <a:gd name="T22" fmla="*/ 42 w 97"/>
              <a:gd name="T23" fmla="*/ 66 h 97"/>
              <a:gd name="T24" fmla="*/ 31 w 97"/>
              <a:gd name="T25" fmla="*/ 66 h 97"/>
              <a:gd name="T26" fmla="*/ 31 w 97"/>
              <a:gd name="T27" fmla="*/ 54 h 97"/>
              <a:gd name="T28" fmla="*/ 37 w 97"/>
              <a:gd name="T29" fmla="*/ 48 h 97"/>
              <a:gd name="T30" fmla="*/ 31 w 97"/>
              <a:gd name="T31" fmla="*/ 42 h 97"/>
              <a:gd name="T32" fmla="*/ 31 w 97"/>
              <a:gd name="T33" fmla="*/ 31 h 97"/>
              <a:gd name="T34" fmla="*/ 42 w 97"/>
              <a:gd name="T35" fmla="*/ 31 h 97"/>
              <a:gd name="T36" fmla="*/ 49 w 97"/>
              <a:gd name="T37" fmla="*/ 37 h 97"/>
              <a:gd name="T38" fmla="*/ 55 w 97"/>
              <a:gd name="T39" fmla="*/ 31 h 97"/>
              <a:gd name="T40" fmla="*/ 66 w 97"/>
              <a:gd name="T41" fmla="*/ 31 h 97"/>
              <a:gd name="T42" fmla="*/ 66 w 97"/>
              <a:gd name="T43" fmla="*/ 42 h 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97" h="97">
                <a:moveTo>
                  <a:pt x="17" y="17"/>
                </a:moveTo>
                <a:cubicBezTo>
                  <a:pt x="0" y="34"/>
                  <a:pt x="0" y="62"/>
                  <a:pt x="17" y="79"/>
                </a:cubicBezTo>
                <a:cubicBezTo>
                  <a:pt x="35" y="97"/>
                  <a:pt x="62" y="97"/>
                  <a:pt x="80" y="79"/>
                </a:cubicBezTo>
                <a:cubicBezTo>
                  <a:pt x="97" y="62"/>
                  <a:pt x="97" y="34"/>
                  <a:pt x="80" y="17"/>
                </a:cubicBezTo>
                <a:cubicBezTo>
                  <a:pt x="62" y="0"/>
                  <a:pt x="35" y="0"/>
                  <a:pt x="17" y="17"/>
                </a:cubicBezTo>
                <a:close/>
                <a:moveTo>
                  <a:pt x="66" y="42"/>
                </a:moveTo>
                <a:cubicBezTo>
                  <a:pt x="60" y="48"/>
                  <a:pt x="60" y="48"/>
                  <a:pt x="60" y="48"/>
                </a:cubicBezTo>
                <a:cubicBezTo>
                  <a:pt x="66" y="54"/>
                  <a:pt x="66" y="54"/>
                  <a:pt x="66" y="54"/>
                </a:cubicBezTo>
                <a:cubicBezTo>
                  <a:pt x="69" y="58"/>
                  <a:pt x="69" y="63"/>
                  <a:pt x="66" y="66"/>
                </a:cubicBezTo>
                <a:cubicBezTo>
                  <a:pt x="63" y="69"/>
                  <a:pt x="58" y="69"/>
                  <a:pt x="55" y="66"/>
                </a:cubicBezTo>
                <a:cubicBezTo>
                  <a:pt x="49" y="59"/>
                  <a:pt x="49" y="59"/>
                  <a:pt x="49" y="59"/>
                </a:cubicBezTo>
                <a:cubicBezTo>
                  <a:pt x="42" y="66"/>
                  <a:pt x="42" y="66"/>
                  <a:pt x="42" y="66"/>
                </a:cubicBezTo>
                <a:cubicBezTo>
                  <a:pt x="39" y="69"/>
                  <a:pt x="34" y="69"/>
                  <a:pt x="31" y="66"/>
                </a:cubicBezTo>
                <a:cubicBezTo>
                  <a:pt x="28" y="63"/>
                  <a:pt x="28" y="58"/>
                  <a:pt x="31" y="54"/>
                </a:cubicBezTo>
                <a:cubicBezTo>
                  <a:pt x="37" y="48"/>
                  <a:pt x="37" y="48"/>
                  <a:pt x="37" y="48"/>
                </a:cubicBezTo>
                <a:cubicBezTo>
                  <a:pt x="31" y="42"/>
                  <a:pt x="31" y="42"/>
                  <a:pt x="31" y="42"/>
                </a:cubicBezTo>
                <a:cubicBezTo>
                  <a:pt x="28" y="39"/>
                  <a:pt x="28" y="34"/>
                  <a:pt x="31" y="31"/>
                </a:cubicBezTo>
                <a:cubicBezTo>
                  <a:pt x="34" y="28"/>
                  <a:pt x="39" y="28"/>
                  <a:pt x="42" y="31"/>
                </a:cubicBezTo>
                <a:cubicBezTo>
                  <a:pt x="49" y="37"/>
                  <a:pt x="49" y="37"/>
                  <a:pt x="49" y="37"/>
                </a:cubicBezTo>
                <a:cubicBezTo>
                  <a:pt x="55" y="31"/>
                  <a:pt x="55" y="31"/>
                  <a:pt x="55" y="31"/>
                </a:cubicBezTo>
                <a:cubicBezTo>
                  <a:pt x="58" y="28"/>
                  <a:pt x="63" y="28"/>
                  <a:pt x="66" y="31"/>
                </a:cubicBezTo>
                <a:cubicBezTo>
                  <a:pt x="69" y="34"/>
                  <a:pt x="69" y="39"/>
                  <a:pt x="66" y="4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en-US" sz="1350"/>
          </a:p>
        </p:txBody>
      </p:sp>
      <p:sp>
        <p:nvSpPr>
          <p:cNvPr id="17" name="Freeform 100"/>
          <p:cNvSpPr>
            <a:spLocks noEditPoints="1"/>
          </p:cNvSpPr>
          <p:nvPr/>
        </p:nvSpPr>
        <p:spPr bwMode="auto">
          <a:xfrm>
            <a:off x="3928957" y="4413514"/>
            <a:ext cx="272654" cy="272654"/>
          </a:xfrm>
          <a:custGeom>
            <a:avLst/>
            <a:gdLst>
              <a:gd name="T0" fmla="*/ 80 w 97"/>
              <a:gd name="T1" fmla="*/ 17 h 97"/>
              <a:gd name="T2" fmla="*/ 17 w 97"/>
              <a:gd name="T3" fmla="*/ 17 h 97"/>
              <a:gd name="T4" fmla="*/ 17 w 97"/>
              <a:gd name="T5" fmla="*/ 79 h 97"/>
              <a:gd name="T6" fmla="*/ 80 w 97"/>
              <a:gd name="T7" fmla="*/ 79 h 97"/>
              <a:gd name="T8" fmla="*/ 80 w 97"/>
              <a:gd name="T9" fmla="*/ 17 h 97"/>
              <a:gd name="T10" fmla="*/ 79 w 97"/>
              <a:gd name="T11" fmla="*/ 43 h 97"/>
              <a:gd name="T12" fmla="*/ 50 w 97"/>
              <a:gd name="T13" fmla="*/ 72 h 97"/>
              <a:gd name="T14" fmla="*/ 50 w 97"/>
              <a:gd name="T15" fmla="*/ 72 h 97"/>
              <a:gd name="T16" fmla="*/ 44 w 97"/>
              <a:gd name="T17" fmla="*/ 75 h 97"/>
              <a:gd name="T18" fmla="*/ 38 w 97"/>
              <a:gd name="T19" fmla="*/ 72 h 97"/>
              <a:gd name="T20" fmla="*/ 38 w 97"/>
              <a:gd name="T21" fmla="*/ 72 h 97"/>
              <a:gd name="T22" fmla="*/ 21 w 97"/>
              <a:gd name="T23" fmla="*/ 55 h 97"/>
              <a:gd name="T24" fmla="*/ 21 w 97"/>
              <a:gd name="T25" fmla="*/ 44 h 97"/>
              <a:gd name="T26" fmla="*/ 32 w 97"/>
              <a:gd name="T27" fmla="*/ 44 h 97"/>
              <a:gd name="T28" fmla="*/ 44 w 97"/>
              <a:gd name="T29" fmla="*/ 55 h 97"/>
              <a:gd name="T30" fmla="*/ 68 w 97"/>
              <a:gd name="T31" fmla="*/ 32 h 97"/>
              <a:gd name="T32" fmla="*/ 79 w 97"/>
              <a:gd name="T33" fmla="*/ 32 h 97"/>
              <a:gd name="T34" fmla="*/ 79 w 97"/>
              <a:gd name="T35" fmla="*/ 43 h 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97" h="97">
                <a:moveTo>
                  <a:pt x="80" y="17"/>
                </a:moveTo>
                <a:cubicBezTo>
                  <a:pt x="62" y="0"/>
                  <a:pt x="34" y="0"/>
                  <a:pt x="17" y="17"/>
                </a:cubicBezTo>
                <a:cubicBezTo>
                  <a:pt x="0" y="34"/>
                  <a:pt x="0" y="62"/>
                  <a:pt x="17" y="79"/>
                </a:cubicBezTo>
                <a:cubicBezTo>
                  <a:pt x="34" y="97"/>
                  <a:pt x="62" y="97"/>
                  <a:pt x="80" y="79"/>
                </a:cubicBezTo>
                <a:cubicBezTo>
                  <a:pt x="97" y="62"/>
                  <a:pt x="97" y="34"/>
                  <a:pt x="80" y="17"/>
                </a:cubicBezTo>
                <a:close/>
                <a:moveTo>
                  <a:pt x="79" y="43"/>
                </a:moveTo>
                <a:cubicBezTo>
                  <a:pt x="50" y="72"/>
                  <a:pt x="50" y="72"/>
                  <a:pt x="50" y="72"/>
                </a:cubicBezTo>
                <a:cubicBezTo>
                  <a:pt x="50" y="72"/>
                  <a:pt x="50" y="72"/>
                  <a:pt x="50" y="72"/>
                </a:cubicBezTo>
                <a:cubicBezTo>
                  <a:pt x="48" y="74"/>
                  <a:pt x="46" y="75"/>
                  <a:pt x="44" y="75"/>
                </a:cubicBezTo>
                <a:cubicBezTo>
                  <a:pt x="42" y="75"/>
                  <a:pt x="40" y="74"/>
                  <a:pt x="38" y="72"/>
                </a:cubicBezTo>
                <a:cubicBezTo>
                  <a:pt x="38" y="72"/>
                  <a:pt x="38" y="72"/>
                  <a:pt x="38" y="72"/>
                </a:cubicBezTo>
                <a:cubicBezTo>
                  <a:pt x="21" y="55"/>
                  <a:pt x="21" y="55"/>
                  <a:pt x="21" y="55"/>
                </a:cubicBezTo>
                <a:cubicBezTo>
                  <a:pt x="18" y="52"/>
                  <a:pt x="18" y="47"/>
                  <a:pt x="21" y="44"/>
                </a:cubicBezTo>
                <a:cubicBezTo>
                  <a:pt x="24" y="41"/>
                  <a:pt x="29" y="41"/>
                  <a:pt x="32" y="44"/>
                </a:cubicBezTo>
                <a:cubicBezTo>
                  <a:pt x="44" y="55"/>
                  <a:pt x="44" y="55"/>
                  <a:pt x="44" y="55"/>
                </a:cubicBezTo>
                <a:cubicBezTo>
                  <a:pt x="68" y="32"/>
                  <a:pt x="68" y="32"/>
                  <a:pt x="68" y="32"/>
                </a:cubicBezTo>
                <a:cubicBezTo>
                  <a:pt x="71" y="29"/>
                  <a:pt x="76" y="29"/>
                  <a:pt x="79" y="32"/>
                </a:cubicBezTo>
                <a:cubicBezTo>
                  <a:pt x="82" y="35"/>
                  <a:pt x="82" y="40"/>
                  <a:pt x="79" y="4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en-US" sz="1350"/>
          </a:p>
        </p:txBody>
      </p:sp>
      <p:sp>
        <p:nvSpPr>
          <p:cNvPr id="18" name="Freeform 148"/>
          <p:cNvSpPr>
            <a:spLocks noEditPoints="1"/>
          </p:cNvSpPr>
          <p:nvPr/>
        </p:nvSpPr>
        <p:spPr bwMode="auto">
          <a:xfrm>
            <a:off x="5020866" y="2744828"/>
            <a:ext cx="273844" cy="272654"/>
          </a:xfrm>
          <a:custGeom>
            <a:avLst/>
            <a:gdLst>
              <a:gd name="T0" fmla="*/ 79 w 97"/>
              <a:gd name="T1" fmla="*/ 17 h 97"/>
              <a:gd name="T2" fmla="*/ 17 w 97"/>
              <a:gd name="T3" fmla="*/ 17 h 97"/>
              <a:gd name="T4" fmla="*/ 17 w 97"/>
              <a:gd name="T5" fmla="*/ 80 h 97"/>
              <a:gd name="T6" fmla="*/ 79 w 97"/>
              <a:gd name="T7" fmla="*/ 80 h 97"/>
              <a:gd name="T8" fmla="*/ 79 w 97"/>
              <a:gd name="T9" fmla="*/ 17 h 97"/>
              <a:gd name="T10" fmla="*/ 75 w 97"/>
              <a:gd name="T11" fmla="*/ 53 h 97"/>
              <a:gd name="T12" fmla="*/ 59 w 97"/>
              <a:gd name="T13" fmla="*/ 66 h 97"/>
              <a:gd name="T14" fmla="*/ 54 w 97"/>
              <a:gd name="T15" fmla="*/ 63 h 97"/>
              <a:gd name="T16" fmla="*/ 53 w 97"/>
              <a:gd name="T17" fmla="*/ 58 h 97"/>
              <a:gd name="T18" fmla="*/ 48 w 97"/>
              <a:gd name="T19" fmla="*/ 57 h 97"/>
              <a:gd name="T20" fmla="*/ 27 w 97"/>
              <a:gd name="T21" fmla="*/ 57 h 97"/>
              <a:gd name="T22" fmla="*/ 18 w 97"/>
              <a:gd name="T23" fmla="*/ 48 h 97"/>
              <a:gd name="T24" fmla="*/ 27 w 97"/>
              <a:gd name="T25" fmla="*/ 39 h 97"/>
              <a:gd name="T26" fmla="*/ 49 w 97"/>
              <a:gd name="T27" fmla="*/ 39 h 97"/>
              <a:gd name="T28" fmla="*/ 53 w 97"/>
              <a:gd name="T29" fmla="*/ 39 h 97"/>
              <a:gd name="T30" fmla="*/ 54 w 97"/>
              <a:gd name="T31" fmla="*/ 34 h 97"/>
              <a:gd name="T32" fmla="*/ 59 w 97"/>
              <a:gd name="T33" fmla="*/ 31 h 97"/>
              <a:gd name="T34" fmla="*/ 75 w 97"/>
              <a:gd name="T35" fmla="*/ 44 h 97"/>
              <a:gd name="T36" fmla="*/ 75 w 97"/>
              <a:gd name="T37" fmla="*/ 53 h 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97" h="97">
                <a:moveTo>
                  <a:pt x="79" y="17"/>
                </a:moveTo>
                <a:cubicBezTo>
                  <a:pt x="62" y="0"/>
                  <a:pt x="34" y="0"/>
                  <a:pt x="17" y="17"/>
                </a:cubicBezTo>
                <a:cubicBezTo>
                  <a:pt x="0" y="34"/>
                  <a:pt x="0" y="62"/>
                  <a:pt x="17" y="80"/>
                </a:cubicBezTo>
                <a:cubicBezTo>
                  <a:pt x="34" y="97"/>
                  <a:pt x="62" y="97"/>
                  <a:pt x="79" y="80"/>
                </a:cubicBezTo>
                <a:cubicBezTo>
                  <a:pt x="97" y="62"/>
                  <a:pt x="97" y="34"/>
                  <a:pt x="79" y="17"/>
                </a:cubicBezTo>
                <a:close/>
                <a:moveTo>
                  <a:pt x="75" y="53"/>
                </a:moveTo>
                <a:cubicBezTo>
                  <a:pt x="59" y="66"/>
                  <a:pt x="59" y="66"/>
                  <a:pt x="59" y="66"/>
                </a:cubicBezTo>
                <a:cubicBezTo>
                  <a:pt x="56" y="68"/>
                  <a:pt x="54" y="67"/>
                  <a:pt x="54" y="63"/>
                </a:cubicBezTo>
                <a:cubicBezTo>
                  <a:pt x="54" y="63"/>
                  <a:pt x="54" y="59"/>
                  <a:pt x="53" y="58"/>
                </a:cubicBezTo>
                <a:cubicBezTo>
                  <a:pt x="52" y="57"/>
                  <a:pt x="48" y="57"/>
                  <a:pt x="48" y="57"/>
                </a:cubicBezTo>
                <a:cubicBezTo>
                  <a:pt x="27" y="57"/>
                  <a:pt x="27" y="57"/>
                  <a:pt x="27" y="57"/>
                </a:cubicBezTo>
                <a:cubicBezTo>
                  <a:pt x="22" y="57"/>
                  <a:pt x="18" y="53"/>
                  <a:pt x="18" y="48"/>
                </a:cubicBezTo>
                <a:cubicBezTo>
                  <a:pt x="18" y="43"/>
                  <a:pt x="22" y="39"/>
                  <a:pt x="27" y="39"/>
                </a:cubicBezTo>
                <a:cubicBezTo>
                  <a:pt x="49" y="39"/>
                  <a:pt x="49" y="39"/>
                  <a:pt x="49" y="39"/>
                </a:cubicBezTo>
                <a:cubicBezTo>
                  <a:pt x="49" y="39"/>
                  <a:pt x="52" y="40"/>
                  <a:pt x="53" y="39"/>
                </a:cubicBezTo>
                <a:cubicBezTo>
                  <a:pt x="54" y="38"/>
                  <a:pt x="54" y="34"/>
                  <a:pt x="54" y="34"/>
                </a:cubicBezTo>
                <a:cubicBezTo>
                  <a:pt x="54" y="30"/>
                  <a:pt x="56" y="29"/>
                  <a:pt x="59" y="31"/>
                </a:cubicBezTo>
                <a:cubicBezTo>
                  <a:pt x="75" y="44"/>
                  <a:pt x="75" y="44"/>
                  <a:pt x="75" y="44"/>
                </a:cubicBezTo>
                <a:cubicBezTo>
                  <a:pt x="79" y="46"/>
                  <a:pt x="79" y="50"/>
                  <a:pt x="75" y="5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en-US" sz="1350"/>
          </a:p>
        </p:txBody>
      </p:sp>
      <p:sp>
        <p:nvSpPr>
          <p:cNvPr id="19" name="Freeform 149"/>
          <p:cNvSpPr>
            <a:spLocks noEditPoints="1"/>
          </p:cNvSpPr>
          <p:nvPr/>
        </p:nvSpPr>
        <p:spPr bwMode="auto">
          <a:xfrm>
            <a:off x="5377369" y="3591861"/>
            <a:ext cx="270272" cy="272654"/>
          </a:xfrm>
          <a:custGeom>
            <a:avLst/>
            <a:gdLst>
              <a:gd name="T0" fmla="*/ 79 w 96"/>
              <a:gd name="T1" fmla="*/ 17 h 97"/>
              <a:gd name="T2" fmla="*/ 17 w 96"/>
              <a:gd name="T3" fmla="*/ 17 h 97"/>
              <a:gd name="T4" fmla="*/ 17 w 96"/>
              <a:gd name="T5" fmla="*/ 80 h 97"/>
              <a:gd name="T6" fmla="*/ 79 w 96"/>
              <a:gd name="T7" fmla="*/ 80 h 97"/>
              <a:gd name="T8" fmla="*/ 79 w 96"/>
              <a:gd name="T9" fmla="*/ 17 h 97"/>
              <a:gd name="T10" fmla="*/ 69 w 96"/>
              <a:gd name="T11" fmla="*/ 57 h 97"/>
              <a:gd name="T12" fmla="*/ 47 w 96"/>
              <a:gd name="T13" fmla="*/ 57 h 97"/>
              <a:gd name="T14" fmla="*/ 43 w 96"/>
              <a:gd name="T15" fmla="*/ 58 h 97"/>
              <a:gd name="T16" fmla="*/ 42 w 96"/>
              <a:gd name="T17" fmla="*/ 63 h 97"/>
              <a:gd name="T18" fmla="*/ 37 w 96"/>
              <a:gd name="T19" fmla="*/ 66 h 97"/>
              <a:gd name="T20" fmla="*/ 21 w 96"/>
              <a:gd name="T21" fmla="*/ 53 h 97"/>
              <a:gd name="T22" fmla="*/ 21 w 96"/>
              <a:gd name="T23" fmla="*/ 44 h 97"/>
              <a:gd name="T24" fmla="*/ 37 w 96"/>
              <a:gd name="T25" fmla="*/ 31 h 97"/>
              <a:gd name="T26" fmla="*/ 42 w 96"/>
              <a:gd name="T27" fmla="*/ 34 h 97"/>
              <a:gd name="T28" fmla="*/ 43 w 96"/>
              <a:gd name="T29" fmla="*/ 39 h 97"/>
              <a:gd name="T30" fmla="*/ 48 w 96"/>
              <a:gd name="T31" fmla="*/ 39 h 97"/>
              <a:gd name="T32" fmla="*/ 69 w 96"/>
              <a:gd name="T33" fmla="*/ 39 h 97"/>
              <a:gd name="T34" fmla="*/ 78 w 96"/>
              <a:gd name="T35" fmla="*/ 48 h 97"/>
              <a:gd name="T36" fmla="*/ 69 w 96"/>
              <a:gd name="T37" fmla="*/ 57 h 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96" h="97">
                <a:moveTo>
                  <a:pt x="79" y="17"/>
                </a:moveTo>
                <a:cubicBezTo>
                  <a:pt x="62" y="0"/>
                  <a:pt x="34" y="0"/>
                  <a:pt x="17" y="17"/>
                </a:cubicBezTo>
                <a:cubicBezTo>
                  <a:pt x="0" y="34"/>
                  <a:pt x="0" y="62"/>
                  <a:pt x="17" y="80"/>
                </a:cubicBezTo>
                <a:cubicBezTo>
                  <a:pt x="34" y="97"/>
                  <a:pt x="62" y="97"/>
                  <a:pt x="79" y="80"/>
                </a:cubicBezTo>
                <a:cubicBezTo>
                  <a:pt x="96" y="62"/>
                  <a:pt x="96" y="34"/>
                  <a:pt x="79" y="17"/>
                </a:cubicBezTo>
                <a:close/>
                <a:moveTo>
                  <a:pt x="69" y="57"/>
                </a:moveTo>
                <a:cubicBezTo>
                  <a:pt x="47" y="57"/>
                  <a:pt x="47" y="57"/>
                  <a:pt x="47" y="57"/>
                </a:cubicBezTo>
                <a:cubicBezTo>
                  <a:pt x="47" y="57"/>
                  <a:pt x="44" y="57"/>
                  <a:pt x="43" y="58"/>
                </a:cubicBezTo>
                <a:cubicBezTo>
                  <a:pt x="42" y="59"/>
                  <a:pt x="42" y="63"/>
                  <a:pt x="42" y="63"/>
                </a:cubicBezTo>
                <a:cubicBezTo>
                  <a:pt x="42" y="67"/>
                  <a:pt x="40" y="68"/>
                  <a:pt x="37" y="66"/>
                </a:cubicBezTo>
                <a:cubicBezTo>
                  <a:pt x="21" y="53"/>
                  <a:pt x="21" y="53"/>
                  <a:pt x="21" y="53"/>
                </a:cubicBezTo>
                <a:cubicBezTo>
                  <a:pt x="18" y="50"/>
                  <a:pt x="18" y="46"/>
                  <a:pt x="21" y="44"/>
                </a:cubicBezTo>
                <a:cubicBezTo>
                  <a:pt x="37" y="31"/>
                  <a:pt x="37" y="31"/>
                  <a:pt x="37" y="31"/>
                </a:cubicBezTo>
                <a:cubicBezTo>
                  <a:pt x="40" y="29"/>
                  <a:pt x="42" y="30"/>
                  <a:pt x="42" y="34"/>
                </a:cubicBezTo>
                <a:cubicBezTo>
                  <a:pt x="42" y="34"/>
                  <a:pt x="42" y="37"/>
                  <a:pt x="43" y="39"/>
                </a:cubicBezTo>
                <a:cubicBezTo>
                  <a:pt x="44" y="40"/>
                  <a:pt x="48" y="39"/>
                  <a:pt x="48" y="39"/>
                </a:cubicBezTo>
                <a:cubicBezTo>
                  <a:pt x="69" y="39"/>
                  <a:pt x="69" y="39"/>
                  <a:pt x="69" y="39"/>
                </a:cubicBezTo>
                <a:cubicBezTo>
                  <a:pt x="74" y="39"/>
                  <a:pt x="78" y="43"/>
                  <a:pt x="78" y="48"/>
                </a:cubicBezTo>
                <a:cubicBezTo>
                  <a:pt x="78" y="53"/>
                  <a:pt x="74" y="57"/>
                  <a:pt x="69" y="5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en-US" sz="1350"/>
          </a:p>
        </p:txBody>
      </p:sp>
      <p:sp>
        <p:nvSpPr>
          <p:cNvPr id="20" name="Freeform 99"/>
          <p:cNvSpPr>
            <a:spLocks noEditPoints="1"/>
          </p:cNvSpPr>
          <p:nvPr/>
        </p:nvSpPr>
        <p:spPr bwMode="auto">
          <a:xfrm>
            <a:off x="3975733" y="2740247"/>
            <a:ext cx="247650" cy="247650"/>
          </a:xfrm>
          <a:custGeom>
            <a:avLst/>
            <a:gdLst>
              <a:gd name="T0" fmla="*/ 44 w 88"/>
              <a:gd name="T1" fmla="*/ 0 h 88"/>
              <a:gd name="T2" fmla="*/ 0 w 88"/>
              <a:gd name="T3" fmla="*/ 44 h 88"/>
              <a:gd name="T4" fmla="*/ 44 w 88"/>
              <a:gd name="T5" fmla="*/ 88 h 88"/>
              <a:gd name="T6" fmla="*/ 88 w 88"/>
              <a:gd name="T7" fmla="*/ 44 h 88"/>
              <a:gd name="T8" fmla="*/ 44 w 88"/>
              <a:gd name="T9" fmla="*/ 0 h 88"/>
              <a:gd name="T10" fmla="*/ 61 w 88"/>
              <a:gd name="T11" fmla="*/ 52 h 88"/>
              <a:gd name="T12" fmla="*/ 27 w 88"/>
              <a:gd name="T13" fmla="*/ 52 h 88"/>
              <a:gd name="T14" fmla="*/ 19 w 88"/>
              <a:gd name="T15" fmla="*/ 44 h 88"/>
              <a:gd name="T16" fmla="*/ 27 w 88"/>
              <a:gd name="T17" fmla="*/ 36 h 88"/>
              <a:gd name="T18" fmla="*/ 61 w 88"/>
              <a:gd name="T19" fmla="*/ 36 h 88"/>
              <a:gd name="T20" fmla="*/ 68 w 88"/>
              <a:gd name="T21" fmla="*/ 44 h 88"/>
              <a:gd name="T22" fmla="*/ 61 w 88"/>
              <a:gd name="T23" fmla="*/ 52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88" h="88">
                <a:moveTo>
                  <a:pt x="44" y="0"/>
                </a:moveTo>
                <a:cubicBezTo>
                  <a:pt x="20" y="0"/>
                  <a:pt x="0" y="20"/>
                  <a:pt x="0" y="44"/>
                </a:cubicBezTo>
                <a:cubicBezTo>
                  <a:pt x="0" y="68"/>
                  <a:pt x="20" y="88"/>
                  <a:pt x="44" y="88"/>
                </a:cubicBezTo>
                <a:cubicBezTo>
                  <a:pt x="68" y="88"/>
                  <a:pt x="88" y="68"/>
                  <a:pt x="88" y="44"/>
                </a:cubicBezTo>
                <a:cubicBezTo>
                  <a:pt x="88" y="20"/>
                  <a:pt x="68" y="0"/>
                  <a:pt x="44" y="0"/>
                </a:cubicBezTo>
                <a:close/>
                <a:moveTo>
                  <a:pt x="61" y="52"/>
                </a:moveTo>
                <a:cubicBezTo>
                  <a:pt x="27" y="52"/>
                  <a:pt x="27" y="52"/>
                  <a:pt x="27" y="52"/>
                </a:cubicBezTo>
                <a:cubicBezTo>
                  <a:pt x="23" y="52"/>
                  <a:pt x="19" y="48"/>
                  <a:pt x="19" y="44"/>
                </a:cubicBezTo>
                <a:cubicBezTo>
                  <a:pt x="19" y="39"/>
                  <a:pt x="23" y="36"/>
                  <a:pt x="27" y="36"/>
                </a:cubicBezTo>
                <a:cubicBezTo>
                  <a:pt x="61" y="36"/>
                  <a:pt x="61" y="36"/>
                  <a:pt x="61" y="36"/>
                </a:cubicBezTo>
                <a:cubicBezTo>
                  <a:pt x="65" y="36"/>
                  <a:pt x="68" y="39"/>
                  <a:pt x="68" y="44"/>
                </a:cubicBezTo>
                <a:cubicBezTo>
                  <a:pt x="68" y="48"/>
                  <a:pt x="65" y="52"/>
                  <a:pt x="61" y="5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en-US" sz="1350"/>
          </a:p>
        </p:txBody>
      </p:sp>
      <p:sp>
        <p:nvSpPr>
          <p:cNvPr id="21" name="矩形 20"/>
          <p:cNvSpPr/>
          <p:nvPr/>
        </p:nvSpPr>
        <p:spPr>
          <a:xfrm>
            <a:off x="1021128" y="2558167"/>
            <a:ext cx="2695097" cy="530913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05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 algn="r"/>
            <a:r>
              <a:rPr lang="en-US" altLang="zh-CN" sz="9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22" name="矩形 21"/>
          <p:cNvSpPr/>
          <p:nvPr/>
        </p:nvSpPr>
        <p:spPr>
          <a:xfrm>
            <a:off x="465662" y="3462732"/>
            <a:ext cx="2695097" cy="530913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05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 algn="r"/>
            <a:r>
              <a:rPr lang="en-US" altLang="zh-CN" sz="9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23" name="矩形 22"/>
          <p:cNvSpPr/>
          <p:nvPr/>
        </p:nvSpPr>
        <p:spPr>
          <a:xfrm>
            <a:off x="898690" y="4285256"/>
            <a:ext cx="2695097" cy="530913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05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 algn="r"/>
            <a:r>
              <a:rPr lang="en-US" altLang="zh-CN" sz="9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24" name="矩形 23"/>
          <p:cNvSpPr/>
          <p:nvPr/>
        </p:nvSpPr>
        <p:spPr>
          <a:xfrm>
            <a:off x="5974362" y="3468459"/>
            <a:ext cx="2695097" cy="530913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5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r>
              <a:rPr lang="en-US" altLang="zh-CN" sz="9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25" name="矩形 24"/>
          <p:cNvSpPr/>
          <p:nvPr/>
        </p:nvSpPr>
        <p:spPr>
          <a:xfrm>
            <a:off x="5537065" y="2629429"/>
            <a:ext cx="2695097" cy="530913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5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r>
              <a:rPr lang="en-US" altLang="zh-CN" sz="9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26" name="矩形 25"/>
          <p:cNvSpPr/>
          <p:nvPr/>
        </p:nvSpPr>
        <p:spPr>
          <a:xfrm>
            <a:off x="5548006" y="4306787"/>
            <a:ext cx="2695097" cy="530913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5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r>
              <a:rPr lang="en-US" altLang="zh-CN" sz="9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 flipV="1">
            <a:off x="0" y="857251"/>
            <a:ext cx="9144000" cy="995984"/>
          </a:xfrm>
          <a:custGeom>
            <a:avLst/>
            <a:gdLst>
              <a:gd name="connsiteX0" fmla="*/ 0 w 12192000"/>
              <a:gd name="connsiteY0" fmla="*/ 1327979 h 1327979"/>
              <a:gd name="connsiteX1" fmla="*/ 12192000 w 12192000"/>
              <a:gd name="connsiteY1" fmla="*/ 1327979 h 1327979"/>
              <a:gd name="connsiteX2" fmla="*/ 12192000 w 12192000"/>
              <a:gd name="connsiteY2" fmla="*/ 870779 h 1327979"/>
              <a:gd name="connsiteX3" fmla="*/ 7562844 w 12192000"/>
              <a:gd name="connsiteY3" fmla="*/ 870779 h 1327979"/>
              <a:gd name="connsiteX4" fmla="*/ 7397873 w 12192000"/>
              <a:gd name="connsiteY4" fmla="*/ 818383 h 1327979"/>
              <a:gd name="connsiteX5" fmla="*/ 5990049 w 12192000"/>
              <a:gd name="connsiteY5" fmla="*/ 6 h 1327979"/>
              <a:gd name="connsiteX6" fmla="*/ 105952 w 12192000"/>
              <a:gd name="connsiteY6" fmla="*/ 6 h 1327979"/>
              <a:gd name="connsiteX7" fmla="*/ 0 w 12192000"/>
              <a:gd name="connsiteY7" fmla="*/ 3363 h 1327979"/>
              <a:gd name="connsiteX8" fmla="*/ 0 w 12192000"/>
              <a:gd name="connsiteY8" fmla="*/ 870779 h 1327979"/>
              <a:gd name="connsiteX9" fmla="*/ 0 w 12192000"/>
              <a:gd name="connsiteY9" fmla="*/ 870781 h 132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327979">
                <a:moveTo>
                  <a:pt x="0" y="1327979"/>
                </a:moveTo>
                <a:lnTo>
                  <a:pt x="12192000" y="1327979"/>
                </a:lnTo>
                <a:lnTo>
                  <a:pt x="12192000" y="870779"/>
                </a:lnTo>
                <a:lnTo>
                  <a:pt x="7562844" y="870779"/>
                </a:lnTo>
                <a:lnTo>
                  <a:pt x="7397873" y="818383"/>
                </a:lnTo>
                <a:cubicBezTo>
                  <a:pt x="6652131" y="537909"/>
                  <a:pt x="7036652" y="-1980"/>
                  <a:pt x="5990049" y="6"/>
                </a:cubicBezTo>
                <a:lnTo>
                  <a:pt x="105952" y="6"/>
                </a:lnTo>
                <a:lnTo>
                  <a:pt x="0" y="3363"/>
                </a:lnTo>
                <a:lnTo>
                  <a:pt x="0" y="870779"/>
                </a:lnTo>
                <a:lnTo>
                  <a:pt x="0" y="870781"/>
                </a:lnTo>
                <a:close/>
              </a:path>
            </a:pathLst>
          </a:custGeom>
          <a:solidFill>
            <a:srgbClr val="0E814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3" name="任意多边形 2"/>
          <p:cNvSpPr/>
          <p:nvPr/>
        </p:nvSpPr>
        <p:spPr>
          <a:xfrm flipH="1">
            <a:off x="4572000" y="1172936"/>
            <a:ext cx="4572000" cy="680356"/>
          </a:xfrm>
          <a:custGeom>
            <a:avLst/>
            <a:gdLst>
              <a:gd name="connsiteX0" fmla="*/ 4523198 w 6096000"/>
              <a:gd name="connsiteY0" fmla="*/ 6 h 870781"/>
              <a:gd name="connsiteX1" fmla="*/ 0 w 6096000"/>
              <a:gd name="connsiteY1" fmla="*/ 6 h 870781"/>
              <a:gd name="connsiteX2" fmla="*/ 0 w 6096000"/>
              <a:gd name="connsiteY2" fmla="*/ 870781 h 870781"/>
              <a:gd name="connsiteX3" fmla="*/ 6096000 w 6096000"/>
              <a:gd name="connsiteY3" fmla="*/ 870781 h 870781"/>
              <a:gd name="connsiteX4" fmla="*/ 4523198 w 6096000"/>
              <a:gd name="connsiteY4" fmla="*/ 6 h 870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870781">
                <a:moveTo>
                  <a:pt x="4523198" y="6"/>
                </a:moveTo>
                <a:lnTo>
                  <a:pt x="0" y="6"/>
                </a:lnTo>
                <a:lnTo>
                  <a:pt x="0" y="870781"/>
                </a:lnTo>
                <a:lnTo>
                  <a:pt x="6096000" y="870781"/>
                </a:lnTo>
                <a:cubicBezTo>
                  <a:pt x="5127651" y="612302"/>
                  <a:pt x="5639575" y="-2112"/>
                  <a:pt x="4523198" y="6"/>
                </a:cubicBezTo>
                <a:close/>
              </a:path>
            </a:pathLst>
          </a:custGeom>
          <a:solidFill>
            <a:srgbClr val="95C53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7782" y="1107794"/>
            <a:ext cx="156966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</a:rPr>
              <a:t>标题内容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977084" y="1316905"/>
            <a:ext cx="96372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100" dirty="0">
                <a:solidFill>
                  <a:schemeClr val="bg1"/>
                </a:solidFill>
              </a:rPr>
              <a:t>LOGO</a:t>
            </a:r>
            <a:endParaRPr lang="zh-CN" altLang="en-US" sz="2100" dirty="0">
              <a:solidFill>
                <a:schemeClr val="bg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6727" y="2408545"/>
            <a:ext cx="1404832" cy="2970000"/>
          </a:xfrm>
          <a:prstGeom prst="rect">
            <a:avLst/>
          </a:prstGeom>
        </p:spPr>
      </p:pic>
      <p:sp>
        <p:nvSpPr>
          <p:cNvPr id="8" name="同侧圆角矩形 7"/>
          <p:cNvSpPr/>
          <p:nvPr/>
        </p:nvSpPr>
        <p:spPr>
          <a:xfrm rot="5400000">
            <a:off x="6984510" y="1860457"/>
            <a:ext cx="437028" cy="208261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同侧圆角矩形 8"/>
          <p:cNvSpPr/>
          <p:nvPr/>
        </p:nvSpPr>
        <p:spPr>
          <a:xfrm rot="5400000">
            <a:off x="6841530" y="2548463"/>
            <a:ext cx="437028" cy="179665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同侧圆角矩形 9"/>
          <p:cNvSpPr/>
          <p:nvPr/>
        </p:nvSpPr>
        <p:spPr>
          <a:xfrm rot="5400000">
            <a:off x="6984510" y="2950510"/>
            <a:ext cx="437028" cy="208261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同侧圆角矩形 10"/>
          <p:cNvSpPr/>
          <p:nvPr/>
        </p:nvSpPr>
        <p:spPr>
          <a:xfrm rot="5400000">
            <a:off x="6841531" y="3638517"/>
            <a:ext cx="437027" cy="179665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矩形 11"/>
          <p:cNvSpPr/>
          <p:nvPr/>
        </p:nvSpPr>
        <p:spPr>
          <a:xfrm>
            <a:off x="5397091" y="2892798"/>
            <a:ext cx="437400" cy="437029"/>
          </a:xfrm>
          <a:prstGeom prst="rect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矩形 12"/>
          <p:cNvSpPr/>
          <p:nvPr/>
        </p:nvSpPr>
        <p:spPr>
          <a:xfrm>
            <a:off x="5397091" y="3437825"/>
            <a:ext cx="437400" cy="437029"/>
          </a:xfrm>
          <a:prstGeom prst="rect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矩形 13"/>
          <p:cNvSpPr/>
          <p:nvPr/>
        </p:nvSpPr>
        <p:spPr>
          <a:xfrm>
            <a:off x="5397091" y="3982852"/>
            <a:ext cx="437400" cy="437029"/>
          </a:xfrm>
          <a:prstGeom prst="rect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矩形 14"/>
          <p:cNvSpPr/>
          <p:nvPr/>
        </p:nvSpPr>
        <p:spPr>
          <a:xfrm>
            <a:off x="5397091" y="4527879"/>
            <a:ext cx="437400" cy="437029"/>
          </a:xfrm>
          <a:prstGeom prst="rect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平行四边形 15"/>
          <p:cNvSpPr/>
          <p:nvPr/>
        </p:nvSpPr>
        <p:spPr>
          <a:xfrm rot="16200000" flipH="1">
            <a:off x="5674815" y="2842924"/>
            <a:ext cx="646578" cy="327227"/>
          </a:xfrm>
          <a:prstGeom prst="parallelogram">
            <a:avLst>
              <a:gd name="adj" fmla="val 64392"/>
            </a:avLst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平行四边形 16"/>
          <p:cNvSpPr/>
          <p:nvPr/>
        </p:nvSpPr>
        <p:spPr>
          <a:xfrm rot="16200000" flipH="1">
            <a:off x="5674815" y="3387951"/>
            <a:ext cx="646578" cy="327227"/>
          </a:xfrm>
          <a:prstGeom prst="parallelogram">
            <a:avLst>
              <a:gd name="adj" fmla="val 64392"/>
            </a:avLst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8" name="平行四边形 17"/>
          <p:cNvSpPr/>
          <p:nvPr/>
        </p:nvSpPr>
        <p:spPr>
          <a:xfrm rot="16200000" flipH="1">
            <a:off x="5674815" y="3932977"/>
            <a:ext cx="646578" cy="327227"/>
          </a:xfrm>
          <a:prstGeom prst="parallelogram">
            <a:avLst>
              <a:gd name="adj" fmla="val 64392"/>
            </a:avLst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9" name="平行四边形 18"/>
          <p:cNvSpPr/>
          <p:nvPr/>
        </p:nvSpPr>
        <p:spPr>
          <a:xfrm rot="16200000" flipH="1">
            <a:off x="5674815" y="4478003"/>
            <a:ext cx="646578" cy="327227"/>
          </a:xfrm>
          <a:prstGeom prst="parallelogram">
            <a:avLst>
              <a:gd name="adj" fmla="val 62937"/>
            </a:avLst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0" name="矩形 19"/>
          <p:cNvSpPr/>
          <p:nvPr/>
        </p:nvSpPr>
        <p:spPr>
          <a:xfrm>
            <a:off x="6161716" y="4330898"/>
            <a:ext cx="1635758" cy="415496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750" b="1" dirty="0">
                <a:solidFill>
                  <a:schemeClr val="bg1"/>
                </a:solidFill>
              </a:rPr>
              <a:t>在此添加关键字</a:t>
            </a:r>
          </a:p>
          <a:p>
            <a:r>
              <a:rPr lang="en-US" altLang="zh-CN" sz="675" dirty="0">
                <a:solidFill>
                  <a:schemeClr val="bg1"/>
                </a:solidFill>
              </a:rPr>
              <a:t>Lorem ipsum dolor sit amet, consectetuer adipiscing elit. </a:t>
            </a:r>
          </a:p>
        </p:txBody>
      </p:sp>
      <p:sp>
        <p:nvSpPr>
          <p:cNvPr id="21" name="矩形 20"/>
          <p:cNvSpPr/>
          <p:nvPr/>
        </p:nvSpPr>
        <p:spPr>
          <a:xfrm>
            <a:off x="6161716" y="3787954"/>
            <a:ext cx="1635758" cy="415496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750" b="1" dirty="0">
                <a:solidFill>
                  <a:schemeClr val="bg1"/>
                </a:solidFill>
              </a:rPr>
              <a:t>在此添加关键字</a:t>
            </a:r>
          </a:p>
          <a:p>
            <a:r>
              <a:rPr lang="en-US" altLang="zh-CN" sz="675" dirty="0">
                <a:solidFill>
                  <a:schemeClr val="bg1"/>
                </a:solidFill>
              </a:rPr>
              <a:t>Lorem ipsum dolor sit amet, consectetuer adipiscing elit. </a:t>
            </a:r>
          </a:p>
        </p:txBody>
      </p:sp>
      <p:sp>
        <p:nvSpPr>
          <p:cNvPr id="22" name="矩形 21"/>
          <p:cNvSpPr/>
          <p:nvPr/>
        </p:nvSpPr>
        <p:spPr>
          <a:xfrm>
            <a:off x="6161716" y="3244729"/>
            <a:ext cx="1635758" cy="415496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750" b="1" dirty="0">
                <a:solidFill>
                  <a:schemeClr val="bg1"/>
                </a:solidFill>
              </a:rPr>
              <a:t>在此添加关键字</a:t>
            </a:r>
          </a:p>
          <a:p>
            <a:r>
              <a:rPr lang="en-US" altLang="zh-CN" sz="675" dirty="0">
                <a:solidFill>
                  <a:schemeClr val="bg1"/>
                </a:solidFill>
              </a:rPr>
              <a:t>Lorem ipsum dolor sit amet, consectetuer adipiscing elit. </a:t>
            </a:r>
          </a:p>
        </p:txBody>
      </p:sp>
      <p:sp>
        <p:nvSpPr>
          <p:cNvPr id="23" name="矩形 22"/>
          <p:cNvSpPr/>
          <p:nvPr/>
        </p:nvSpPr>
        <p:spPr>
          <a:xfrm>
            <a:off x="6161716" y="2686514"/>
            <a:ext cx="1635758" cy="415496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750" b="1" dirty="0">
                <a:solidFill>
                  <a:schemeClr val="bg1"/>
                </a:solidFill>
              </a:rPr>
              <a:t>在此添加关键字</a:t>
            </a:r>
          </a:p>
          <a:p>
            <a:r>
              <a:rPr lang="en-US" altLang="zh-CN" sz="675" dirty="0">
                <a:solidFill>
                  <a:schemeClr val="bg1"/>
                </a:solidFill>
              </a:rPr>
              <a:t>Lorem ipsum dolor sit amet, consectetuer adipiscing elit. 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30" r="8810"/>
          <a:stretch>
            <a:fillRect/>
          </a:stretch>
        </p:blipFill>
        <p:spPr>
          <a:xfrm>
            <a:off x="4038076" y="2840892"/>
            <a:ext cx="1162569" cy="2137042"/>
          </a:xfrm>
          <a:prstGeom prst="rect">
            <a:avLst/>
          </a:prstGeom>
        </p:spPr>
      </p:pic>
      <p:sp>
        <p:nvSpPr>
          <p:cNvPr id="25" name="Freeform 1107"/>
          <p:cNvSpPr>
            <a:spLocks noChangeAspect="1"/>
          </p:cNvSpPr>
          <p:nvPr/>
        </p:nvSpPr>
        <p:spPr bwMode="auto">
          <a:xfrm>
            <a:off x="5492010" y="2969379"/>
            <a:ext cx="270000" cy="270000"/>
          </a:xfrm>
          <a:custGeom>
            <a:avLst/>
            <a:gdLst>
              <a:gd name="T0" fmla="*/ 72 w 144"/>
              <a:gd name="T1" fmla="*/ 0 h 144"/>
              <a:gd name="T2" fmla="*/ 0 w 144"/>
              <a:gd name="T3" fmla="*/ 72 h 144"/>
              <a:gd name="T4" fmla="*/ 6 w 144"/>
              <a:gd name="T5" fmla="*/ 101 h 144"/>
              <a:gd name="T6" fmla="*/ 45 w 144"/>
              <a:gd name="T7" fmla="*/ 40 h 144"/>
              <a:gd name="T8" fmla="*/ 63 w 144"/>
              <a:gd name="T9" fmla="*/ 52 h 144"/>
              <a:gd name="T10" fmla="*/ 56 w 144"/>
              <a:gd name="T11" fmla="*/ 57 h 144"/>
              <a:gd name="T12" fmla="*/ 28 w 144"/>
              <a:gd name="T13" fmla="*/ 102 h 144"/>
              <a:gd name="T14" fmla="*/ 26 w 144"/>
              <a:gd name="T15" fmla="*/ 112 h 144"/>
              <a:gd name="T16" fmla="*/ 31 w 144"/>
              <a:gd name="T17" fmla="*/ 119 h 144"/>
              <a:gd name="T18" fmla="*/ 40 w 144"/>
              <a:gd name="T19" fmla="*/ 120 h 144"/>
              <a:gd name="T20" fmla="*/ 47 w 144"/>
              <a:gd name="T21" fmla="*/ 115 h 144"/>
              <a:gd name="T22" fmla="*/ 65 w 144"/>
              <a:gd name="T23" fmla="*/ 86 h 144"/>
              <a:gd name="T24" fmla="*/ 64 w 144"/>
              <a:gd name="T25" fmla="*/ 81 h 144"/>
              <a:gd name="T26" fmla="*/ 59 w 144"/>
              <a:gd name="T27" fmla="*/ 82 h 144"/>
              <a:gd name="T28" fmla="*/ 41 w 144"/>
              <a:gd name="T29" fmla="*/ 111 h 144"/>
              <a:gd name="T30" fmla="*/ 38 w 144"/>
              <a:gd name="T31" fmla="*/ 114 h 144"/>
              <a:gd name="T32" fmla="*/ 35 w 144"/>
              <a:gd name="T33" fmla="*/ 113 h 144"/>
              <a:gd name="T34" fmla="*/ 33 w 144"/>
              <a:gd name="T35" fmla="*/ 110 h 144"/>
              <a:gd name="T36" fmla="*/ 34 w 144"/>
              <a:gd name="T37" fmla="*/ 106 h 144"/>
              <a:gd name="T38" fmla="*/ 62 w 144"/>
              <a:gd name="T39" fmla="*/ 61 h 144"/>
              <a:gd name="T40" fmla="*/ 71 w 144"/>
              <a:gd name="T41" fmla="*/ 57 h 144"/>
              <a:gd name="T42" fmla="*/ 113 w 144"/>
              <a:gd name="T43" fmla="*/ 83 h 144"/>
              <a:gd name="T44" fmla="*/ 75 w 144"/>
              <a:gd name="T45" fmla="*/ 144 h 144"/>
              <a:gd name="T46" fmla="*/ 144 w 144"/>
              <a:gd name="T47" fmla="*/ 72 h 144"/>
              <a:gd name="T48" fmla="*/ 72 w 144"/>
              <a:gd name="T49" fmla="*/ 0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44" h="144">
                <a:moveTo>
                  <a:pt x="72" y="0"/>
                </a:moveTo>
                <a:cubicBezTo>
                  <a:pt x="32" y="0"/>
                  <a:pt x="0" y="32"/>
                  <a:pt x="0" y="72"/>
                </a:cubicBezTo>
                <a:cubicBezTo>
                  <a:pt x="0" y="82"/>
                  <a:pt x="2" y="92"/>
                  <a:pt x="6" y="101"/>
                </a:cubicBezTo>
                <a:cubicBezTo>
                  <a:pt x="45" y="40"/>
                  <a:pt x="45" y="40"/>
                  <a:pt x="45" y="40"/>
                </a:cubicBezTo>
                <a:cubicBezTo>
                  <a:pt x="63" y="52"/>
                  <a:pt x="63" y="52"/>
                  <a:pt x="63" y="52"/>
                </a:cubicBezTo>
                <a:cubicBezTo>
                  <a:pt x="60" y="53"/>
                  <a:pt x="58" y="55"/>
                  <a:pt x="56" y="57"/>
                </a:cubicBezTo>
                <a:cubicBezTo>
                  <a:pt x="28" y="102"/>
                  <a:pt x="28" y="102"/>
                  <a:pt x="28" y="102"/>
                </a:cubicBezTo>
                <a:cubicBezTo>
                  <a:pt x="26" y="105"/>
                  <a:pt x="25" y="109"/>
                  <a:pt x="26" y="112"/>
                </a:cubicBezTo>
                <a:cubicBezTo>
                  <a:pt x="27" y="114"/>
                  <a:pt x="29" y="117"/>
                  <a:pt x="31" y="119"/>
                </a:cubicBezTo>
                <a:cubicBezTo>
                  <a:pt x="34" y="120"/>
                  <a:pt x="37" y="121"/>
                  <a:pt x="40" y="120"/>
                </a:cubicBezTo>
                <a:cubicBezTo>
                  <a:pt x="43" y="120"/>
                  <a:pt x="45" y="118"/>
                  <a:pt x="47" y="115"/>
                </a:cubicBezTo>
                <a:cubicBezTo>
                  <a:pt x="65" y="86"/>
                  <a:pt x="65" y="86"/>
                  <a:pt x="65" y="86"/>
                </a:cubicBezTo>
                <a:cubicBezTo>
                  <a:pt x="66" y="84"/>
                  <a:pt x="66" y="82"/>
                  <a:pt x="64" y="81"/>
                </a:cubicBezTo>
                <a:cubicBezTo>
                  <a:pt x="63" y="80"/>
                  <a:pt x="60" y="81"/>
                  <a:pt x="59" y="82"/>
                </a:cubicBezTo>
                <a:cubicBezTo>
                  <a:pt x="41" y="111"/>
                  <a:pt x="41" y="111"/>
                  <a:pt x="41" y="111"/>
                </a:cubicBezTo>
                <a:cubicBezTo>
                  <a:pt x="41" y="113"/>
                  <a:pt x="39" y="113"/>
                  <a:pt x="38" y="114"/>
                </a:cubicBezTo>
                <a:cubicBezTo>
                  <a:pt x="37" y="114"/>
                  <a:pt x="36" y="114"/>
                  <a:pt x="35" y="113"/>
                </a:cubicBezTo>
                <a:cubicBezTo>
                  <a:pt x="34" y="112"/>
                  <a:pt x="33" y="111"/>
                  <a:pt x="33" y="110"/>
                </a:cubicBezTo>
                <a:cubicBezTo>
                  <a:pt x="32" y="109"/>
                  <a:pt x="33" y="108"/>
                  <a:pt x="34" y="106"/>
                </a:cubicBezTo>
                <a:cubicBezTo>
                  <a:pt x="62" y="61"/>
                  <a:pt x="62" y="61"/>
                  <a:pt x="62" y="61"/>
                </a:cubicBezTo>
                <a:cubicBezTo>
                  <a:pt x="64" y="58"/>
                  <a:pt x="68" y="56"/>
                  <a:pt x="71" y="57"/>
                </a:cubicBezTo>
                <a:cubicBezTo>
                  <a:pt x="113" y="83"/>
                  <a:pt x="113" y="83"/>
                  <a:pt x="113" y="83"/>
                </a:cubicBezTo>
                <a:cubicBezTo>
                  <a:pt x="75" y="144"/>
                  <a:pt x="75" y="144"/>
                  <a:pt x="75" y="144"/>
                </a:cubicBezTo>
                <a:cubicBezTo>
                  <a:pt x="113" y="143"/>
                  <a:pt x="144" y="111"/>
                  <a:pt x="144" y="72"/>
                </a:cubicBezTo>
                <a:cubicBezTo>
                  <a:pt x="144" y="32"/>
                  <a:pt x="112" y="0"/>
                  <a:pt x="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en-US" sz="1350"/>
          </a:p>
        </p:txBody>
      </p:sp>
      <p:grpSp>
        <p:nvGrpSpPr>
          <p:cNvPr id="26" name="组合 25"/>
          <p:cNvGrpSpPr>
            <a:grpSpLocks noChangeAspect="1"/>
          </p:cNvGrpSpPr>
          <p:nvPr/>
        </p:nvGrpSpPr>
        <p:grpSpPr>
          <a:xfrm>
            <a:off x="5480791" y="3530303"/>
            <a:ext cx="270000" cy="270000"/>
            <a:chOff x="7331393" y="6218848"/>
            <a:chExt cx="539750" cy="539750"/>
          </a:xfrm>
          <a:solidFill>
            <a:schemeClr val="bg1"/>
          </a:solidFill>
        </p:grpSpPr>
        <p:sp>
          <p:nvSpPr>
            <p:cNvPr id="27" name="Freeform 1108"/>
            <p:cNvSpPr>
              <a:spLocks noChangeAspect="1"/>
            </p:cNvSpPr>
            <p:nvPr/>
          </p:nvSpPr>
          <p:spPr bwMode="auto">
            <a:xfrm>
              <a:off x="7482205" y="6372836"/>
              <a:ext cx="63500" cy="66675"/>
            </a:xfrm>
            <a:custGeom>
              <a:avLst/>
              <a:gdLst>
                <a:gd name="T0" fmla="*/ 3 w 17"/>
                <a:gd name="T1" fmla="*/ 3 h 18"/>
                <a:gd name="T2" fmla="*/ 3 w 17"/>
                <a:gd name="T3" fmla="*/ 15 h 18"/>
                <a:gd name="T4" fmla="*/ 14 w 17"/>
                <a:gd name="T5" fmla="*/ 15 h 18"/>
                <a:gd name="T6" fmla="*/ 14 w 17"/>
                <a:gd name="T7" fmla="*/ 3 h 18"/>
                <a:gd name="T8" fmla="*/ 3 w 17"/>
                <a:gd name="T9" fmla="*/ 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8">
                  <a:moveTo>
                    <a:pt x="3" y="3"/>
                  </a:moveTo>
                  <a:cubicBezTo>
                    <a:pt x="0" y="7"/>
                    <a:pt x="0" y="12"/>
                    <a:pt x="3" y="15"/>
                  </a:cubicBezTo>
                  <a:cubicBezTo>
                    <a:pt x="6" y="18"/>
                    <a:pt x="11" y="18"/>
                    <a:pt x="14" y="15"/>
                  </a:cubicBezTo>
                  <a:cubicBezTo>
                    <a:pt x="17" y="12"/>
                    <a:pt x="17" y="7"/>
                    <a:pt x="14" y="3"/>
                  </a:cubicBezTo>
                  <a:cubicBezTo>
                    <a:pt x="11" y="0"/>
                    <a:pt x="6" y="0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/>
            </a:p>
          </p:txBody>
        </p:sp>
        <p:sp>
          <p:nvSpPr>
            <p:cNvPr id="28" name="Freeform 1109"/>
            <p:cNvSpPr>
              <a:spLocks noChangeAspect="1" noEditPoints="1"/>
            </p:cNvSpPr>
            <p:nvPr/>
          </p:nvSpPr>
          <p:spPr bwMode="auto">
            <a:xfrm>
              <a:off x="7331393" y="6218848"/>
              <a:ext cx="539750" cy="539750"/>
            </a:xfrm>
            <a:custGeom>
              <a:avLst/>
              <a:gdLst>
                <a:gd name="T0" fmla="*/ 72 w 144"/>
                <a:gd name="T1" fmla="*/ 0 h 144"/>
                <a:gd name="T2" fmla="*/ 0 w 144"/>
                <a:gd name="T3" fmla="*/ 72 h 144"/>
                <a:gd name="T4" fmla="*/ 72 w 144"/>
                <a:gd name="T5" fmla="*/ 144 h 144"/>
                <a:gd name="T6" fmla="*/ 144 w 144"/>
                <a:gd name="T7" fmla="*/ 72 h 144"/>
                <a:gd name="T8" fmla="*/ 72 w 144"/>
                <a:gd name="T9" fmla="*/ 0 h 144"/>
                <a:gd name="T10" fmla="*/ 77 w 144"/>
                <a:gd name="T11" fmla="*/ 124 h 144"/>
                <a:gd name="T12" fmla="*/ 29 w 144"/>
                <a:gd name="T13" fmla="*/ 76 h 144"/>
                <a:gd name="T14" fmla="*/ 29 w 144"/>
                <a:gd name="T15" fmla="*/ 47 h 144"/>
                <a:gd name="T16" fmla="*/ 46 w 144"/>
                <a:gd name="T17" fmla="*/ 30 h 144"/>
                <a:gd name="T18" fmla="*/ 74 w 144"/>
                <a:gd name="T19" fmla="*/ 30 h 144"/>
                <a:gd name="T20" fmla="*/ 123 w 144"/>
                <a:gd name="T21" fmla="*/ 79 h 144"/>
                <a:gd name="T22" fmla="*/ 77 w 144"/>
                <a:gd name="T23" fmla="*/ 12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4" h="144">
                  <a:moveTo>
                    <a:pt x="72" y="0"/>
                  </a:moveTo>
                  <a:cubicBezTo>
                    <a:pt x="32" y="0"/>
                    <a:pt x="0" y="32"/>
                    <a:pt x="0" y="72"/>
                  </a:cubicBezTo>
                  <a:cubicBezTo>
                    <a:pt x="0" y="112"/>
                    <a:pt x="32" y="144"/>
                    <a:pt x="72" y="144"/>
                  </a:cubicBezTo>
                  <a:cubicBezTo>
                    <a:pt x="112" y="144"/>
                    <a:pt x="144" y="112"/>
                    <a:pt x="144" y="72"/>
                  </a:cubicBezTo>
                  <a:cubicBezTo>
                    <a:pt x="144" y="32"/>
                    <a:pt x="112" y="0"/>
                    <a:pt x="72" y="0"/>
                  </a:cubicBezTo>
                  <a:close/>
                  <a:moveTo>
                    <a:pt x="77" y="124"/>
                  </a:moveTo>
                  <a:cubicBezTo>
                    <a:pt x="29" y="76"/>
                    <a:pt x="29" y="76"/>
                    <a:pt x="29" y="76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123" y="79"/>
                    <a:pt x="123" y="79"/>
                    <a:pt x="123" y="79"/>
                  </a:cubicBezTo>
                  <a:lnTo>
                    <a:pt x="77" y="1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/>
            </a:p>
          </p:txBody>
        </p:sp>
      </p:grpSp>
      <p:sp>
        <p:nvSpPr>
          <p:cNvPr id="29" name="Freeform 1110"/>
          <p:cNvSpPr>
            <a:spLocks noChangeAspect="1" noEditPoints="1"/>
          </p:cNvSpPr>
          <p:nvPr/>
        </p:nvSpPr>
        <p:spPr bwMode="auto">
          <a:xfrm>
            <a:off x="5480791" y="4072724"/>
            <a:ext cx="270000" cy="270000"/>
          </a:xfrm>
          <a:custGeom>
            <a:avLst/>
            <a:gdLst>
              <a:gd name="T0" fmla="*/ 72 w 144"/>
              <a:gd name="T1" fmla="*/ 0 h 144"/>
              <a:gd name="T2" fmla="*/ 0 w 144"/>
              <a:gd name="T3" fmla="*/ 72 h 144"/>
              <a:gd name="T4" fmla="*/ 72 w 144"/>
              <a:gd name="T5" fmla="*/ 144 h 144"/>
              <a:gd name="T6" fmla="*/ 144 w 144"/>
              <a:gd name="T7" fmla="*/ 72 h 144"/>
              <a:gd name="T8" fmla="*/ 72 w 144"/>
              <a:gd name="T9" fmla="*/ 0 h 144"/>
              <a:gd name="T10" fmla="*/ 110 w 144"/>
              <a:gd name="T11" fmla="*/ 76 h 144"/>
              <a:gd name="T12" fmla="*/ 105 w 144"/>
              <a:gd name="T13" fmla="*/ 91 h 144"/>
              <a:gd name="T14" fmla="*/ 109 w 144"/>
              <a:gd name="T15" fmla="*/ 104 h 144"/>
              <a:gd name="T16" fmla="*/ 91 w 144"/>
              <a:gd name="T17" fmla="*/ 117 h 144"/>
              <a:gd name="T18" fmla="*/ 80 w 144"/>
              <a:gd name="T19" fmla="*/ 110 h 144"/>
              <a:gd name="T20" fmla="*/ 72 w 144"/>
              <a:gd name="T21" fmla="*/ 111 h 144"/>
              <a:gd name="T22" fmla="*/ 64 w 144"/>
              <a:gd name="T23" fmla="*/ 110 h 144"/>
              <a:gd name="T24" fmla="*/ 53 w 144"/>
              <a:gd name="T25" fmla="*/ 117 h 144"/>
              <a:gd name="T26" fmla="*/ 35 w 144"/>
              <a:gd name="T27" fmla="*/ 104 h 144"/>
              <a:gd name="T28" fmla="*/ 39 w 144"/>
              <a:gd name="T29" fmla="*/ 91 h 144"/>
              <a:gd name="T30" fmla="*/ 34 w 144"/>
              <a:gd name="T31" fmla="*/ 76 h 144"/>
              <a:gd name="T32" fmla="*/ 23 w 144"/>
              <a:gd name="T33" fmla="*/ 68 h 144"/>
              <a:gd name="T34" fmla="*/ 30 w 144"/>
              <a:gd name="T35" fmla="*/ 46 h 144"/>
              <a:gd name="T36" fmla="*/ 43 w 144"/>
              <a:gd name="T37" fmla="*/ 46 h 144"/>
              <a:gd name="T38" fmla="*/ 56 w 144"/>
              <a:gd name="T39" fmla="*/ 37 h 144"/>
              <a:gd name="T40" fmla="*/ 60 w 144"/>
              <a:gd name="T41" fmla="*/ 24 h 144"/>
              <a:gd name="T42" fmla="*/ 84 w 144"/>
              <a:gd name="T43" fmla="*/ 24 h 144"/>
              <a:gd name="T44" fmla="*/ 88 w 144"/>
              <a:gd name="T45" fmla="*/ 37 h 144"/>
              <a:gd name="T46" fmla="*/ 101 w 144"/>
              <a:gd name="T47" fmla="*/ 46 h 144"/>
              <a:gd name="T48" fmla="*/ 114 w 144"/>
              <a:gd name="T49" fmla="*/ 46 h 144"/>
              <a:gd name="T50" fmla="*/ 121 w 144"/>
              <a:gd name="T51" fmla="*/ 68 h 144"/>
              <a:gd name="T52" fmla="*/ 110 w 144"/>
              <a:gd name="T53" fmla="*/ 76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44" h="144">
                <a:moveTo>
                  <a:pt x="72" y="0"/>
                </a:moveTo>
                <a:cubicBezTo>
                  <a:pt x="32" y="0"/>
                  <a:pt x="0" y="32"/>
                  <a:pt x="0" y="72"/>
                </a:cubicBezTo>
                <a:cubicBezTo>
                  <a:pt x="0" y="112"/>
                  <a:pt x="32" y="144"/>
                  <a:pt x="72" y="144"/>
                </a:cubicBezTo>
                <a:cubicBezTo>
                  <a:pt x="112" y="144"/>
                  <a:pt x="144" y="112"/>
                  <a:pt x="144" y="72"/>
                </a:cubicBezTo>
                <a:cubicBezTo>
                  <a:pt x="144" y="32"/>
                  <a:pt x="112" y="0"/>
                  <a:pt x="72" y="0"/>
                </a:cubicBezTo>
                <a:close/>
                <a:moveTo>
                  <a:pt x="110" y="76"/>
                </a:moveTo>
                <a:cubicBezTo>
                  <a:pt x="110" y="81"/>
                  <a:pt x="108" y="87"/>
                  <a:pt x="105" y="91"/>
                </a:cubicBezTo>
                <a:cubicBezTo>
                  <a:pt x="109" y="104"/>
                  <a:pt x="109" y="104"/>
                  <a:pt x="109" y="104"/>
                </a:cubicBezTo>
                <a:cubicBezTo>
                  <a:pt x="91" y="117"/>
                  <a:pt x="91" y="117"/>
                  <a:pt x="91" y="117"/>
                </a:cubicBezTo>
                <a:cubicBezTo>
                  <a:pt x="80" y="110"/>
                  <a:pt x="80" y="110"/>
                  <a:pt x="80" y="110"/>
                </a:cubicBezTo>
                <a:cubicBezTo>
                  <a:pt x="78" y="110"/>
                  <a:pt x="75" y="111"/>
                  <a:pt x="72" y="111"/>
                </a:cubicBezTo>
                <a:cubicBezTo>
                  <a:pt x="69" y="111"/>
                  <a:pt x="66" y="110"/>
                  <a:pt x="64" y="110"/>
                </a:cubicBezTo>
                <a:cubicBezTo>
                  <a:pt x="53" y="117"/>
                  <a:pt x="53" y="117"/>
                  <a:pt x="53" y="117"/>
                </a:cubicBezTo>
                <a:cubicBezTo>
                  <a:pt x="35" y="104"/>
                  <a:pt x="35" y="104"/>
                  <a:pt x="35" y="104"/>
                </a:cubicBezTo>
                <a:cubicBezTo>
                  <a:pt x="39" y="91"/>
                  <a:pt x="39" y="91"/>
                  <a:pt x="39" y="91"/>
                </a:cubicBezTo>
                <a:cubicBezTo>
                  <a:pt x="36" y="87"/>
                  <a:pt x="34" y="81"/>
                  <a:pt x="34" y="76"/>
                </a:cubicBezTo>
                <a:cubicBezTo>
                  <a:pt x="23" y="68"/>
                  <a:pt x="23" y="68"/>
                  <a:pt x="23" y="68"/>
                </a:cubicBezTo>
                <a:cubicBezTo>
                  <a:pt x="30" y="46"/>
                  <a:pt x="30" y="46"/>
                  <a:pt x="30" y="46"/>
                </a:cubicBezTo>
                <a:cubicBezTo>
                  <a:pt x="43" y="46"/>
                  <a:pt x="43" y="46"/>
                  <a:pt x="43" y="46"/>
                </a:cubicBezTo>
                <a:cubicBezTo>
                  <a:pt x="47" y="42"/>
                  <a:pt x="51" y="39"/>
                  <a:pt x="56" y="37"/>
                </a:cubicBezTo>
                <a:cubicBezTo>
                  <a:pt x="60" y="24"/>
                  <a:pt x="60" y="24"/>
                  <a:pt x="60" y="24"/>
                </a:cubicBezTo>
                <a:cubicBezTo>
                  <a:pt x="84" y="24"/>
                  <a:pt x="84" y="24"/>
                  <a:pt x="84" y="24"/>
                </a:cubicBezTo>
                <a:cubicBezTo>
                  <a:pt x="88" y="37"/>
                  <a:pt x="88" y="37"/>
                  <a:pt x="88" y="37"/>
                </a:cubicBezTo>
                <a:cubicBezTo>
                  <a:pt x="93" y="39"/>
                  <a:pt x="97" y="42"/>
                  <a:pt x="101" y="46"/>
                </a:cubicBezTo>
                <a:cubicBezTo>
                  <a:pt x="114" y="46"/>
                  <a:pt x="114" y="46"/>
                  <a:pt x="114" y="46"/>
                </a:cubicBezTo>
                <a:cubicBezTo>
                  <a:pt x="121" y="68"/>
                  <a:pt x="121" y="68"/>
                  <a:pt x="121" y="68"/>
                </a:cubicBezTo>
                <a:lnTo>
                  <a:pt x="110" y="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en-US" sz="1350"/>
          </a:p>
        </p:txBody>
      </p:sp>
      <p:grpSp>
        <p:nvGrpSpPr>
          <p:cNvPr id="30" name="组合 29"/>
          <p:cNvGrpSpPr>
            <a:grpSpLocks noChangeAspect="1"/>
          </p:cNvGrpSpPr>
          <p:nvPr/>
        </p:nvGrpSpPr>
        <p:grpSpPr>
          <a:xfrm>
            <a:off x="5478198" y="4620356"/>
            <a:ext cx="270794" cy="270000"/>
            <a:chOff x="9477693" y="6218848"/>
            <a:chExt cx="541338" cy="539750"/>
          </a:xfrm>
          <a:solidFill>
            <a:schemeClr val="bg1"/>
          </a:solidFill>
        </p:grpSpPr>
        <p:sp>
          <p:nvSpPr>
            <p:cNvPr id="31" name="Freeform 1111"/>
            <p:cNvSpPr>
              <a:spLocks noEditPoints="1"/>
            </p:cNvSpPr>
            <p:nvPr/>
          </p:nvSpPr>
          <p:spPr bwMode="auto">
            <a:xfrm>
              <a:off x="9477693" y="6218848"/>
              <a:ext cx="541338" cy="539750"/>
            </a:xfrm>
            <a:custGeom>
              <a:avLst/>
              <a:gdLst>
                <a:gd name="T0" fmla="*/ 72 w 144"/>
                <a:gd name="T1" fmla="*/ 0 h 144"/>
                <a:gd name="T2" fmla="*/ 0 w 144"/>
                <a:gd name="T3" fmla="*/ 72 h 144"/>
                <a:gd name="T4" fmla="*/ 72 w 144"/>
                <a:gd name="T5" fmla="*/ 144 h 144"/>
                <a:gd name="T6" fmla="*/ 144 w 144"/>
                <a:gd name="T7" fmla="*/ 72 h 144"/>
                <a:gd name="T8" fmla="*/ 72 w 144"/>
                <a:gd name="T9" fmla="*/ 0 h 144"/>
                <a:gd name="T10" fmla="*/ 114 w 144"/>
                <a:gd name="T11" fmla="*/ 102 h 144"/>
                <a:gd name="T12" fmla="*/ 96 w 144"/>
                <a:gd name="T13" fmla="*/ 105 h 144"/>
                <a:gd name="T14" fmla="*/ 88 w 144"/>
                <a:gd name="T15" fmla="*/ 121 h 144"/>
                <a:gd name="T16" fmla="*/ 72 w 144"/>
                <a:gd name="T17" fmla="*/ 113 h 144"/>
                <a:gd name="T18" fmla="*/ 56 w 144"/>
                <a:gd name="T19" fmla="*/ 121 h 144"/>
                <a:gd name="T20" fmla="*/ 48 w 144"/>
                <a:gd name="T21" fmla="*/ 105 h 144"/>
                <a:gd name="T22" fmla="*/ 30 w 144"/>
                <a:gd name="T23" fmla="*/ 102 h 144"/>
                <a:gd name="T24" fmla="*/ 33 w 144"/>
                <a:gd name="T25" fmla="*/ 85 h 144"/>
                <a:gd name="T26" fmla="*/ 20 w 144"/>
                <a:gd name="T27" fmla="*/ 72 h 144"/>
                <a:gd name="T28" fmla="*/ 33 w 144"/>
                <a:gd name="T29" fmla="*/ 59 h 144"/>
                <a:gd name="T30" fmla="*/ 30 w 144"/>
                <a:gd name="T31" fmla="*/ 42 h 144"/>
                <a:gd name="T32" fmla="*/ 48 w 144"/>
                <a:gd name="T33" fmla="*/ 39 h 144"/>
                <a:gd name="T34" fmla="*/ 56 w 144"/>
                <a:gd name="T35" fmla="*/ 23 h 144"/>
                <a:gd name="T36" fmla="*/ 72 w 144"/>
                <a:gd name="T37" fmla="*/ 31 h 144"/>
                <a:gd name="T38" fmla="*/ 88 w 144"/>
                <a:gd name="T39" fmla="*/ 23 h 144"/>
                <a:gd name="T40" fmla="*/ 96 w 144"/>
                <a:gd name="T41" fmla="*/ 39 h 144"/>
                <a:gd name="T42" fmla="*/ 114 w 144"/>
                <a:gd name="T43" fmla="*/ 42 h 144"/>
                <a:gd name="T44" fmla="*/ 111 w 144"/>
                <a:gd name="T45" fmla="*/ 59 h 144"/>
                <a:gd name="T46" fmla="*/ 124 w 144"/>
                <a:gd name="T47" fmla="*/ 72 h 144"/>
                <a:gd name="T48" fmla="*/ 111 w 144"/>
                <a:gd name="T49" fmla="*/ 85 h 144"/>
                <a:gd name="T50" fmla="*/ 114 w 144"/>
                <a:gd name="T51" fmla="*/ 102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4" h="144">
                  <a:moveTo>
                    <a:pt x="72" y="0"/>
                  </a:moveTo>
                  <a:cubicBezTo>
                    <a:pt x="32" y="0"/>
                    <a:pt x="0" y="32"/>
                    <a:pt x="0" y="72"/>
                  </a:cubicBezTo>
                  <a:cubicBezTo>
                    <a:pt x="0" y="112"/>
                    <a:pt x="32" y="144"/>
                    <a:pt x="72" y="144"/>
                  </a:cubicBezTo>
                  <a:cubicBezTo>
                    <a:pt x="112" y="144"/>
                    <a:pt x="144" y="112"/>
                    <a:pt x="144" y="72"/>
                  </a:cubicBezTo>
                  <a:cubicBezTo>
                    <a:pt x="144" y="32"/>
                    <a:pt x="112" y="0"/>
                    <a:pt x="72" y="0"/>
                  </a:cubicBezTo>
                  <a:close/>
                  <a:moveTo>
                    <a:pt x="114" y="102"/>
                  </a:moveTo>
                  <a:cubicBezTo>
                    <a:pt x="96" y="105"/>
                    <a:pt x="96" y="105"/>
                    <a:pt x="96" y="105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72" y="113"/>
                    <a:pt x="72" y="113"/>
                    <a:pt x="72" y="113"/>
                  </a:cubicBezTo>
                  <a:cubicBezTo>
                    <a:pt x="56" y="121"/>
                    <a:pt x="56" y="121"/>
                    <a:pt x="56" y="121"/>
                  </a:cubicBezTo>
                  <a:cubicBezTo>
                    <a:pt x="48" y="105"/>
                    <a:pt x="48" y="105"/>
                    <a:pt x="48" y="105"/>
                  </a:cubicBezTo>
                  <a:cubicBezTo>
                    <a:pt x="30" y="102"/>
                    <a:pt x="30" y="102"/>
                    <a:pt x="30" y="102"/>
                  </a:cubicBezTo>
                  <a:cubicBezTo>
                    <a:pt x="33" y="85"/>
                    <a:pt x="33" y="85"/>
                    <a:pt x="33" y="85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33" y="59"/>
                    <a:pt x="33" y="59"/>
                    <a:pt x="33" y="59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48" y="39"/>
                    <a:pt x="48" y="39"/>
                    <a:pt x="48" y="39"/>
                  </a:cubicBezTo>
                  <a:cubicBezTo>
                    <a:pt x="56" y="23"/>
                    <a:pt x="56" y="23"/>
                    <a:pt x="56" y="23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88" y="23"/>
                    <a:pt x="88" y="23"/>
                    <a:pt x="88" y="23"/>
                  </a:cubicBezTo>
                  <a:cubicBezTo>
                    <a:pt x="96" y="39"/>
                    <a:pt x="96" y="39"/>
                    <a:pt x="96" y="39"/>
                  </a:cubicBezTo>
                  <a:cubicBezTo>
                    <a:pt x="114" y="42"/>
                    <a:pt x="114" y="42"/>
                    <a:pt x="114" y="42"/>
                  </a:cubicBezTo>
                  <a:cubicBezTo>
                    <a:pt x="111" y="59"/>
                    <a:pt x="111" y="59"/>
                    <a:pt x="111" y="59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11" y="85"/>
                    <a:pt x="111" y="85"/>
                    <a:pt x="111" y="85"/>
                  </a:cubicBezTo>
                  <a:lnTo>
                    <a:pt x="114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/>
            </a:p>
          </p:txBody>
        </p:sp>
        <p:sp>
          <p:nvSpPr>
            <p:cNvPr id="32" name="Freeform 1112"/>
            <p:cNvSpPr/>
            <p:nvPr/>
          </p:nvSpPr>
          <p:spPr bwMode="auto">
            <a:xfrm>
              <a:off x="9625331" y="6368073"/>
              <a:ext cx="212725" cy="169863"/>
            </a:xfrm>
            <a:custGeom>
              <a:avLst/>
              <a:gdLst>
                <a:gd name="T0" fmla="*/ 29 w 57"/>
                <a:gd name="T1" fmla="*/ 2 h 45"/>
                <a:gd name="T2" fmla="*/ 3 w 57"/>
                <a:gd name="T3" fmla="*/ 36 h 45"/>
                <a:gd name="T4" fmla="*/ 5 w 57"/>
                <a:gd name="T5" fmla="*/ 45 h 45"/>
                <a:gd name="T6" fmla="*/ 35 w 57"/>
                <a:gd name="T7" fmla="*/ 9 h 45"/>
                <a:gd name="T8" fmla="*/ 57 w 57"/>
                <a:gd name="T9" fmla="*/ 14 h 45"/>
                <a:gd name="T10" fmla="*/ 29 w 57"/>
                <a:gd name="T11" fmla="*/ 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45">
                  <a:moveTo>
                    <a:pt x="29" y="2"/>
                  </a:moveTo>
                  <a:cubicBezTo>
                    <a:pt x="12" y="4"/>
                    <a:pt x="0" y="19"/>
                    <a:pt x="3" y="36"/>
                  </a:cubicBezTo>
                  <a:cubicBezTo>
                    <a:pt x="3" y="39"/>
                    <a:pt x="4" y="42"/>
                    <a:pt x="5" y="45"/>
                  </a:cubicBezTo>
                  <a:cubicBezTo>
                    <a:pt x="5" y="27"/>
                    <a:pt x="18" y="12"/>
                    <a:pt x="35" y="9"/>
                  </a:cubicBezTo>
                  <a:cubicBezTo>
                    <a:pt x="43" y="8"/>
                    <a:pt x="51" y="10"/>
                    <a:pt x="57" y="14"/>
                  </a:cubicBezTo>
                  <a:cubicBezTo>
                    <a:pt x="51" y="5"/>
                    <a:pt x="40" y="0"/>
                    <a:pt x="29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/>
            </a:p>
          </p:txBody>
        </p:sp>
      </p:grpSp>
      <p:sp>
        <p:nvSpPr>
          <p:cNvPr id="33" name="TextBox 17"/>
          <p:cNvSpPr txBox="1"/>
          <p:nvPr/>
        </p:nvSpPr>
        <p:spPr>
          <a:xfrm>
            <a:off x="592444" y="2778847"/>
            <a:ext cx="2108265" cy="323163"/>
          </a:xfrm>
          <a:prstGeom prst="rect">
            <a:avLst/>
          </a:prstGeom>
          <a:solidFill>
            <a:srgbClr val="0E8146"/>
          </a:solidFill>
        </p:spPr>
        <p:txBody>
          <a:bodyPr wrap="none" lIns="91438" tIns="45719" rIns="91438" bIns="45719" rtlCol="0">
            <a:spAutoFit/>
          </a:bodyPr>
          <a:lstStyle/>
          <a:p>
            <a:r>
              <a:rPr lang="zh-CN" altLang="en-US" sz="1500" dirty="0">
                <a:solidFill>
                  <a:schemeClr val="bg1"/>
                </a:solidFill>
              </a:rPr>
              <a:t>单击此添加文本关键字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22599" y="3170033"/>
            <a:ext cx="2946933" cy="1759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dirty="0">
                <a:solidFill>
                  <a:srgbClr val="1B2831"/>
                </a:solidFill>
                <a:latin typeface="Helvetica" panose="020B0604020202030204" pitchFamily="34" charset="0"/>
              </a:rPr>
              <a:t>When tomorrow turns in today, yesterday, and someday that no more important in your memory, we suddenly realize that we are pushed forward by time. This is not a train in still in which you may feel forward when another train goes by. It is the truth that we've all grown up. And we become different. </a:t>
            </a:r>
            <a:endParaRPr lang="zh-CN" altLang="en-US" sz="1050" dirty="0">
              <a:solidFill>
                <a:srgbClr val="1B283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 flipV="1">
            <a:off x="0" y="857251"/>
            <a:ext cx="9144000" cy="995984"/>
          </a:xfrm>
          <a:custGeom>
            <a:avLst/>
            <a:gdLst>
              <a:gd name="connsiteX0" fmla="*/ 0 w 12192000"/>
              <a:gd name="connsiteY0" fmla="*/ 1327979 h 1327979"/>
              <a:gd name="connsiteX1" fmla="*/ 12192000 w 12192000"/>
              <a:gd name="connsiteY1" fmla="*/ 1327979 h 1327979"/>
              <a:gd name="connsiteX2" fmla="*/ 12192000 w 12192000"/>
              <a:gd name="connsiteY2" fmla="*/ 870779 h 1327979"/>
              <a:gd name="connsiteX3" fmla="*/ 7562844 w 12192000"/>
              <a:gd name="connsiteY3" fmla="*/ 870779 h 1327979"/>
              <a:gd name="connsiteX4" fmla="*/ 7397873 w 12192000"/>
              <a:gd name="connsiteY4" fmla="*/ 818383 h 1327979"/>
              <a:gd name="connsiteX5" fmla="*/ 5990049 w 12192000"/>
              <a:gd name="connsiteY5" fmla="*/ 6 h 1327979"/>
              <a:gd name="connsiteX6" fmla="*/ 105952 w 12192000"/>
              <a:gd name="connsiteY6" fmla="*/ 6 h 1327979"/>
              <a:gd name="connsiteX7" fmla="*/ 0 w 12192000"/>
              <a:gd name="connsiteY7" fmla="*/ 3363 h 1327979"/>
              <a:gd name="connsiteX8" fmla="*/ 0 w 12192000"/>
              <a:gd name="connsiteY8" fmla="*/ 870779 h 1327979"/>
              <a:gd name="connsiteX9" fmla="*/ 0 w 12192000"/>
              <a:gd name="connsiteY9" fmla="*/ 870781 h 132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327979">
                <a:moveTo>
                  <a:pt x="0" y="1327979"/>
                </a:moveTo>
                <a:lnTo>
                  <a:pt x="12192000" y="1327979"/>
                </a:lnTo>
                <a:lnTo>
                  <a:pt x="12192000" y="870779"/>
                </a:lnTo>
                <a:lnTo>
                  <a:pt x="7562844" y="870779"/>
                </a:lnTo>
                <a:lnTo>
                  <a:pt x="7397873" y="818383"/>
                </a:lnTo>
                <a:cubicBezTo>
                  <a:pt x="6652131" y="537909"/>
                  <a:pt x="7036652" y="-1980"/>
                  <a:pt x="5990049" y="6"/>
                </a:cubicBezTo>
                <a:lnTo>
                  <a:pt x="105952" y="6"/>
                </a:lnTo>
                <a:lnTo>
                  <a:pt x="0" y="3363"/>
                </a:lnTo>
                <a:lnTo>
                  <a:pt x="0" y="870779"/>
                </a:lnTo>
                <a:lnTo>
                  <a:pt x="0" y="870781"/>
                </a:lnTo>
                <a:close/>
              </a:path>
            </a:pathLst>
          </a:custGeom>
          <a:solidFill>
            <a:srgbClr val="0E814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3" name="任意多边形 2"/>
          <p:cNvSpPr/>
          <p:nvPr/>
        </p:nvSpPr>
        <p:spPr>
          <a:xfrm flipH="1">
            <a:off x="4572000" y="1172936"/>
            <a:ext cx="4572000" cy="680356"/>
          </a:xfrm>
          <a:custGeom>
            <a:avLst/>
            <a:gdLst>
              <a:gd name="connsiteX0" fmla="*/ 4523198 w 6096000"/>
              <a:gd name="connsiteY0" fmla="*/ 6 h 870781"/>
              <a:gd name="connsiteX1" fmla="*/ 0 w 6096000"/>
              <a:gd name="connsiteY1" fmla="*/ 6 h 870781"/>
              <a:gd name="connsiteX2" fmla="*/ 0 w 6096000"/>
              <a:gd name="connsiteY2" fmla="*/ 870781 h 870781"/>
              <a:gd name="connsiteX3" fmla="*/ 6096000 w 6096000"/>
              <a:gd name="connsiteY3" fmla="*/ 870781 h 870781"/>
              <a:gd name="connsiteX4" fmla="*/ 4523198 w 6096000"/>
              <a:gd name="connsiteY4" fmla="*/ 6 h 870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870781">
                <a:moveTo>
                  <a:pt x="4523198" y="6"/>
                </a:moveTo>
                <a:lnTo>
                  <a:pt x="0" y="6"/>
                </a:lnTo>
                <a:lnTo>
                  <a:pt x="0" y="870781"/>
                </a:lnTo>
                <a:lnTo>
                  <a:pt x="6096000" y="870781"/>
                </a:lnTo>
                <a:cubicBezTo>
                  <a:pt x="5127651" y="612302"/>
                  <a:pt x="5639575" y="-2112"/>
                  <a:pt x="4523198" y="6"/>
                </a:cubicBezTo>
                <a:close/>
              </a:path>
            </a:pathLst>
          </a:custGeom>
          <a:solidFill>
            <a:srgbClr val="95C53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7782" y="1107794"/>
            <a:ext cx="156966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</a:rPr>
              <a:t>标题内容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977084" y="1316905"/>
            <a:ext cx="96372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100" dirty="0">
                <a:solidFill>
                  <a:schemeClr val="bg1"/>
                </a:solidFill>
              </a:rPr>
              <a:t>LOGO</a:t>
            </a:r>
            <a:endParaRPr lang="zh-CN" altLang="en-US" sz="2100" dirty="0">
              <a:solidFill>
                <a:schemeClr val="bg1"/>
              </a:solidFill>
            </a:endParaRPr>
          </a:p>
        </p:txBody>
      </p:sp>
      <p:grpSp>
        <p:nvGrpSpPr>
          <p:cNvPr id="6" name="组合 5"/>
          <p:cNvGrpSpPr>
            <a:grpSpLocks noChangeAspect="1"/>
          </p:cNvGrpSpPr>
          <p:nvPr/>
        </p:nvGrpSpPr>
        <p:grpSpPr>
          <a:xfrm>
            <a:off x="689201" y="2423264"/>
            <a:ext cx="1214999" cy="1620000"/>
            <a:chOff x="5816601" y="-11436350"/>
            <a:chExt cx="404813" cy="539751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" name="Freeform 178"/>
            <p:cNvSpPr/>
            <p:nvPr/>
          </p:nvSpPr>
          <p:spPr bwMode="auto">
            <a:xfrm>
              <a:off x="5816601" y="-11345862"/>
              <a:ext cx="404813" cy="449263"/>
            </a:xfrm>
            <a:custGeom>
              <a:avLst/>
              <a:gdLst>
                <a:gd name="T0" fmla="*/ 43 w 255"/>
                <a:gd name="T1" fmla="*/ 92 h 283"/>
                <a:gd name="T2" fmla="*/ 99 w 255"/>
                <a:gd name="T3" fmla="*/ 35 h 283"/>
                <a:gd name="T4" fmla="*/ 128 w 255"/>
                <a:gd name="T5" fmla="*/ 35 h 283"/>
                <a:gd name="T6" fmla="*/ 85 w 255"/>
                <a:gd name="T7" fmla="*/ 113 h 283"/>
                <a:gd name="T8" fmla="*/ 85 w 255"/>
                <a:gd name="T9" fmla="*/ 198 h 283"/>
                <a:gd name="T10" fmla="*/ 0 w 255"/>
                <a:gd name="T11" fmla="*/ 198 h 283"/>
                <a:gd name="T12" fmla="*/ 0 w 255"/>
                <a:gd name="T13" fmla="*/ 227 h 283"/>
                <a:gd name="T14" fmla="*/ 113 w 255"/>
                <a:gd name="T15" fmla="*/ 227 h 283"/>
                <a:gd name="T16" fmla="*/ 113 w 255"/>
                <a:gd name="T17" fmla="*/ 141 h 283"/>
                <a:gd name="T18" fmla="*/ 170 w 255"/>
                <a:gd name="T19" fmla="*/ 191 h 283"/>
                <a:gd name="T20" fmla="*/ 170 w 255"/>
                <a:gd name="T21" fmla="*/ 283 h 283"/>
                <a:gd name="T22" fmla="*/ 199 w 255"/>
                <a:gd name="T23" fmla="*/ 283 h 283"/>
                <a:gd name="T24" fmla="*/ 199 w 255"/>
                <a:gd name="T25" fmla="*/ 170 h 283"/>
                <a:gd name="T26" fmla="*/ 142 w 255"/>
                <a:gd name="T27" fmla="*/ 120 h 283"/>
                <a:gd name="T28" fmla="*/ 156 w 255"/>
                <a:gd name="T29" fmla="*/ 85 h 283"/>
                <a:gd name="T30" fmla="*/ 170 w 255"/>
                <a:gd name="T31" fmla="*/ 99 h 283"/>
                <a:gd name="T32" fmla="*/ 255 w 255"/>
                <a:gd name="T33" fmla="*/ 99 h 283"/>
                <a:gd name="T34" fmla="*/ 255 w 255"/>
                <a:gd name="T35" fmla="*/ 71 h 283"/>
                <a:gd name="T36" fmla="*/ 184 w 255"/>
                <a:gd name="T37" fmla="*/ 71 h 283"/>
                <a:gd name="T38" fmla="*/ 184 w 255"/>
                <a:gd name="T39" fmla="*/ 0 h 283"/>
                <a:gd name="T40" fmla="*/ 85 w 255"/>
                <a:gd name="T41" fmla="*/ 0 h 283"/>
                <a:gd name="T42" fmla="*/ 28 w 255"/>
                <a:gd name="T43" fmla="*/ 78 h 283"/>
                <a:gd name="T44" fmla="*/ 43 w 255"/>
                <a:gd name="T45" fmla="*/ 92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5" h="283">
                  <a:moveTo>
                    <a:pt x="43" y="92"/>
                  </a:moveTo>
                  <a:lnTo>
                    <a:pt x="99" y="35"/>
                  </a:lnTo>
                  <a:lnTo>
                    <a:pt x="128" y="35"/>
                  </a:lnTo>
                  <a:lnTo>
                    <a:pt x="85" y="113"/>
                  </a:lnTo>
                  <a:lnTo>
                    <a:pt x="85" y="198"/>
                  </a:lnTo>
                  <a:lnTo>
                    <a:pt x="0" y="198"/>
                  </a:lnTo>
                  <a:lnTo>
                    <a:pt x="0" y="227"/>
                  </a:lnTo>
                  <a:lnTo>
                    <a:pt x="113" y="227"/>
                  </a:lnTo>
                  <a:lnTo>
                    <a:pt x="113" y="141"/>
                  </a:lnTo>
                  <a:lnTo>
                    <a:pt x="170" y="191"/>
                  </a:lnTo>
                  <a:lnTo>
                    <a:pt x="170" y="283"/>
                  </a:lnTo>
                  <a:lnTo>
                    <a:pt x="199" y="283"/>
                  </a:lnTo>
                  <a:lnTo>
                    <a:pt x="199" y="170"/>
                  </a:lnTo>
                  <a:lnTo>
                    <a:pt x="142" y="120"/>
                  </a:lnTo>
                  <a:lnTo>
                    <a:pt x="156" y="85"/>
                  </a:lnTo>
                  <a:lnTo>
                    <a:pt x="170" y="99"/>
                  </a:lnTo>
                  <a:lnTo>
                    <a:pt x="255" y="99"/>
                  </a:lnTo>
                  <a:lnTo>
                    <a:pt x="255" y="71"/>
                  </a:lnTo>
                  <a:lnTo>
                    <a:pt x="184" y="71"/>
                  </a:lnTo>
                  <a:lnTo>
                    <a:pt x="184" y="0"/>
                  </a:lnTo>
                  <a:lnTo>
                    <a:pt x="85" y="0"/>
                  </a:lnTo>
                  <a:lnTo>
                    <a:pt x="28" y="78"/>
                  </a:lnTo>
                  <a:lnTo>
                    <a:pt x="43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/>
            </a:p>
          </p:txBody>
        </p:sp>
        <p:sp>
          <p:nvSpPr>
            <p:cNvPr id="8" name="Oval 179"/>
            <p:cNvSpPr>
              <a:spLocks noChangeArrowheads="1"/>
            </p:cNvSpPr>
            <p:nvPr/>
          </p:nvSpPr>
          <p:spPr bwMode="auto">
            <a:xfrm>
              <a:off x="6086475" y="-11436350"/>
              <a:ext cx="90488" cy="904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350"/>
            </a:p>
          </p:txBody>
        </p:sp>
      </p:grpSp>
      <p:sp>
        <p:nvSpPr>
          <p:cNvPr id="9" name="矩形 8"/>
          <p:cNvSpPr/>
          <p:nvPr/>
        </p:nvSpPr>
        <p:spPr>
          <a:xfrm>
            <a:off x="456271" y="4314854"/>
            <a:ext cx="2357438" cy="312633"/>
          </a:xfrm>
          <a:prstGeom prst="rect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Step 01</a:t>
            </a:r>
            <a:endParaRPr lang="zh-CN" altLang="en-US" sz="1350" dirty="0"/>
          </a:p>
        </p:txBody>
      </p:sp>
      <p:sp>
        <p:nvSpPr>
          <p:cNvPr id="10" name="矩形 9"/>
          <p:cNvSpPr/>
          <p:nvPr/>
        </p:nvSpPr>
        <p:spPr>
          <a:xfrm>
            <a:off x="2566369" y="3632218"/>
            <a:ext cx="2357438" cy="312633"/>
          </a:xfrm>
          <a:prstGeom prst="rect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Step 02</a:t>
            </a:r>
            <a:endParaRPr lang="zh-CN" altLang="en-US" sz="1350" dirty="0"/>
          </a:p>
        </p:txBody>
      </p:sp>
      <p:sp>
        <p:nvSpPr>
          <p:cNvPr id="11" name="矩形 10"/>
          <p:cNvSpPr/>
          <p:nvPr/>
        </p:nvSpPr>
        <p:spPr>
          <a:xfrm>
            <a:off x="4676466" y="2949583"/>
            <a:ext cx="2357438" cy="312633"/>
          </a:xfrm>
          <a:prstGeom prst="rect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Step 03</a:t>
            </a:r>
            <a:endParaRPr lang="zh-CN" altLang="en-US" sz="1350" dirty="0"/>
          </a:p>
        </p:txBody>
      </p:sp>
      <p:sp>
        <p:nvSpPr>
          <p:cNvPr id="12" name="矩形 11"/>
          <p:cNvSpPr/>
          <p:nvPr/>
        </p:nvSpPr>
        <p:spPr>
          <a:xfrm>
            <a:off x="6786562" y="2266948"/>
            <a:ext cx="2357438" cy="312633"/>
          </a:xfrm>
          <a:prstGeom prst="rect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Step 04</a:t>
            </a:r>
            <a:endParaRPr lang="zh-CN" altLang="en-US" sz="1350" dirty="0"/>
          </a:p>
        </p:txBody>
      </p:sp>
      <p:sp>
        <p:nvSpPr>
          <p:cNvPr id="13" name="矩形 12"/>
          <p:cNvSpPr/>
          <p:nvPr/>
        </p:nvSpPr>
        <p:spPr>
          <a:xfrm>
            <a:off x="456271" y="4683101"/>
            <a:ext cx="2390473" cy="932241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05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 algn="r">
              <a:lnSpc>
                <a:spcPct val="150000"/>
              </a:lnSpc>
            </a:pPr>
            <a:r>
              <a:rPr lang="en-US" altLang="zh-CN" sz="9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14" name="矩形 13"/>
          <p:cNvSpPr/>
          <p:nvPr/>
        </p:nvSpPr>
        <p:spPr>
          <a:xfrm>
            <a:off x="2971801" y="3944851"/>
            <a:ext cx="1952006" cy="932241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05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 algn="r">
              <a:lnSpc>
                <a:spcPct val="150000"/>
              </a:lnSpc>
            </a:pPr>
            <a:r>
              <a:rPr lang="en-US" altLang="zh-CN" sz="9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15" name="矩形 14"/>
          <p:cNvSpPr/>
          <p:nvPr/>
        </p:nvSpPr>
        <p:spPr>
          <a:xfrm>
            <a:off x="5081898" y="3262216"/>
            <a:ext cx="1952006" cy="932241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05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 algn="r">
              <a:lnSpc>
                <a:spcPct val="150000"/>
              </a:lnSpc>
            </a:pPr>
            <a:r>
              <a:rPr lang="en-US" altLang="zh-CN" sz="9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16" name="矩形 15"/>
          <p:cNvSpPr/>
          <p:nvPr/>
        </p:nvSpPr>
        <p:spPr>
          <a:xfrm>
            <a:off x="7191995" y="2579581"/>
            <a:ext cx="1793915" cy="1139990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05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 algn="r">
              <a:lnSpc>
                <a:spcPct val="150000"/>
              </a:lnSpc>
            </a:pPr>
            <a:r>
              <a:rPr lang="en-US" altLang="zh-CN" sz="9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5630102"/>
            <a:ext cx="7371000" cy="56324"/>
          </a:xfrm>
          <a:prstGeom prst="rect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任意多边形 6"/>
          <p:cNvSpPr/>
          <p:nvPr/>
        </p:nvSpPr>
        <p:spPr>
          <a:xfrm flipV="1">
            <a:off x="0" y="857249"/>
            <a:ext cx="5257800" cy="985838"/>
          </a:xfrm>
          <a:custGeom>
            <a:avLst/>
            <a:gdLst>
              <a:gd name="connsiteX0" fmla="*/ 4523198 w 6096000"/>
              <a:gd name="connsiteY0" fmla="*/ 6 h 870781"/>
              <a:gd name="connsiteX1" fmla="*/ 0 w 6096000"/>
              <a:gd name="connsiteY1" fmla="*/ 6 h 870781"/>
              <a:gd name="connsiteX2" fmla="*/ 0 w 6096000"/>
              <a:gd name="connsiteY2" fmla="*/ 870781 h 870781"/>
              <a:gd name="connsiteX3" fmla="*/ 6096000 w 6096000"/>
              <a:gd name="connsiteY3" fmla="*/ 870781 h 870781"/>
              <a:gd name="connsiteX4" fmla="*/ 4523198 w 6096000"/>
              <a:gd name="connsiteY4" fmla="*/ 6 h 870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870781">
                <a:moveTo>
                  <a:pt x="4523198" y="6"/>
                </a:moveTo>
                <a:lnTo>
                  <a:pt x="0" y="6"/>
                </a:lnTo>
                <a:lnTo>
                  <a:pt x="0" y="870781"/>
                </a:lnTo>
                <a:lnTo>
                  <a:pt x="6096000" y="870781"/>
                </a:lnTo>
                <a:cubicBezTo>
                  <a:pt x="5127651" y="612302"/>
                  <a:pt x="5639575" y="-2112"/>
                  <a:pt x="4523198" y="6"/>
                </a:cubicBezTo>
                <a:close/>
              </a:path>
            </a:pathLst>
          </a:custGeom>
          <a:solidFill>
            <a:srgbClr val="0E814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811178" y="3153051"/>
            <a:ext cx="6417141" cy="7155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就是在此添加标题内容文本</a:t>
            </a:r>
          </a:p>
        </p:txBody>
      </p:sp>
      <p:sp>
        <p:nvSpPr>
          <p:cNvPr id="10" name="矩形 9"/>
          <p:cNvSpPr/>
          <p:nvPr/>
        </p:nvSpPr>
        <p:spPr>
          <a:xfrm>
            <a:off x="1071563" y="3280183"/>
            <a:ext cx="725328" cy="497180"/>
          </a:xfrm>
          <a:prstGeom prst="rect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</a:rPr>
              <a:t>04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47782" y="1107794"/>
            <a:ext cx="156966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</a:rPr>
              <a:t>标题内容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483784" y="5392806"/>
            <a:ext cx="131959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000" b="1" dirty="0">
                <a:solidFill>
                  <a:srgbClr val="95C53E"/>
                </a:solidFill>
              </a:rPr>
              <a:t>LOGO</a:t>
            </a:r>
            <a:endParaRPr lang="zh-CN" altLang="en-US" sz="3000" b="1" dirty="0">
              <a:solidFill>
                <a:srgbClr val="95C53E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7"/>
          <p:cNvSpPr txBox="1"/>
          <p:nvPr/>
        </p:nvSpPr>
        <p:spPr>
          <a:xfrm>
            <a:off x="675448" y="2403163"/>
            <a:ext cx="2108265" cy="323163"/>
          </a:xfrm>
          <a:prstGeom prst="rect">
            <a:avLst/>
          </a:prstGeom>
          <a:solidFill>
            <a:srgbClr val="0E8146"/>
          </a:solidFill>
        </p:spPr>
        <p:txBody>
          <a:bodyPr wrap="none" lIns="91438" tIns="45719" rIns="91438" bIns="45719" rtlCol="0">
            <a:spAutoFit/>
          </a:bodyPr>
          <a:lstStyle/>
          <a:p>
            <a:r>
              <a:rPr lang="zh-CN" altLang="en-US" sz="1500" dirty="0">
                <a:solidFill>
                  <a:schemeClr val="bg1"/>
                </a:solidFill>
              </a:rPr>
              <a:t>单击此添加文本关键字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5604" y="2794348"/>
            <a:ext cx="3603086" cy="26203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30204" pitchFamily="34" charset="0"/>
              </a:rPr>
              <a:t>When tomorrow turns in today, yesterday, and someday that no more important in your memory, we suddenly realize that we are pushed forward by time. This is not a train in still in which you may feel forward when another train goes by. It is the truth that we've all grown up. And we become different. 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任意多边形 7"/>
          <p:cNvSpPr/>
          <p:nvPr/>
        </p:nvSpPr>
        <p:spPr>
          <a:xfrm flipV="1">
            <a:off x="0" y="857251"/>
            <a:ext cx="9144000" cy="995984"/>
          </a:xfrm>
          <a:custGeom>
            <a:avLst/>
            <a:gdLst>
              <a:gd name="connsiteX0" fmla="*/ 0 w 12192000"/>
              <a:gd name="connsiteY0" fmla="*/ 1327979 h 1327979"/>
              <a:gd name="connsiteX1" fmla="*/ 12192000 w 12192000"/>
              <a:gd name="connsiteY1" fmla="*/ 1327979 h 1327979"/>
              <a:gd name="connsiteX2" fmla="*/ 12192000 w 12192000"/>
              <a:gd name="connsiteY2" fmla="*/ 870779 h 1327979"/>
              <a:gd name="connsiteX3" fmla="*/ 7562844 w 12192000"/>
              <a:gd name="connsiteY3" fmla="*/ 870779 h 1327979"/>
              <a:gd name="connsiteX4" fmla="*/ 7397873 w 12192000"/>
              <a:gd name="connsiteY4" fmla="*/ 818383 h 1327979"/>
              <a:gd name="connsiteX5" fmla="*/ 5990049 w 12192000"/>
              <a:gd name="connsiteY5" fmla="*/ 6 h 1327979"/>
              <a:gd name="connsiteX6" fmla="*/ 105952 w 12192000"/>
              <a:gd name="connsiteY6" fmla="*/ 6 h 1327979"/>
              <a:gd name="connsiteX7" fmla="*/ 0 w 12192000"/>
              <a:gd name="connsiteY7" fmla="*/ 3363 h 1327979"/>
              <a:gd name="connsiteX8" fmla="*/ 0 w 12192000"/>
              <a:gd name="connsiteY8" fmla="*/ 870779 h 1327979"/>
              <a:gd name="connsiteX9" fmla="*/ 0 w 12192000"/>
              <a:gd name="connsiteY9" fmla="*/ 870781 h 132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327979">
                <a:moveTo>
                  <a:pt x="0" y="1327979"/>
                </a:moveTo>
                <a:lnTo>
                  <a:pt x="12192000" y="1327979"/>
                </a:lnTo>
                <a:lnTo>
                  <a:pt x="12192000" y="870779"/>
                </a:lnTo>
                <a:lnTo>
                  <a:pt x="7562844" y="870779"/>
                </a:lnTo>
                <a:lnTo>
                  <a:pt x="7397873" y="818383"/>
                </a:lnTo>
                <a:cubicBezTo>
                  <a:pt x="6652131" y="537909"/>
                  <a:pt x="7036652" y="-1980"/>
                  <a:pt x="5990049" y="6"/>
                </a:cubicBezTo>
                <a:lnTo>
                  <a:pt x="105952" y="6"/>
                </a:lnTo>
                <a:lnTo>
                  <a:pt x="0" y="3363"/>
                </a:lnTo>
                <a:lnTo>
                  <a:pt x="0" y="870779"/>
                </a:lnTo>
                <a:lnTo>
                  <a:pt x="0" y="870781"/>
                </a:lnTo>
                <a:close/>
              </a:path>
            </a:pathLst>
          </a:custGeom>
          <a:solidFill>
            <a:srgbClr val="0E814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9" name="任意多边形 8"/>
          <p:cNvSpPr/>
          <p:nvPr/>
        </p:nvSpPr>
        <p:spPr>
          <a:xfrm flipH="1">
            <a:off x="4572000" y="1172936"/>
            <a:ext cx="4572000" cy="680356"/>
          </a:xfrm>
          <a:custGeom>
            <a:avLst/>
            <a:gdLst>
              <a:gd name="connsiteX0" fmla="*/ 4523198 w 6096000"/>
              <a:gd name="connsiteY0" fmla="*/ 6 h 870781"/>
              <a:gd name="connsiteX1" fmla="*/ 0 w 6096000"/>
              <a:gd name="connsiteY1" fmla="*/ 6 h 870781"/>
              <a:gd name="connsiteX2" fmla="*/ 0 w 6096000"/>
              <a:gd name="connsiteY2" fmla="*/ 870781 h 870781"/>
              <a:gd name="connsiteX3" fmla="*/ 6096000 w 6096000"/>
              <a:gd name="connsiteY3" fmla="*/ 870781 h 870781"/>
              <a:gd name="connsiteX4" fmla="*/ 4523198 w 6096000"/>
              <a:gd name="connsiteY4" fmla="*/ 6 h 870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870781">
                <a:moveTo>
                  <a:pt x="4523198" y="6"/>
                </a:moveTo>
                <a:lnTo>
                  <a:pt x="0" y="6"/>
                </a:lnTo>
                <a:lnTo>
                  <a:pt x="0" y="870781"/>
                </a:lnTo>
                <a:lnTo>
                  <a:pt x="6096000" y="870781"/>
                </a:lnTo>
                <a:cubicBezTo>
                  <a:pt x="5127651" y="612302"/>
                  <a:pt x="5639575" y="-2112"/>
                  <a:pt x="4523198" y="6"/>
                </a:cubicBezTo>
                <a:close/>
              </a:path>
            </a:pathLst>
          </a:custGeom>
          <a:solidFill>
            <a:srgbClr val="95C53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47782" y="1107794"/>
            <a:ext cx="156966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</a:rPr>
              <a:t>标题内容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977084" y="1316905"/>
            <a:ext cx="96372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100" dirty="0">
                <a:solidFill>
                  <a:schemeClr val="bg1"/>
                </a:solidFill>
              </a:rPr>
              <a:t>LOGO</a:t>
            </a:r>
            <a:endParaRPr lang="zh-CN" altLang="en-US" sz="2100" dirty="0">
              <a:solidFill>
                <a:schemeClr val="bg1"/>
              </a:solidFill>
            </a:endParaRPr>
          </a:p>
        </p:txBody>
      </p:sp>
      <p:graphicFrame>
        <p:nvGraphicFramePr>
          <p:cNvPr id="14" name="图表 13"/>
          <p:cNvGraphicFramePr/>
          <p:nvPr/>
        </p:nvGraphicFramePr>
        <p:xfrm>
          <a:off x="4572000" y="2327825"/>
          <a:ext cx="4057650" cy="27832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 flipV="1">
            <a:off x="0" y="857251"/>
            <a:ext cx="9144000" cy="995984"/>
          </a:xfrm>
          <a:custGeom>
            <a:avLst/>
            <a:gdLst>
              <a:gd name="connsiteX0" fmla="*/ 0 w 12192000"/>
              <a:gd name="connsiteY0" fmla="*/ 1327979 h 1327979"/>
              <a:gd name="connsiteX1" fmla="*/ 12192000 w 12192000"/>
              <a:gd name="connsiteY1" fmla="*/ 1327979 h 1327979"/>
              <a:gd name="connsiteX2" fmla="*/ 12192000 w 12192000"/>
              <a:gd name="connsiteY2" fmla="*/ 870779 h 1327979"/>
              <a:gd name="connsiteX3" fmla="*/ 7562844 w 12192000"/>
              <a:gd name="connsiteY3" fmla="*/ 870779 h 1327979"/>
              <a:gd name="connsiteX4" fmla="*/ 7397873 w 12192000"/>
              <a:gd name="connsiteY4" fmla="*/ 818383 h 1327979"/>
              <a:gd name="connsiteX5" fmla="*/ 5990049 w 12192000"/>
              <a:gd name="connsiteY5" fmla="*/ 6 h 1327979"/>
              <a:gd name="connsiteX6" fmla="*/ 105952 w 12192000"/>
              <a:gd name="connsiteY6" fmla="*/ 6 h 1327979"/>
              <a:gd name="connsiteX7" fmla="*/ 0 w 12192000"/>
              <a:gd name="connsiteY7" fmla="*/ 3363 h 1327979"/>
              <a:gd name="connsiteX8" fmla="*/ 0 w 12192000"/>
              <a:gd name="connsiteY8" fmla="*/ 870779 h 1327979"/>
              <a:gd name="connsiteX9" fmla="*/ 0 w 12192000"/>
              <a:gd name="connsiteY9" fmla="*/ 870781 h 132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327979">
                <a:moveTo>
                  <a:pt x="0" y="1327979"/>
                </a:moveTo>
                <a:lnTo>
                  <a:pt x="12192000" y="1327979"/>
                </a:lnTo>
                <a:lnTo>
                  <a:pt x="12192000" y="870779"/>
                </a:lnTo>
                <a:lnTo>
                  <a:pt x="7562844" y="870779"/>
                </a:lnTo>
                <a:lnTo>
                  <a:pt x="7397873" y="818383"/>
                </a:lnTo>
                <a:cubicBezTo>
                  <a:pt x="6652131" y="537909"/>
                  <a:pt x="7036652" y="-1980"/>
                  <a:pt x="5990049" y="6"/>
                </a:cubicBezTo>
                <a:lnTo>
                  <a:pt x="105952" y="6"/>
                </a:lnTo>
                <a:lnTo>
                  <a:pt x="0" y="3363"/>
                </a:lnTo>
                <a:lnTo>
                  <a:pt x="0" y="870779"/>
                </a:lnTo>
                <a:lnTo>
                  <a:pt x="0" y="870781"/>
                </a:lnTo>
                <a:close/>
              </a:path>
            </a:pathLst>
          </a:custGeom>
          <a:solidFill>
            <a:srgbClr val="0E814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3" name="任意多边形 2"/>
          <p:cNvSpPr/>
          <p:nvPr/>
        </p:nvSpPr>
        <p:spPr>
          <a:xfrm flipH="1">
            <a:off x="4572000" y="1172936"/>
            <a:ext cx="4572000" cy="680356"/>
          </a:xfrm>
          <a:custGeom>
            <a:avLst/>
            <a:gdLst>
              <a:gd name="connsiteX0" fmla="*/ 4523198 w 6096000"/>
              <a:gd name="connsiteY0" fmla="*/ 6 h 870781"/>
              <a:gd name="connsiteX1" fmla="*/ 0 w 6096000"/>
              <a:gd name="connsiteY1" fmla="*/ 6 h 870781"/>
              <a:gd name="connsiteX2" fmla="*/ 0 w 6096000"/>
              <a:gd name="connsiteY2" fmla="*/ 870781 h 870781"/>
              <a:gd name="connsiteX3" fmla="*/ 6096000 w 6096000"/>
              <a:gd name="connsiteY3" fmla="*/ 870781 h 870781"/>
              <a:gd name="connsiteX4" fmla="*/ 4523198 w 6096000"/>
              <a:gd name="connsiteY4" fmla="*/ 6 h 870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870781">
                <a:moveTo>
                  <a:pt x="4523198" y="6"/>
                </a:moveTo>
                <a:lnTo>
                  <a:pt x="0" y="6"/>
                </a:lnTo>
                <a:lnTo>
                  <a:pt x="0" y="870781"/>
                </a:lnTo>
                <a:lnTo>
                  <a:pt x="6096000" y="870781"/>
                </a:lnTo>
                <a:cubicBezTo>
                  <a:pt x="5127651" y="612302"/>
                  <a:pt x="5639575" y="-2112"/>
                  <a:pt x="4523198" y="6"/>
                </a:cubicBezTo>
                <a:close/>
              </a:path>
            </a:pathLst>
          </a:custGeom>
          <a:solidFill>
            <a:srgbClr val="95C53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7782" y="1107794"/>
            <a:ext cx="156966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</a:rPr>
              <a:t>标题内容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977084" y="1316905"/>
            <a:ext cx="96372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100" dirty="0">
                <a:solidFill>
                  <a:schemeClr val="bg1"/>
                </a:solidFill>
              </a:rPr>
              <a:t>LOGO</a:t>
            </a:r>
            <a:endParaRPr lang="zh-CN" altLang="en-US" sz="2100" dirty="0">
              <a:solidFill>
                <a:schemeClr val="bg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1176338" y="2006203"/>
            <a:ext cx="7081837" cy="1089884"/>
          </a:xfrm>
          <a:prstGeom prst="roundRect">
            <a:avLst>
              <a:gd name="adj" fmla="val 3142"/>
            </a:avLst>
          </a:prstGeom>
          <a:noFill/>
          <a:ln>
            <a:solidFill>
              <a:srgbClr val="0E81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圆角矩形 8"/>
          <p:cNvSpPr/>
          <p:nvPr/>
        </p:nvSpPr>
        <p:spPr>
          <a:xfrm>
            <a:off x="619234" y="2008238"/>
            <a:ext cx="470297" cy="470297"/>
          </a:xfrm>
          <a:prstGeom prst="roundRect">
            <a:avLst>
              <a:gd name="adj" fmla="val 10591"/>
            </a:avLst>
          </a:prstGeom>
          <a:noFill/>
          <a:ln>
            <a:solidFill>
              <a:srgbClr val="0E81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矩形 15"/>
          <p:cNvSpPr/>
          <p:nvPr/>
        </p:nvSpPr>
        <p:spPr>
          <a:xfrm>
            <a:off x="3099458" y="2292772"/>
            <a:ext cx="5158716" cy="516743"/>
          </a:xfrm>
          <a:prstGeom prst="rect">
            <a:avLst/>
          </a:prstGeom>
        </p:spPr>
        <p:txBody>
          <a:bodyPr wrap="square" lIns="91438" tIns="45719" rIns="91438" bIns="45719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05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>
              <a:lnSpc>
                <a:spcPct val="150000"/>
              </a:lnSpc>
            </a:pPr>
            <a:r>
              <a:rPr lang="en-US" altLang="zh-CN" sz="9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936" y="2122574"/>
            <a:ext cx="1685925" cy="857141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655450" y="1973489"/>
            <a:ext cx="39786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000" b="1" i="1" dirty="0">
                <a:solidFill>
                  <a:srgbClr val="95C53E"/>
                </a:solidFill>
              </a:rPr>
              <a:t>1</a:t>
            </a:r>
            <a:endParaRPr lang="zh-CN" altLang="en-US" sz="3000" b="1" i="1" dirty="0">
              <a:solidFill>
                <a:srgbClr val="95C53E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1176338" y="3298380"/>
            <a:ext cx="7081837" cy="1089884"/>
          </a:xfrm>
          <a:prstGeom prst="roundRect">
            <a:avLst>
              <a:gd name="adj" fmla="val 3142"/>
            </a:avLst>
          </a:prstGeom>
          <a:noFill/>
          <a:ln>
            <a:solidFill>
              <a:srgbClr val="0E81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0" name="圆角矩形 19"/>
          <p:cNvSpPr/>
          <p:nvPr/>
        </p:nvSpPr>
        <p:spPr>
          <a:xfrm>
            <a:off x="619234" y="3300415"/>
            <a:ext cx="470297" cy="470297"/>
          </a:xfrm>
          <a:prstGeom prst="roundRect">
            <a:avLst>
              <a:gd name="adj" fmla="val 10591"/>
            </a:avLst>
          </a:prstGeom>
          <a:noFill/>
          <a:ln>
            <a:solidFill>
              <a:srgbClr val="0E81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1" name="矩形 20"/>
          <p:cNvSpPr/>
          <p:nvPr/>
        </p:nvSpPr>
        <p:spPr>
          <a:xfrm>
            <a:off x="3099458" y="3584949"/>
            <a:ext cx="5158716" cy="516743"/>
          </a:xfrm>
          <a:prstGeom prst="rect">
            <a:avLst/>
          </a:prstGeom>
        </p:spPr>
        <p:txBody>
          <a:bodyPr wrap="square" lIns="91438" tIns="45719" rIns="91438" bIns="45719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05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>
              <a:lnSpc>
                <a:spcPct val="150000"/>
              </a:lnSpc>
            </a:pPr>
            <a:endParaRPr lang="zh-CN" altLang="en-US" sz="9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936" y="3414751"/>
            <a:ext cx="1685925" cy="857141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55450" y="3265666"/>
            <a:ext cx="39786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000" b="1" i="1" dirty="0">
                <a:solidFill>
                  <a:srgbClr val="95C53E"/>
                </a:solidFill>
              </a:rPr>
              <a:t>2</a:t>
            </a:r>
            <a:endParaRPr lang="zh-CN" altLang="en-US" sz="3000" b="1" i="1" dirty="0">
              <a:solidFill>
                <a:srgbClr val="95C53E"/>
              </a:solidFill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1176338" y="4621877"/>
            <a:ext cx="7081837" cy="1089884"/>
          </a:xfrm>
          <a:prstGeom prst="roundRect">
            <a:avLst>
              <a:gd name="adj" fmla="val 3142"/>
            </a:avLst>
          </a:prstGeom>
          <a:noFill/>
          <a:ln>
            <a:solidFill>
              <a:srgbClr val="0E81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5" name="圆角矩形 24"/>
          <p:cNvSpPr/>
          <p:nvPr/>
        </p:nvSpPr>
        <p:spPr>
          <a:xfrm>
            <a:off x="619234" y="4623912"/>
            <a:ext cx="470297" cy="470297"/>
          </a:xfrm>
          <a:prstGeom prst="roundRect">
            <a:avLst>
              <a:gd name="adj" fmla="val 10591"/>
            </a:avLst>
          </a:prstGeom>
          <a:noFill/>
          <a:ln>
            <a:solidFill>
              <a:srgbClr val="0E81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6" name="矩形 25"/>
          <p:cNvSpPr/>
          <p:nvPr/>
        </p:nvSpPr>
        <p:spPr>
          <a:xfrm>
            <a:off x="3099458" y="4908446"/>
            <a:ext cx="5158716" cy="516743"/>
          </a:xfrm>
          <a:prstGeom prst="rect">
            <a:avLst/>
          </a:prstGeom>
        </p:spPr>
        <p:txBody>
          <a:bodyPr wrap="square" lIns="91438" tIns="45719" rIns="91438" bIns="45719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05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>
              <a:lnSpc>
                <a:spcPct val="150000"/>
              </a:lnSpc>
            </a:pPr>
            <a:r>
              <a:rPr lang="en-US" altLang="zh-CN" sz="9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936" y="4738313"/>
            <a:ext cx="1685925" cy="857141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655450" y="4589163"/>
            <a:ext cx="39786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000" b="1" i="1" dirty="0">
                <a:solidFill>
                  <a:srgbClr val="95C53E"/>
                </a:solidFill>
              </a:rPr>
              <a:t>3</a:t>
            </a:r>
            <a:endParaRPr lang="zh-CN" altLang="en-US" sz="3000" b="1" i="1" dirty="0">
              <a:solidFill>
                <a:srgbClr val="95C53E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4542223" y="4542204"/>
            <a:ext cx="4601777" cy="664663"/>
          </a:xfrm>
          <a:prstGeom prst="rect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矩形 16"/>
          <p:cNvSpPr/>
          <p:nvPr/>
        </p:nvSpPr>
        <p:spPr>
          <a:xfrm>
            <a:off x="4542223" y="3857423"/>
            <a:ext cx="4601777" cy="683100"/>
          </a:xfrm>
          <a:prstGeom prst="rect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矩形 15"/>
          <p:cNvSpPr/>
          <p:nvPr/>
        </p:nvSpPr>
        <p:spPr>
          <a:xfrm>
            <a:off x="4542223" y="3172178"/>
            <a:ext cx="4601777" cy="683100"/>
          </a:xfrm>
          <a:prstGeom prst="rect">
            <a:avLst/>
          </a:prstGeom>
          <a:solidFill>
            <a:srgbClr val="0E8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矩形 14"/>
          <p:cNvSpPr/>
          <p:nvPr/>
        </p:nvSpPr>
        <p:spPr>
          <a:xfrm>
            <a:off x="4542223" y="2505370"/>
            <a:ext cx="4601777" cy="664663"/>
          </a:xfrm>
          <a:prstGeom prst="rect">
            <a:avLst/>
          </a:prstGeom>
          <a:solidFill>
            <a:srgbClr val="95C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任意多边形 1"/>
          <p:cNvSpPr/>
          <p:nvPr/>
        </p:nvSpPr>
        <p:spPr>
          <a:xfrm flipV="1">
            <a:off x="0" y="857251"/>
            <a:ext cx="9144000" cy="995984"/>
          </a:xfrm>
          <a:custGeom>
            <a:avLst/>
            <a:gdLst>
              <a:gd name="connsiteX0" fmla="*/ 0 w 12192000"/>
              <a:gd name="connsiteY0" fmla="*/ 1327979 h 1327979"/>
              <a:gd name="connsiteX1" fmla="*/ 12192000 w 12192000"/>
              <a:gd name="connsiteY1" fmla="*/ 1327979 h 1327979"/>
              <a:gd name="connsiteX2" fmla="*/ 12192000 w 12192000"/>
              <a:gd name="connsiteY2" fmla="*/ 870779 h 1327979"/>
              <a:gd name="connsiteX3" fmla="*/ 7562844 w 12192000"/>
              <a:gd name="connsiteY3" fmla="*/ 870779 h 1327979"/>
              <a:gd name="connsiteX4" fmla="*/ 7397873 w 12192000"/>
              <a:gd name="connsiteY4" fmla="*/ 818383 h 1327979"/>
              <a:gd name="connsiteX5" fmla="*/ 5990049 w 12192000"/>
              <a:gd name="connsiteY5" fmla="*/ 6 h 1327979"/>
              <a:gd name="connsiteX6" fmla="*/ 105952 w 12192000"/>
              <a:gd name="connsiteY6" fmla="*/ 6 h 1327979"/>
              <a:gd name="connsiteX7" fmla="*/ 0 w 12192000"/>
              <a:gd name="connsiteY7" fmla="*/ 3363 h 1327979"/>
              <a:gd name="connsiteX8" fmla="*/ 0 w 12192000"/>
              <a:gd name="connsiteY8" fmla="*/ 870779 h 1327979"/>
              <a:gd name="connsiteX9" fmla="*/ 0 w 12192000"/>
              <a:gd name="connsiteY9" fmla="*/ 870781 h 132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327979">
                <a:moveTo>
                  <a:pt x="0" y="1327979"/>
                </a:moveTo>
                <a:lnTo>
                  <a:pt x="12192000" y="1327979"/>
                </a:lnTo>
                <a:lnTo>
                  <a:pt x="12192000" y="870779"/>
                </a:lnTo>
                <a:lnTo>
                  <a:pt x="7562844" y="870779"/>
                </a:lnTo>
                <a:lnTo>
                  <a:pt x="7397873" y="818383"/>
                </a:lnTo>
                <a:cubicBezTo>
                  <a:pt x="6652131" y="537909"/>
                  <a:pt x="7036652" y="-1980"/>
                  <a:pt x="5990049" y="6"/>
                </a:cubicBezTo>
                <a:lnTo>
                  <a:pt x="105952" y="6"/>
                </a:lnTo>
                <a:lnTo>
                  <a:pt x="0" y="3363"/>
                </a:lnTo>
                <a:lnTo>
                  <a:pt x="0" y="870779"/>
                </a:lnTo>
                <a:lnTo>
                  <a:pt x="0" y="870781"/>
                </a:lnTo>
                <a:close/>
              </a:path>
            </a:pathLst>
          </a:custGeom>
          <a:solidFill>
            <a:srgbClr val="0E814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3" name="任意多边形 2"/>
          <p:cNvSpPr/>
          <p:nvPr/>
        </p:nvSpPr>
        <p:spPr>
          <a:xfrm flipH="1">
            <a:off x="4572000" y="1172936"/>
            <a:ext cx="4572000" cy="680356"/>
          </a:xfrm>
          <a:custGeom>
            <a:avLst/>
            <a:gdLst>
              <a:gd name="connsiteX0" fmla="*/ 4523198 w 6096000"/>
              <a:gd name="connsiteY0" fmla="*/ 6 h 870781"/>
              <a:gd name="connsiteX1" fmla="*/ 0 w 6096000"/>
              <a:gd name="connsiteY1" fmla="*/ 6 h 870781"/>
              <a:gd name="connsiteX2" fmla="*/ 0 w 6096000"/>
              <a:gd name="connsiteY2" fmla="*/ 870781 h 870781"/>
              <a:gd name="connsiteX3" fmla="*/ 6096000 w 6096000"/>
              <a:gd name="connsiteY3" fmla="*/ 870781 h 870781"/>
              <a:gd name="connsiteX4" fmla="*/ 4523198 w 6096000"/>
              <a:gd name="connsiteY4" fmla="*/ 6 h 870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870781">
                <a:moveTo>
                  <a:pt x="4523198" y="6"/>
                </a:moveTo>
                <a:lnTo>
                  <a:pt x="0" y="6"/>
                </a:lnTo>
                <a:lnTo>
                  <a:pt x="0" y="870781"/>
                </a:lnTo>
                <a:lnTo>
                  <a:pt x="6096000" y="870781"/>
                </a:lnTo>
                <a:cubicBezTo>
                  <a:pt x="5127651" y="612302"/>
                  <a:pt x="5639575" y="-2112"/>
                  <a:pt x="4523198" y="6"/>
                </a:cubicBezTo>
                <a:close/>
              </a:path>
            </a:pathLst>
          </a:custGeom>
          <a:solidFill>
            <a:srgbClr val="95C53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7782" y="1107794"/>
            <a:ext cx="156966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</a:rPr>
              <a:t>标题内容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977084" y="1316905"/>
            <a:ext cx="96372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100" dirty="0">
                <a:solidFill>
                  <a:schemeClr val="bg1"/>
                </a:solidFill>
              </a:rPr>
              <a:t>LOGO</a:t>
            </a:r>
            <a:endParaRPr lang="zh-CN" altLang="en-US" sz="2100" dirty="0">
              <a:solidFill>
                <a:schemeClr val="bg1"/>
              </a:solidFill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3625802" y="2506866"/>
            <a:ext cx="1795480" cy="663167"/>
          </a:xfrm>
          <a:custGeom>
            <a:avLst/>
            <a:gdLst>
              <a:gd name="connsiteX0" fmla="*/ 1620087 w 3338267"/>
              <a:gd name="connsiteY0" fmla="*/ 2113 h 1233000"/>
              <a:gd name="connsiteX1" fmla="*/ 3309410 w 3338267"/>
              <a:gd name="connsiteY1" fmla="*/ 1147343 h 1233000"/>
              <a:gd name="connsiteX2" fmla="*/ 3338267 w 3338267"/>
              <a:gd name="connsiteY2" fmla="*/ 1233000 h 1233000"/>
              <a:gd name="connsiteX3" fmla="*/ 0 w 3338267"/>
              <a:gd name="connsiteY3" fmla="*/ 1233000 h 1233000"/>
              <a:gd name="connsiteX4" fmla="*/ 20933 w 3338267"/>
              <a:gd name="connsiteY4" fmla="*/ 1142883 h 1233000"/>
              <a:gd name="connsiteX5" fmla="*/ 1229804 w 3338267"/>
              <a:gd name="connsiteY5" fmla="*/ 59840 h 1233000"/>
              <a:gd name="connsiteX6" fmla="*/ 1620087 w 3338267"/>
              <a:gd name="connsiteY6" fmla="*/ 2113 h 123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38267" h="1233000">
                <a:moveTo>
                  <a:pt x="1620087" y="2113"/>
                </a:moveTo>
                <a:cubicBezTo>
                  <a:pt x="2435631" y="-36784"/>
                  <a:pt x="3048126" y="465873"/>
                  <a:pt x="3309410" y="1147343"/>
                </a:cubicBezTo>
                <a:lnTo>
                  <a:pt x="3338267" y="1233000"/>
                </a:lnTo>
                <a:lnTo>
                  <a:pt x="0" y="1233000"/>
                </a:lnTo>
                <a:lnTo>
                  <a:pt x="20933" y="1142883"/>
                </a:lnTo>
                <a:cubicBezTo>
                  <a:pt x="182326" y="598551"/>
                  <a:pt x="683555" y="210454"/>
                  <a:pt x="1229804" y="59840"/>
                </a:cubicBezTo>
                <a:cubicBezTo>
                  <a:pt x="1364345" y="26899"/>
                  <a:pt x="1494619" y="8097"/>
                  <a:pt x="1620087" y="2113"/>
                </a:cubicBezTo>
                <a:close/>
              </a:path>
            </a:pathLst>
          </a:custGeom>
          <a:solidFill>
            <a:srgbClr val="95C53E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任意多边形 6"/>
          <p:cNvSpPr/>
          <p:nvPr/>
        </p:nvSpPr>
        <p:spPr>
          <a:xfrm>
            <a:off x="3440639" y="3858270"/>
            <a:ext cx="1944319" cy="682253"/>
          </a:xfrm>
          <a:custGeom>
            <a:avLst/>
            <a:gdLst>
              <a:gd name="connsiteX0" fmla="*/ 62449 w 3614997"/>
              <a:gd name="connsiteY0" fmla="*/ 0 h 1268486"/>
              <a:gd name="connsiteX1" fmla="*/ 3614997 w 3614997"/>
              <a:gd name="connsiteY1" fmla="*/ 0 h 1268486"/>
              <a:gd name="connsiteX2" fmla="*/ 3611359 w 3614997"/>
              <a:gd name="connsiteY2" fmla="*/ 8959 h 1268486"/>
              <a:gd name="connsiteX3" fmla="*/ 3298821 w 3614997"/>
              <a:gd name="connsiteY3" fmla="*/ 473005 h 1268486"/>
              <a:gd name="connsiteX4" fmla="*/ 3136821 w 3614997"/>
              <a:gd name="connsiteY4" fmla="*/ 1205909 h 1268486"/>
              <a:gd name="connsiteX5" fmla="*/ 3163569 w 3614997"/>
              <a:gd name="connsiteY5" fmla="*/ 1268486 h 1268486"/>
              <a:gd name="connsiteX6" fmla="*/ 495090 w 3614997"/>
              <a:gd name="connsiteY6" fmla="*/ 1268486 h 1268486"/>
              <a:gd name="connsiteX7" fmla="*/ 493708 w 3614997"/>
              <a:gd name="connsiteY7" fmla="*/ 1265403 h 1268486"/>
              <a:gd name="connsiteX8" fmla="*/ 500851 w 3614997"/>
              <a:gd name="connsiteY8" fmla="*/ 965923 h 1268486"/>
              <a:gd name="connsiteX9" fmla="*/ 403220 w 3614997"/>
              <a:gd name="connsiteY9" fmla="*/ 680174 h 1268486"/>
              <a:gd name="connsiteX10" fmla="*/ 384170 w 3614997"/>
              <a:gd name="connsiteY10" fmla="*/ 377755 h 1268486"/>
              <a:gd name="connsiteX11" fmla="*/ 336545 w 3614997"/>
              <a:gd name="connsiteY11" fmla="*/ 292030 h 1268486"/>
              <a:gd name="connsiteX12" fmla="*/ 22220 w 3614997"/>
              <a:gd name="connsiteY12" fmla="*/ 53905 h 1268486"/>
              <a:gd name="connsiteX13" fmla="*/ 62449 w 3614997"/>
              <a:gd name="connsiteY13" fmla="*/ 0 h 1268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14997" h="1268486">
                <a:moveTo>
                  <a:pt x="62449" y="0"/>
                </a:moveTo>
                <a:lnTo>
                  <a:pt x="3614997" y="0"/>
                </a:lnTo>
                <a:lnTo>
                  <a:pt x="3611359" y="8959"/>
                </a:lnTo>
                <a:cubicBezTo>
                  <a:pt x="3540913" y="164633"/>
                  <a:pt x="3440109" y="321399"/>
                  <a:pt x="3298821" y="473005"/>
                </a:cubicBezTo>
                <a:cubicBezTo>
                  <a:pt x="3129355" y="725815"/>
                  <a:pt x="3032815" y="910560"/>
                  <a:pt x="3136821" y="1205909"/>
                </a:cubicBezTo>
                <a:lnTo>
                  <a:pt x="3163569" y="1268486"/>
                </a:lnTo>
                <a:lnTo>
                  <a:pt x="495090" y="1268486"/>
                </a:lnTo>
                <a:lnTo>
                  <a:pt x="493708" y="1265403"/>
                </a:lnTo>
                <a:cubicBezTo>
                  <a:pt x="463942" y="1186338"/>
                  <a:pt x="450249" y="1091534"/>
                  <a:pt x="500851" y="965923"/>
                </a:cubicBezTo>
                <a:cubicBezTo>
                  <a:pt x="461163" y="894486"/>
                  <a:pt x="250027" y="882581"/>
                  <a:pt x="403220" y="680174"/>
                </a:cubicBezTo>
                <a:cubicBezTo>
                  <a:pt x="206370" y="457924"/>
                  <a:pt x="357183" y="419030"/>
                  <a:pt x="384170" y="377755"/>
                </a:cubicBezTo>
                <a:lnTo>
                  <a:pt x="336545" y="292030"/>
                </a:lnTo>
                <a:cubicBezTo>
                  <a:pt x="79370" y="286473"/>
                  <a:pt x="-56361" y="228530"/>
                  <a:pt x="22220" y="53905"/>
                </a:cubicBezTo>
                <a:lnTo>
                  <a:pt x="62449" y="0"/>
                </a:lnTo>
                <a:close/>
              </a:path>
            </a:pathLst>
          </a:custGeom>
          <a:solidFill>
            <a:srgbClr val="95C53E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任意多边形 7"/>
          <p:cNvSpPr/>
          <p:nvPr/>
        </p:nvSpPr>
        <p:spPr>
          <a:xfrm>
            <a:off x="3475851" y="3173025"/>
            <a:ext cx="1989645" cy="682253"/>
          </a:xfrm>
          <a:custGeom>
            <a:avLst/>
            <a:gdLst>
              <a:gd name="connsiteX0" fmla="*/ 275709 w 3699271"/>
              <a:gd name="connsiteY0" fmla="*/ 0 h 1268486"/>
              <a:gd name="connsiteX1" fmla="*/ 3616957 w 3699271"/>
              <a:gd name="connsiteY1" fmla="*/ 0 h 1268486"/>
              <a:gd name="connsiteX2" fmla="*/ 3640330 w 3699271"/>
              <a:gd name="connsiteY2" fmla="*/ 69378 h 1268486"/>
              <a:gd name="connsiteX3" fmla="*/ 3600119 w 3699271"/>
              <a:gd name="connsiteY3" fmla="*/ 1155754 h 1268486"/>
              <a:gd name="connsiteX4" fmla="*/ 3554330 w 3699271"/>
              <a:gd name="connsiteY4" fmla="*/ 1268486 h 1268486"/>
              <a:gd name="connsiteX5" fmla="*/ 0 w 3699271"/>
              <a:gd name="connsiteY5" fmla="*/ 1268486 h 1268486"/>
              <a:gd name="connsiteX6" fmla="*/ 79580 w 3699271"/>
              <a:gd name="connsiteY6" fmla="*/ 1161851 h 1268486"/>
              <a:gd name="connsiteX7" fmla="*/ 316105 w 3699271"/>
              <a:gd name="connsiteY7" fmla="*/ 736128 h 1268486"/>
              <a:gd name="connsiteX8" fmla="*/ 262489 w 3699271"/>
              <a:gd name="connsiteY8" fmla="*/ 56913 h 1268486"/>
              <a:gd name="connsiteX9" fmla="*/ 275709 w 3699271"/>
              <a:gd name="connsiteY9" fmla="*/ 0 h 1268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99271" h="1268486">
                <a:moveTo>
                  <a:pt x="275709" y="0"/>
                </a:moveTo>
                <a:lnTo>
                  <a:pt x="3616957" y="0"/>
                </a:lnTo>
                <a:lnTo>
                  <a:pt x="3640330" y="69378"/>
                </a:lnTo>
                <a:cubicBezTo>
                  <a:pt x="3697083" y="324767"/>
                  <a:pt x="3753836" y="730225"/>
                  <a:pt x="3600119" y="1155754"/>
                </a:cubicBezTo>
                <a:lnTo>
                  <a:pt x="3554330" y="1268486"/>
                </a:lnTo>
                <a:lnTo>
                  <a:pt x="0" y="1268486"/>
                </a:lnTo>
                <a:lnTo>
                  <a:pt x="79580" y="1161851"/>
                </a:lnTo>
                <a:cubicBezTo>
                  <a:pt x="183201" y="1013246"/>
                  <a:pt x="253002" y="881384"/>
                  <a:pt x="316105" y="736128"/>
                </a:cubicBezTo>
                <a:cubicBezTo>
                  <a:pt x="240302" y="492645"/>
                  <a:pt x="227155" y="264938"/>
                  <a:pt x="262489" y="56913"/>
                </a:cubicBezTo>
                <a:lnTo>
                  <a:pt x="275709" y="0"/>
                </a:lnTo>
                <a:close/>
              </a:path>
            </a:pathLst>
          </a:custGeom>
          <a:solidFill>
            <a:srgbClr val="0E814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/>
        </p:nvSpPr>
        <p:spPr>
          <a:xfrm>
            <a:off x="3710771" y="4543515"/>
            <a:ext cx="1707777" cy="663352"/>
          </a:xfrm>
          <a:custGeom>
            <a:avLst/>
            <a:gdLst>
              <a:gd name="connsiteX0" fmla="*/ 0 w 3175205"/>
              <a:gd name="connsiteY0" fmla="*/ 0 h 1233344"/>
              <a:gd name="connsiteX1" fmla="*/ 2668480 w 3175205"/>
              <a:gd name="connsiteY1" fmla="*/ 0 h 1233344"/>
              <a:gd name="connsiteX2" fmla="*/ 2698955 w 3175205"/>
              <a:gd name="connsiteY2" fmla="*/ 71294 h 1233344"/>
              <a:gd name="connsiteX3" fmla="*/ 2987880 w 3175205"/>
              <a:gd name="connsiteY3" fmla="*/ 706294 h 1233344"/>
              <a:gd name="connsiteX4" fmla="*/ 3175205 w 3175205"/>
              <a:gd name="connsiteY4" fmla="*/ 1233344 h 1233344"/>
              <a:gd name="connsiteX5" fmla="*/ 574880 w 3175205"/>
              <a:gd name="connsiteY5" fmla="*/ 1233344 h 1233344"/>
              <a:gd name="connsiteX6" fmla="*/ 1022555 w 3175205"/>
              <a:gd name="connsiteY6" fmla="*/ 718994 h 1233344"/>
              <a:gd name="connsiteX7" fmla="*/ 860630 w 3175205"/>
              <a:gd name="connsiteY7" fmla="*/ 99869 h 1233344"/>
              <a:gd name="connsiteX8" fmla="*/ 31955 w 3175205"/>
              <a:gd name="connsiteY8" fmla="*/ 71294 h 1233344"/>
              <a:gd name="connsiteX9" fmla="*/ 0 w 3175205"/>
              <a:gd name="connsiteY9" fmla="*/ 0 h 123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75205" h="1233344">
                <a:moveTo>
                  <a:pt x="0" y="0"/>
                </a:moveTo>
                <a:lnTo>
                  <a:pt x="2668480" y="0"/>
                </a:lnTo>
                <a:lnTo>
                  <a:pt x="2698955" y="71294"/>
                </a:lnTo>
                <a:lnTo>
                  <a:pt x="2987880" y="706294"/>
                </a:lnTo>
                <a:lnTo>
                  <a:pt x="3175205" y="1233344"/>
                </a:lnTo>
                <a:lnTo>
                  <a:pt x="574880" y="1233344"/>
                </a:lnTo>
                <a:lnTo>
                  <a:pt x="1022555" y="718994"/>
                </a:lnTo>
                <a:cubicBezTo>
                  <a:pt x="1011443" y="584056"/>
                  <a:pt x="988424" y="322913"/>
                  <a:pt x="860630" y="99869"/>
                </a:cubicBezTo>
                <a:cubicBezTo>
                  <a:pt x="593930" y="116537"/>
                  <a:pt x="191498" y="323707"/>
                  <a:pt x="31955" y="71294"/>
                </a:cubicBezTo>
                <a:lnTo>
                  <a:pt x="0" y="0"/>
                </a:lnTo>
                <a:close/>
              </a:path>
            </a:pathLst>
          </a:custGeom>
          <a:solidFill>
            <a:srgbClr val="0E814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Freeform 341"/>
          <p:cNvSpPr>
            <a:spLocks noChangeAspect="1" noEditPoints="1"/>
          </p:cNvSpPr>
          <p:nvPr/>
        </p:nvSpPr>
        <p:spPr bwMode="auto">
          <a:xfrm>
            <a:off x="4288750" y="2731670"/>
            <a:ext cx="299607" cy="297000"/>
          </a:xfrm>
          <a:custGeom>
            <a:avLst/>
            <a:gdLst>
              <a:gd name="T0" fmla="*/ 54 w 115"/>
              <a:gd name="T1" fmla="*/ 60 h 114"/>
              <a:gd name="T2" fmla="*/ 115 w 115"/>
              <a:gd name="T3" fmla="*/ 60 h 114"/>
              <a:gd name="T4" fmla="*/ 115 w 115"/>
              <a:gd name="T5" fmla="*/ 114 h 114"/>
              <a:gd name="T6" fmla="*/ 54 w 115"/>
              <a:gd name="T7" fmla="*/ 104 h 114"/>
              <a:gd name="T8" fmla="*/ 54 w 115"/>
              <a:gd name="T9" fmla="*/ 60 h 114"/>
              <a:gd name="T10" fmla="*/ 0 w 115"/>
              <a:gd name="T11" fmla="*/ 60 h 114"/>
              <a:gd name="T12" fmla="*/ 47 w 115"/>
              <a:gd name="T13" fmla="*/ 60 h 114"/>
              <a:gd name="T14" fmla="*/ 47 w 115"/>
              <a:gd name="T15" fmla="*/ 103 h 114"/>
              <a:gd name="T16" fmla="*/ 0 w 115"/>
              <a:gd name="T17" fmla="*/ 97 h 114"/>
              <a:gd name="T18" fmla="*/ 0 w 115"/>
              <a:gd name="T19" fmla="*/ 60 h 114"/>
              <a:gd name="T20" fmla="*/ 47 w 115"/>
              <a:gd name="T21" fmla="*/ 9 h 114"/>
              <a:gd name="T22" fmla="*/ 47 w 115"/>
              <a:gd name="T23" fmla="*/ 53 h 114"/>
              <a:gd name="T24" fmla="*/ 0 w 115"/>
              <a:gd name="T25" fmla="*/ 53 h 114"/>
              <a:gd name="T26" fmla="*/ 0 w 115"/>
              <a:gd name="T27" fmla="*/ 15 h 114"/>
              <a:gd name="T28" fmla="*/ 47 w 115"/>
              <a:gd name="T29" fmla="*/ 9 h 114"/>
              <a:gd name="T30" fmla="*/ 115 w 115"/>
              <a:gd name="T31" fmla="*/ 0 h 114"/>
              <a:gd name="T32" fmla="*/ 115 w 115"/>
              <a:gd name="T33" fmla="*/ 53 h 114"/>
              <a:gd name="T34" fmla="*/ 54 w 115"/>
              <a:gd name="T35" fmla="*/ 53 h 114"/>
              <a:gd name="T36" fmla="*/ 54 w 115"/>
              <a:gd name="T37" fmla="*/ 8 h 114"/>
              <a:gd name="T38" fmla="*/ 115 w 115"/>
              <a:gd name="T39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15" h="114">
                <a:moveTo>
                  <a:pt x="54" y="60"/>
                </a:moveTo>
                <a:lnTo>
                  <a:pt x="115" y="60"/>
                </a:lnTo>
                <a:lnTo>
                  <a:pt x="115" y="114"/>
                </a:lnTo>
                <a:lnTo>
                  <a:pt x="54" y="104"/>
                </a:lnTo>
                <a:lnTo>
                  <a:pt x="54" y="60"/>
                </a:lnTo>
                <a:close/>
                <a:moveTo>
                  <a:pt x="0" y="60"/>
                </a:moveTo>
                <a:lnTo>
                  <a:pt x="47" y="60"/>
                </a:lnTo>
                <a:lnTo>
                  <a:pt x="47" y="103"/>
                </a:lnTo>
                <a:lnTo>
                  <a:pt x="0" y="97"/>
                </a:lnTo>
                <a:lnTo>
                  <a:pt x="0" y="60"/>
                </a:lnTo>
                <a:close/>
                <a:moveTo>
                  <a:pt x="47" y="9"/>
                </a:moveTo>
                <a:lnTo>
                  <a:pt x="47" y="53"/>
                </a:lnTo>
                <a:lnTo>
                  <a:pt x="0" y="53"/>
                </a:lnTo>
                <a:lnTo>
                  <a:pt x="0" y="15"/>
                </a:lnTo>
                <a:lnTo>
                  <a:pt x="47" y="9"/>
                </a:lnTo>
                <a:close/>
                <a:moveTo>
                  <a:pt x="115" y="0"/>
                </a:moveTo>
                <a:lnTo>
                  <a:pt x="115" y="53"/>
                </a:lnTo>
                <a:lnTo>
                  <a:pt x="54" y="53"/>
                </a:lnTo>
                <a:lnTo>
                  <a:pt x="54" y="8"/>
                </a:lnTo>
                <a:lnTo>
                  <a:pt x="115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en-US" sz="1350" dirty="0"/>
          </a:p>
        </p:txBody>
      </p:sp>
      <p:sp>
        <p:nvSpPr>
          <p:cNvPr id="11" name="Freeform 343"/>
          <p:cNvSpPr>
            <a:spLocks noChangeAspect="1" noEditPoints="1"/>
          </p:cNvSpPr>
          <p:nvPr/>
        </p:nvSpPr>
        <p:spPr bwMode="auto">
          <a:xfrm>
            <a:off x="4288750" y="4076114"/>
            <a:ext cx="319003" cy="297000"/>
          </a:xfrm>
          <a:custGeom>
            <a:avLst/>
            <a:gdLst>
              <a:gd name="T0" fmla="*/ 109 w 116"/>
              <a:gd name="T1" fmla="*/ 93 h 108"/>
              <a:gd name="T2" fmla="*/ 112 w 116"/>
              <a:gd name="T3" fmla="*/ 101 h 108"/>
              <a:gd name="T4" fmla="*/ 112 w 116"/>
              <a:gd name="T5" fmla="*/ 108 h 108"/>
              <a:gd name="T6" fmla="*/ 109 w 116"/>
              <a:gd name="T7" fmla="*/ 105 h 108"/>
              <a:gd name="T8" fmla="*/ 101 w 116"/>
              <a:gd name="T9" fmla="*/ 101 h 108"/>
              <a:gd name="T10" fmla="*/ 100 w 116"/>
              <a:gd name="T11" fmla="*/ 95 h 108"/>
              <a:gd name="T12" fmla="*/ 105 w 116"/>
              <a:gd name="T13" fmla="*/ 92 h 108"/>
              <a:gd name="T14" fmla="*/ 20 w 116"/>
              <a:gd name="T15" fmla="*/ 95 h 108"/>
              <a:gd name="T16" fmla="*/ 20 w 116"/>
              <a:gd name="T17" fmla="*/ 99 h 108"/>
              <a:gd name="T18" fmla="*/ 9 w 116"/>
              <a:gd name="T19" fmla="*/ 104 h 108"/>
              <a:gd name="T20" fmla="*/ 11 w 116"/>
              <a:gd name="T21" fmla="*/ 92 h 108"/>
              <a:gd name="T22" fmla="*/ 99 w 116"/>
              <a:gd name="T23" fmla="*/ 76 h 108"/>
              <a:gd name="T24" fmla="*/ 104 w 116"/>
              <a:gd name="T25" fmla="*/ 85 h 108"/>
              <a:gd name="T26" fmla="*/ 99 w 116"/>
              <a:gd name="T27" fmla="*/ 91 h 108"/>
              <a:gd name="T28" fmla="*/ 95 w 116"/>
              <a:gd name="T29" fmla="*/ 89 h 108"/>
              <a:gd name="T30" fmla="*/ 91 w 116"/>
              <a:gd name="T31" fmla="*/ 80 h 108"/>
              <a:gd name="T32" fmla="*/ 97 w 116"/>
              <a:gd name="T33" fmla="*/ 76 h 108"/>
              <a:gd name="T34" fmla="*/ 114 w 116"/>
              <a:gd name="T35" fmla="*/ 47 h 108"/>
              <a:gd name="T36" fmla="*/ 114 w 116"/>
              <a:gd name="T37" fmla="*/ 67 h 108"/>
              <a:gd name="T38" fmla="*/ 100 w 116"/>
              <a:gd name="T39" fmla="*/ 66 h 108"/>
              <a:gd name="T40" fmla="*/ 97 w 116"/>
              <a:gd name="T41" fmla="*/ 61 h 108"/>
              <a:gd name="T42" fmla="*/ 89 w 116"/>
              <a:gd name="T43" fmla="*/ 47 h 108"/>
              <a:gd name="T44" fmla="*/ 71 w 116"/>
              <a:gd name="T45" fmla="*/ 55 h 108"/>
              <a:gd name="T46" fmla="*/ 45 w 116"/>
              <a:gd name="T47" fmla="*/ 67 h 108"/>
              <a:gd name="T48" fmla="*/ 30 w 116"/>
              <a:gd name="T49" fmla="*/ 47 h 108"/>
              <a:gd name="T50" fmla="*/ 2 w 116"/>
              <a:gd name="T51" fmla="*/ 67 h 108"/>
              <a:gd name="T52" fmla="*/ 2 w 116"/>
              <a:gd name="T53" fmla="*/ 47 h 108"/>
              <a:gd name="T54" fmla="*/ 50 w 116"/>
              <a:gd name="T55" fmla="*/ 28 h 108"/>
              <a:gd name="T56" fmla="*/ 58 w 116"/>
              <a:gd name="T57" fmla="*/ 36 h 108"/>
              <a:gd name="T58" fmla="*/ 25 w 116"/>
              <a:gd name="T59" fmla="*/ 91 h 108"/>
              <a:gd name="T60" fmla="*/ 15 w 116"/>
              <a:gd name="T61" fmla="*/ 88 h 108"/>
              <a:gd name="T62" fmla="*/ 24 w 116"/>
              <a:gd name="T63" fmla="*/ 67 h 108"/>
              <a:gd name="T64" fmla="*/ 47 w 116"/>
              <a:gd name="T65" fmla="*/ 28 h 108"/>
              <a:gd name="T66" fmla="*/ 63 w 116"/>
              <a:gd name="T67" fmla="*/ 10 h 108"/>
              <a:gd name="T68" fmla="*/ 78 w 116"/>
              <a:gd name="T69" fmla="*/ 34 h 108"/>
              <a:gd name="T70" fmla="*/ 88 w 116"/>
              <a:gd name="T71" fmla="*/ 54 h 108"/>
              <a:gd name="T72" fmla="*/ 89 w 116"/>
              <a:gd name="T73" fmla="*/ 57 h 108"/>
              <a:gd name="T74" fmla="*/ 91 w 116"/>
              <a:gd name="T75" fmla="*/ 59 h 108"/>
              <a:gd name="T76" fmla="*/ 95 w 116"/>
              <a:gd name="T77" fmla="*/ 66 h 108"/>
              <a:gd name="T78" fmla="*/ 96 w 116"/>
              <a:gd name="T79" fmla="*/ 70 h 108"/>
              <a:gd name="T80" fmla="*/ 92 w 116"/>
              <a:gd name="T81" fmla="*/ 74 h 108"/>
              <a:gd name="T82" fmla="*/ 85 w 116"/>
              <a:gd name="T83" fmla="*/ 75 h 108"/>
              <a:gd name="T84" fmla="*/ 74 w 116"/>
              <a:gd name="T85" fmla="*/ 50 h 108"/>
              <a:gd name="T86" fmla="*/ 63 w 116"/>
              <a:gd name="T87" fmla="*/ 27 h 108"/>
              <a:gd name="T88" fmla="*/ 54 w 116"/>
              <a:gd name="T89" fmla="*/ 4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6" h="108">
                <a:moveTo>
                  <a:pt x="105" y="92"/>
                </a:moveTo>
                <a:lnTo>
                  <a:pt x="108" y="92"/>
                </a:lnTo>
                <a:lnTo>
                  <a:pt x="109" y="93"/>
                </a:lnTo>
                <a:lnTo>
                  <a:pt x="110" y="96"/>
                </a:lnTo>
                <a:lnTo>
                  <a:pt x="112" y="99"/>
                </a:lnTo>
                <a:lnTo>
                  <a:pt x="112" y="101"/>
                </a:lnTo>
                <a:lnTo>
                  <a:pt x="112" y="104"/>
                </a:lnTo>
                <a:lnTo>
                  <a:pt x="112" y="106"/>
                </a:lnTo>
                <a:lnTo>
                  <a:pt x="112" y="108"/>
                </a:lnTo>
                <a:lnTo>
                  <a:pt x="112" y="108"/>
                </a:lnTo>
                <a:lnTo>
                  <a:pt x="110" y="106"/>
                </a:lnTo>
                <a:lnTo>
                  <a:pt x="109" y="105"/>
                </a:lnTo>
                <a:lnTo>
                  <a:pt x="106" y="104"/>
                </a:lnTo>
                <a:lnTo>
                  <a:pt x="104" y="102"/>
                </a:lnTo>
                <a:lnTo>
                  <a:pt x="101" y="101"/>
                </a:lnTo>
                <a:lnTo>
                  <a:pt x="100" y="99"/>
                </a:lnTo>
                <a:lnTo>
                  <a:pt x="100" y="97"/>
                </a:lnTo>
                <a:lnTo>
                  <a:pt x="100" y="95"/>
                </a:lnTo>
                <a:lnTo>
                  <a:pt x="101" y="95"/>
                </a:lnTo>
                <a:lnTo>
                  <a:pt x="102" y="93"/>
                </a:lnTo>
                <a:lnTo>
                  <a:pt x="105" y="92"/>
                </a:lnTo>
                <a:close/>
                <a:moveTo>
                  <a:pt x="12" y="91"/>
                </a:moveTo>
                <a:lnTo>
                  <a:pt x="13" y="91"/>
                </a:lnTo>
                <a:lnTo>
                  <a:pt x="20" y="95"/>
                </a:lnTo>
                <a:lnTo>
                  <a:pt x="21" y="96"/>
                </a:lnTo>
                <a:lnTo>
                  <a:pt x="21" y="97"/>
                </a:lnTo>
                <a:lnTo>
                  <a:pt x="20" y="99"/>
                </a:lnTo>
                <a:lnTo>
                  <a:pt x="11" y="104"/>
                </a:lnTo>
                <a:lnTo>
                  <a:pt x="9" y="105"/>
                </a:lnTo>
                <a:lnTo>
                  <a:pt x="9" y="104"/>
                </a:lnTo>
                <a:lnTo>
                  <a:pt x="9" y="102"/>
                </a:lnTo>
                <a:lnTo>
                  <a:pt x="11" y="92"/>
                </a:lnTo>
                <a:lnTo>
                  <a:pt x="11" y="92"/>
                </a:lnTo>
                <a:lnTo>
                  <a:pt x="12" y="91"/>
                </a:lnTo>
                <a:close/>
                <a:moveTo>
                  <a:pt x="97" y="76"/>
                </a:moveTo>
                <a:lnTo>
                  <a:pt x="99" y="76"/>
                </a:lnTo>
                <a:lnTo>
                  <a:pt x="100" y="78"/>
                </a:lnTo>
                <a:lnTo>
                  <a:pt x="102" y="84"/>
                </a:lnTo>
                <a:lnTo>
                  <a:pt x="104" y="85"/>
                </a:lnTo>
                <a:lnTo>
                  <a:pt x="102" y="87"/>
                </a:lnTo>
                <a:lnTo>
                  <a:pt x="101" y="88"/>
                </a:lnTo>
                <a:lnTo>
                  <a:pt x="99" y="91"/>
                </a:lnTo>
                <a:lnTo>
                  <a:pt x="97" y="91"/>
                </a:lnTo>
                <a:lnTo>
                  <a:pt x="96" y="91"/>
                </a:lnTo>
                <a:lnTo>
                  <a:pt x="95" y="89"/>
                </a:lnTo>
                <a:lnTo>
                  <a:pt x="91" y="83"/>
                </a:lnTo>
                <a:lnTo>
                  <a:pt x="91" y="82"/>
                </a:lnTo>
                <a:lnTo>
                  <a:pt x="91" y="80"/>
                </a:lnTo>
                <a:lnTo>
                  <a:pt x="92" y="79"/>
                </a:lnTo>
                <a:lnTo>
                  <a:pt x="96" y="76"/>
                </a:lnTo>
                <a:lnTo>
                  <a:pt x="97" y="76"/>
                </a:lnTo>
                <a:close/>
                <a:moveTo>
                  <a:pt x="89" y="47"/>
                </a:moveTo>
                <a:lnTo>
                  <a:pt x="113" y="47"/>
                </a:lnTo>
                <a:lnTo>
                  <a:pt x="114" y="47"/>
                </a:lnTo>
                <a:lnTo>
                  <a:pt x="116" y="50"/>
                </a:lnTo>
                <a:lnTo>
                  <a:pt x="116" y="66"/>
                </a:lnTo>
                <a:lnTo>
                  <a:pt x="114" y="67"/>
                </a:lnTo>
                <a:lnTo>
                  <a:pt x="113" y="67"/>
                </a:lnTo>
                <a:lnTo>
                  <a:pt x="100" y="67"/>
                </a:lnTo>
                <a:lnTo>
                  <a:pt x="100" y="66"/>
                </a:lnTo>
                <a:lnTo>
                  <a:pt x="99" y="65"/>
                </a:lnTo>
                <a:lnTo>
                  <a:pt x="97" y="63"/>
                </a:lnTo>
                <a:lnTo>
                  <a:pt x="97" y="61"/>
                </a:lnTo>
                <a:lnTo>
                  <a:pt x="95" y="57"/>
                </a:lnTo>
                <a:lnTo>
                  <a:pt x="92" y="53"/>
                </a:lnTo>
                <a:lnTo>
                  <a:pt x="89" y="47"/>
                </a:lnTo>
                <a:close/>
                <a:moveTo>
                  <a:pt x="57" y="47"/>
                </a:moveTo>
                <a:lnTo>
                  <a:pt x="67" y="47"/>
                </a:lnTo>
                <a:lnTo>
                  <a:pt x="71" y="55"/>
                </a:lnTo>
                <a:lnTo>
                  <a:pt x="74" y="62"/>
                </a:lnTo>
                <a:lnTo>
                  <a:pt x="76" y="67"/>
                </a:lnTo>
                <a:lnTo>
                  <a:pt x="45" y="67"/>
                </a:lnTo>
                <a:lnTo>
                  <a:pt x="57" y="47"/>
                </a:lnTo>
                <a:close/>
                <a:moveTo>
                  <a:pt x="3" y="47"/>
                </a:moveTo>
                <a:lnTo>
                  <a:pt x="30" y="47"/>
                </a:lnTo>
                <a:lnTo>
                  <a:pt x="19" y="67"/>
                </a:lnTo>
                <a:lnTo>
                  <a:pt x="3" y="67"/>
                </a:lnTo>
                <a:lnTo>
                  <a:pt x="2" y="67"/>
                </a:lnTo>
                <a:lnTo>
                  <a:pt x="0" y="66"/>
                </a:lnTo>
                <a:lnTo>
                  <a:pt x="0" y="50"/>
                </a:lnTo>
                <a:lnTo>
                  <a:pt x="2" y="47"/>
                </a:lnTo>
                <a:lnTo>
                  <a:pt x="3" y="47"/>
                </a:lnTo>
                <a:close/>
                <a:moveTo>
                  <a:pt x="47" y="28"/>
                </a:moveTo>
                <a:lnTo>
                  <a:pt x="50" y="28"/>
                </a:lnTo>
                <a:lnTo>
                  <a:pt x="57" y="32"/>
                </a:lnTo>
                <a:lnTo>
                  <a:pt x="58" y="33"/>
                </a:lnTo>
                <a:lnTo>
                  <a:pt x="58" y="36"/>
                </a:lnTo>
                <a:lnTo>
                  <a:pt x="47" y="53"/>
                </a:lnTo>
                <a:lnTo>
                  <a:pt x="40" y="67"/>
                </a:lnTo>
                <a:lnTo>
                  <a:pt x="25" y="91"/>
                </a:lnTo>
                <a:lnTo>
                  <a:pt x="24" y="92"/>
                </a:lnTo>
                <a:lnTo>
                  <a:pt x="23" y="92"/>
                </a:lnTo>
                <a:lnTo>
                  <a:pt x="15" y="88"/>
                </a:lnTo>
                <a:lnTo>
                  <a:pt x="13" y="87"/>
                </a:lnTo>
                <a:lnTo>
                  <a:pt x="15" y="84"/>
                </a:lnTo>
                <a:lnTo>
                  <a:pt x="24" y="67"/>
                </a:lnTo>
                <a:lnTo>
                  <a:pt x="36" y="47"/>
                </a:lnTo>
                <a:lnTo>
                  <a:pt x="46" y="29"/>
                </a:lnTo>
                <a:lnTo>
                  <a:pt x="47" y="28"/>
                </a:lnTo>
                <a:close/>
                <a:moveTo>
                  <a:pt x="55" y="0"/>
                </a:moveTo>
                <a:lnTo>
                  <a:pt x="58" y="3"/>
                </a:lnTo>
                <a:lnTo>
                  <a:pt x="63" y="10"/>
                </a:lnTo>
                <a:lnTo>
                  <a:pt x="68" y="19"/>
                </a:lnTo>
                <a:lnTo>
                  <a:pt x="74" y="28"/>
                </a:lnTo>
                <a:lnTo>
                  <a:pt x="78" y="34"/>
                </a:lnTo>
                <a:lnTo>
                  <a:pt x="83" y="45"/>
                </a:lnTo>
                <a:lnTo>
                  <a:pt x="88" y="54"/>
                </a:lnTo>
                <a:lnTo>
                  <a:pt x="88" y="54"/>
                </a:lnTo>
                <a:lnTo>
                  <a:pt x="88" y="55"/>
                </a:lnTo>
                <a:lnTo>
                  <a:pt x="89" y="55"/>
                </a:lnTo>
                <a:lnTo>
                  <a:pt x="89" y="57"/>
                </a:lnTo>
                <a:lnTo>
                  <a:pt x="89" y="58"/>
                </a:lnTo>
                <a:lnTo>
                  <a:pt x="89" y="58"/>
                </a:lnTo>
                <a:lnTo>
                  <a:pt x="91" y="59"/>
                </a:lnTo>
                <a:lnTo>
                  <a:pt x="91" y="59"/>
                </a:lnTo>
                <a:lnTo>
                  <a:pt x="92" y="63"/>
                </a:lnTo>
                <a:lnTo>
                  <a:pt x="95" y="66"/>
                </a:lnTo>
                <a:lnTo>
                  <a:pt x="95" y="67"/>
                </a:lnTo>
                <a:lnTo>
                  <a:pt x="95" y="68"/>
                </a:lnTo>
                <a:lnTo>
                  <a:pt x="96" y="70"/>
                </a:lnTo>
                <a:lnTo>
                  <a:pt x="95" y="72"/>
                </a:lnTo>
                <a:lnTo>
                  <a:pt x="93" y="74"/>
                </a:lnTo>
                <a:lnTo>
                  <a:pt x="92" y="74"/>
                </a:lnTo>
                <a:lnTo>
                  <a:pt x="89" y="75"/>
                </a:lnTo>
                <a:lnTo>
                  <a:pt x="88" y="75"/>
                </a:lnTo>
                <a:lnTo>
                  <a:pt x="85" y="75"/>
                </a:lnTo>
                <a:lnTo>
                  <a:pt x="83" y="70"/>
                </a:lnTo>
                <a:lnTo>
                  <a:pt x="79" y="62"/>
                </a:lnTo>
                <a:lnTo>
                  <a:pt x="74" y="50"/>
                </a:lnTo>
                <a:lnTo>
                  <a:pt x="68" y="40"/>
                </a:lnTo>
                <a:lnTo>
                  <a:pt x="66" y="33"/>
                </a:lnTo>
                <a:lnTo>
                  <a:pt x="63" y="27"/>
                </a:lnTo>
                <a:lnTo>
                  <a:pt x="59" y="19"/>
                </a:lnTo>
                <a:lnTo>
                  <a:pt x="57" y="11"/>
                </a:lnTo>
                <a:lnTo>
                  <a:pt x="54" y="4"/>
                </a:lnTo>
                <a:lnTo>
                  <a:pt x="55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en-US" sz="1350" dirty="0"/>
          </a:p>
        </p:txBody>
      </p:sp>
      <p:sp>
        <p:nvSpPr>
          <p:cNvPr id="12" name="Freeform 344"/>
          <p:cNvSpPr>
            <a:spLocks noChangeAspect="1" noEditPoints="1"/>
          </p:cNvSpPr>
          <p:nvPr/>
        </p:nvSpPr>
        <p:spPr bwMode="auto">
          <a:xfrm>
            <a:off x="4470674" y="3354821"/>
            <a:ext cx="253473" cy="297000"/>
          </a:xfrm>
          <a:custGeom>
            <a:avLst/>
            <a:gdLst>
              <a:gd name="T0" fmla="*/ 80 w 99"/>
              <a:gd name="T1" fmla="*/ 29 h 116"/>
              <a:gd name="T2" fmla="*/ 97 w 99"/>
              <a:gd name="T3" fmla="*/ 40 h 116"/>
              <a:gd name="T4" fmla="*/ 90 w 99"/>
              <a:gd name="T5" fmla="*/ 46 h 116"/>
              <a:gd name="T6" fmla="*/ 84 w 99"/>
              <a:gd name="T7" fmla="*/ 62 h 116"/>
              <a:gd name="T8" fmla="*/ 92 w 99"/>
              <a:gd name="T9" fmla="*/ 80 h 116"/>
              <a:gd name="T10" fmla="*/ 99 w 99"/>
              <a:gd name="T11" fmla="*/ 86 h 116"/>
              <a:gd name="T12" fmla="*/ 98 w 99"/>
              <a:gd name="T13" fmla="*/ 88 h 116"/>
              <a:gd name="T14" fmla="*/ 94 w 99"/>
              <a:gd name="T15" fmla="*/ 96 h 116"/>
              <a:gd name="T16" fmla="*/ 88 w 99"/>
              <a:gd name="T17" fmla="*/ 105 h 116"/>
              <a:gd name="T18" fmla="*/ 81 w 99"/>
              <a:gd name="T19" fmla="*/ 113 h 116"/>
              <a:gd name="T20" fmla="*/ 72 w 99"/>
              <a:gd name="T21" fmla="*/ 116 h 116"/>
              <a:gd name="T22" fmla="*/ 65 w 99"/>
              <a:gd name="T23" fmla="*/ 114 h 116"/>
              <a:gd name="T24" fmla="*/ 60 w 99"/>
              <a:gd name="T25" fmla="*/ 112 h 116"/>
              <a:gd name="T26" fmla="*/ 52 w 99"/>
              <a:gd name="T27" fmla="*/ 110 h 116"/>
              <a:gd name="T28" fmla="*/ 43 w 99"/>
              <a:gd name="T29" fmla="*/ 113 h 116"/>
              <a:gd name="T30" fmla="*/ 37 w 99"/>
              <a:gd name="T31" fmla="*/ 114 h 116"/>
              <a:gd name="T32" fmla="*/ 27 w 99"/>
              <a:gd name="T33" fmla="*/ 114 h 116"/>
              <a:gd name="T34" fmla="*/ 19 w 99"/>
              <a:gd name="T35" fmla="*/ 109 h 116"/>
              <a:gd name="T36" fmla="*/ 13 w 99"/>
              <a:gd name="T37" fmla="*/ 101 h 116"/>
              <a:gd name="T38" fmla="*/ 1 w 99"/>
              <a:gd name="T39" fmla="*/ 74 h 116"/>
              <a:gd name="T40" fmla="*/ 5 w 99"/>
              <a:gd name="T41" fmla="*/ 44 h 116"/>
              <a:gd name="T42" fmla="*/ 19 w 99"/>
              <a:gd name="T43" fmla="*/ 31 h 116"/>
              <a:gd name="T44" fmla="*/ 35 w 99"/>
              <a:gd name="T45" fmla="*/ 29 h 116"/>
              <a:gd name="T46" fmla="*/ 43 w 99"/>
              <a:gd name="T47" fmla="*/ 32 h 116"/>
              <a:gd name="T48" fmla="*/ 51 w 99"/>
              <a:gd name="T49" fmla="*/ 34 h 116"/>
              <a:gd name="T50" fmla="*/ 65 w 99"/>
              <a:gd name="T51" fmla="*/ 29 h 116"/>
              <a:gd name="T52" fmla="*/ 74 w 99"/>
              <a:gd name="T53" fmla="*/ 0 h 116"/>
              <a:gd name="T54" fmla="*/ 72 w 99"/>
              <a:gd name="T55" fmla="*/ 14 h 116"/>
              <a:gd name="T56" fmla="*/ 64 w 99"/>
              <a:gd name="T57" fmla="*/ 23 h 116"/>
              <a:gd name="T58" fmla="*/ 55 w 99"/>
              <a:gd name="T59" fmla="*/ 27 h 116"/>
              <a:gd name="T60" fmla="*/ 50 w 99"/>
              <a:gd name="T61" fmla="*/ 23 h 116"/>
              <a:gd name="T62" fmla="*/ 54 w 99"/>
              <a:gd name="T63" fmla="*/ 14 h 116"/>
              <a:gd name="T64" fmla="*/ 60 w 99"/>
              <a:gd name="T65" fmla="*/ 7 h 116"/>
              <a:gd name="T66" fmla="*/ 69 w 99"/>
              <a:gd name="T67" fmla="*/ 2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9" h="116">
                <a:moveTo>
                  <a:pt x="74" y="29"/>
                </a:moveTo>
                <a:lnTo>
                  <a:pt x="80" y="29"/>
                </a:lnTo>
                <a:lnTo>
                  <a:pt x="89" y="33"/>
                </a:lnTo>
                <a:lnTo>
                  <a:pt x="97" y="40"/>
                </a:lnTo>
                <a:lnTo>
                  <a:pt x="94" y="41"/>
                </a:lnTo>
                <a:lnTo>
                  <a:pt x="90" y="46"/>
                </a:lnTo>
                <a:lnTo>
                  <a:pt x="85" y="53"/>
                </a:lnTo>
                <a:lnTo>
                  <a:pt x="84" y="62"/>
                </a:lnTo>
                <a:lnTo>
                  <a:pt x="86" y="72"/>
                </a:lnTo>
                <a:lnTo>
                  <a:pt x="92" y="80"/>
                </a:lnTo>
                <a:lnTo>
                  <a:pt x="97" y="84"/>
                </a:lnTo>
                <a:lnTo>
                  <a:pt x="99" y="86"/>
                </a:lnTo>
                <a:lnTo>
                  <a:pt x="99" y="86"/>
                </a:lnTo>
                <a:lnTo>
                  <a:pt x="98" y="88"/>
                </a:lnTo>
                <a:lnTo>
                  <a:pt x="97" y="92"/>
                </a:lnTo>
                <a:lnTo>
                  <a:pt x="94" y="96"/>
                </a:lnTo>
                <a:lnTo>
                  <a:pt x="92" y="101"/>
                </a:lnTo>
                <a:lnTo>
                  <a:pt x="88" y="105"/>
                </a:lnTo>
                <a:lnTo>
                  <a:pt x="85" y="109"/>
                </a:lnTo>
                <a:lnTo>
                  <a:pt x="81" y="113"/>
                </a:lnTo>
                <a:lnTo>
                  <a:pt x="77" y="114"/>
                </a:lnTo>
                <a:lnTo>
                  <a:pt x="72" y="116"/>
                </a:lnTo>
                <a:lnTo>
                  <a:pt x="69" y="116"/>
                </a:lnTo>
                <a:lnTo>
                  <a:pt x="65" y="114"/>
                </a:lnTo>
                <a:lnTo>
                  <a:pt x="63" y="113"/>
                </a:lnTo>
                <a:lnTo>
                  <a:pt x="60" y="112"/>
                </a:lnTo>
                <a:lnTo>
                  <a:pt x="56" y="112"/>
                </a:lnTo>
                <a:lnTo>
                  <a:pt x="52" y="110"/>
                </a:lnTo>
                <a:lnTo>
                  <a:pt x="47" y="112"/>
                </a:lnTo>
                <a:lnTo>
                  <a:pt x="43" y="113"/>
                </a:lnTo>
                <a:lnTo>
                  <a:pt x="39" y="114"/>
                </a:lnTo>
                <a:lnTo>
                  <a:pt x="37" y="114"/>
                </a:lnTo>
                <a:lnTo>
                  <a:pt x="33" y="116"/>
                </a:lnTo>
                <a:lnTo>
                  <a:pt x="27" y="114"/>
                </a:lnTo>
                <a:lnTo>
                  <a:pt x="23" y="113"/>
                </a:lnTo>
                <a:lnTo>
                  <a:pt x="19" y="109"/>
                </a:lnTo>
                <a:lnTo>
                  <a:pt x="16" y="105"/>
                </a:lnTo>
                <a:lnTo>
                  <a:pt x="13" y="101"/>
                </a:lnTo>
                <a:lnTo>
                  <a:pt x="5" y="88"/>
                </a:lnTo>
                <a:lnTo>
                  <a:pt x="1" y="74"/>
                </a:lnTo>
                <a:lnTo>
                  <a:pt x="0" y="58"/>
                </a:lnTo>
                <a:lnTo>
                  <a:pt x="5" y="44"/>
                </a:lnTo>
                <a:lnTo>
                  <a:pt x="12" y="36"/>
                </a:lnTo>
                <a:lnTo>
                  <a:pt x="19" y="31"/>
                </a:lnTo>
                <a:lnTo>
                  <a:pt x="30" y="29"/>
                </a:lnTo>
                <a:lnTo>
                  <a:pt x="35" y="29"/>
                </a:lnTo>
                <a:lnTo>
                  <a:pt x="39" y="31"/>
                </a:lnTo>
                <a:lnTo>
                  <a:pt x="43" y="32"/>
                </a:lnTo>
                <a:lnTo>
                  <a:pt x="47" y="33"/>
                </a:lnTo>
                <a:lnTo>
                  <a:pt x="51" y="34"/>
                </a:lnTo>
                <a:lnTo>
                  <a:pt x="56" y="32"/>
                </a:lnTo>
                <a:lnTo>
                  <a:pt x="65" y="29"/>
                </a:lnTo>
                <a:lnTo>
                  <a:pt x="74" y="29"/>
                </a:lnTo>
                <a:close/>
                <a:moveTo>
                  <a:pt x="74" y="0"/>
                </a:moveTo>
                <a:lnTo>
                  <a:pt x="73" y="8"/>
                </a:lnTo>
                <a:lnTo>
                  <a:pt x="72" y="14"/>
                </a:lnTo>
                <a:lnTo>
                  <a:pt x="68" y="19"/>
                </a:lnTo>
                <a:lnTo>
                  <a:pt x="64" y="23"/>
                </a:lnTo>
                <a:lnTo>
                  <a:pt x="60" y="25"/>
                </a:lnTo>
                <a:lnTo>
                  <a:pt x="55" y="27"/>
                </a:lnTo>
                <a:lnTo>
                  <a:pt x="50" y="28"/>
                </a:lnTo>
                <a:lnTo>
                  <a:pt x="50" y="23"/>
                </a:lnTo>
                <a:lnTo>
                  <a:pt x="51" y="17"/>
                </a:lnTo>
                <a:lnTo>
                  <a:pt x="54" y="14"/>
                </a:lnTo>
                <a:lnTo>
                  <a:pt x="56" y="10"/>
                </a:lnTo>
                <a:lnTo>
                  <a:pt x="60" y="7"/>
                </a:lnTo>
                <a:lnTo>
                  <a:pt x="64" y="3"/>
                </a:lnTo>
                <a:lnTo>
                  <a:pt x="69" y="2"/>
                </a:lnTo>
                <a:lnTo>
                  <a:pt x="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en-US" sz="1350" dirty="0"/>
          </a:p>
        </p:txBody>
      </p:sp>
      <p:sp>
        <p:nvSpPr>
          <p:cNvPr id="13" name="Freeform 345"/>
          <p:cNvSpPr>
            <a:spLocks noChangeAspect="1" noEditPoints="1"/>
          </p:cNvSpPr>
          <p:nvPr/>
        </p:nvSpPr>
        <p:spPr bwMode="auto">
          <a:xfrm>
            <a:off x="4542223" y="4697739"/>
            <a:ext cx="244893" cy="297000"/>
          </a:xfrm>
          <a:custGeom>
            <a:avLst/>
            <a:gdLst>
              <a:gd name="T0" fmla="*/ 91 w 94"/>
              <a:gd name="T1" fmla="*/ 36 h 114"/>
              <a:gd name="T2" fmla="*/ 94 w 94"/>
              <a:gd name="T3" fmla="*/ 42 h 114"/>
              <a:gd name="T4" fmla="*/ 94 w 94"/>
              <a:gd name="T5" fmla="*/ 74 h 114"/>
              <a:gd name="T6" fmla="*/ 88 w 94"/>
              <a:gd name="T7" fmla="*/ 77 h 114"/>
              <a:gd name="T8" fmla="*/ 82 w 94"/>
              <a:gd name="T9" fmla="*/ 74 h 114"/>
              <a:gd name="T10" fmla="*/ 81 w 94"/>
              <a:gd name="T11" fmla="*/ 42 h 114"/>
              <a:gd name="T12" fmla="*/ 85 w 94"/>
              <a:gd name="T13" fmla="*/ 36 h 114"/>
              <a:gd name="T14" fmla="*/ 17 w 94"/>
              <a:gd name="T15" fmla="*/ 35 h 114"/>
              <a:gd name="T16" fmla="*/ 77 w 94"/>
              <a:gd name="T17" fmla="*/ 84 h 114"/>
              <a:gd name="T18" fmla="*/ 74 w 94"/>
              <a:gd name="T19" fmla="*/ 90 h 114"/>
              <a:gd name="T20" fmla="*/ 65 w 94"/>
              <a:gd name="T21" fmla="*/ 91 h 114"/>
              <a:gd name="T22" fmla="*/ 65 w 94"/>
              <a:gd name="T23" fmla="*/ 107 h 114"/>
              <a:gd name="T24" fmla="*/ 63 w 94"/>
              <a:gd name="T25" fmla="*/ 112 h 114"/>
              <a:gd name="T26" fmla="*/ 56 w 94"/>
              <a:gd name="T27" fmla="*/ 112 h 114"/>
              <a:gd name="T28" fmla="*/ 52 w 94"/>
              <a:gd name="T29" fmla="*/ 107 h 114"/>
              <a:gd name="T30" fmla="*/ 53 w 94"/>
              <a:gd name="T31" fmla="*/ 91 h 114"/>
              <a:gd name="T32" fmla="*/ 42 w 94"/>
              <a:gd name="T33" fmla="*/ 93 h 114"/>
              <a:gd name="T34" fmla="*/ 40 w 94"/>
              <a:gd name="T35" fmla="*/ 110 h 114"/>
              <a:gd name="T36" fmla="*/ 35 w 94"/>
              <a:gd name="T37" fmla="*/ 114 h 114"/>
              <a:gd name="T38" fmla="*/ 29 w 94"/>
              <a:gd name="T39" fmla="*/ 110 h 114"/>
              <a:gd name="T40" fmla="*/ 29 w 94"/>
              <a:gd name="T41" fmla="*/ 93 h 114"/>
              <a:gd name="T42" fmla="*/ 23 w 94"/>
              <a:gd name="T43" fmla="*/ 91 h 114"/>
              <a:gd name="T44" fmla="*/ 18 w 94"/>
              <a:gd name="T45" fmla="*/ 87 h 114"/>
              <a:gd name="T46" fmla="*/ 17 w 94"/>
              <a:gd name="T47" fmla="*/ 35 h 114"/>
              <a:gd name="T48" fmla="*/ 9 w 94"/>
              <a:gd name="T49" fmla="*/ 36 h 114"/>
              <a:gd name="T50" fmla="*/ 13 w 94"/>
              <a:gd name="T51" fmla="*/ 42 h 114"/>
              <a:gd name="T52" fmla="*/ 12 w 94"/>
              <a:gd name="T53" fmla="*/ 74 h 114"/>
              <a:gd name="T54" fmla="*/ 6 w 94"/>
              <a:gd name="T55" fmla="*/ 77 h 114"/>
              <a:gd name="T56" fmla="*/ 1 w 94"/>
              <a:gd name="T57" fmla="*/ 74 h 114"/>
              <a:gd name="T58" fmla="*/ 0 w 94"/>
              <a:gd name="T59" fmla="*/ 42 h 114"/>
              <a:gd name="T60" fmla="*/ 2 w 94"/>
              <a:gd name="T61" fmla="*/ 36 h 114"/>
              <a:gd name="T62" fmla="*/ 60 w 94"/>
              <a:gd name="T63" fmla="*/ 15 h 114"/>
              <a:gd name="T64" fmla="*/ 57 w 94"/>
              <a:gd name="T65" fmla="*/ 17 h 114"/>
              <a:gd name="T66" fmla="*/ 57 w 94"/>
              <a:gd name="T67" fmla="*/ 21 h 114"/>
              <a:gd name="T68" fmla="*/ 60 w 94"/>
              <a:gd name="T69" fmla="*/ 22 h 114"/>
              <a:gd name="T70" fmla="*/ 63 w 94"/>
              <a:gd name="T71" fmla="*/ 21 h 114"/>
              <a:gd name="T72" fmla="*/ 63 w 94"/>
              <a:gd name="T73" fmla="*/ 17 h 114"/>
              <a:gd name="T74" fmla="*/ 60 w 94"/>
              <a:gd name="T75" fmla="*/ 15 h 114"/>
              <a:gd name="T76" fmla="*/ 33 w 94"/>
              <a:gd name="T77" fmla="*/ 15 h 114"/>
              <a:gd name="T78" fmla="*/ 31 w 94"/>
              <a:gd name="T79" fmla="*/ 18 h 114"/>
              <a:gd name="T80" fmla="*/ 33 w 94"/>
              <a:gd name="T81" fmla="*/ 22 h 114"/>
              <a:gd name="T82" fmla="*/ 35 w 94"/>
              <a:gd name="T83" fmla="*/ 22 h 114"/>
              <a:gd name="T84" fmla="*/ 38 w 94"/>
              <a:gd name="T85" fmla="*/ 18 h 114"/>
              <a:gd name="T86" fmla="*/ 35 w 94"/>
              <a:gd name="T87" fmla="*/ 15 h 114"/>
              <a:gd name="T88" fmla="*/ 29 w 94"/>
              <a:gd name="T89" fmla="*/ 0 h 114"/>
              <a:gd name="T90" fmla="*/ 31 w 94"/>
              <a:gd name="T91" fmla="*/ 4 h 114"/>
              <a:gd name="T92" fmla="*/ 34 w 94"/>
              <a:gd name="T93" fmla="*/ 8 h 114"/>
              <a:gd name="T94" fmla="*/ 47 w 94"/>
              <a:gd name="T95" fmla="*/ 5 h 114"/>
              <a:gd name="T96" fmla="*/ 60 w 94"/>
              <a:gd name="T97" fmla="*/ 8 h 114"/>
              <a:gd name="T98" fmla="*/ 63 w 94"/>
              <a:gd name="T99" fmla="*/ 4 h 114"/>
              <a:gd name="T100" fmla="*/ 65 w 94"/>
              <a:gd name="T101" fmla="*/ 0 h 114"/>
              <a:gd name="T102" fmla="*/ 67 w 94"/>
              <a:gd name="T103" fmla="*/ 0 h 114"/>
              <a:gd name="T104" fmla="*/ 64 w 94"/>
              <a:gd name="T105" fmla="*/ 5 h 114"/>
              <a:gd name="T106" fmla="*/ 61 w 94"/>
              <a:gd name="T107" fmla="*/ 9 h 114"/>
              <a:gd name="T108" fmla="*/ 76 w 94"/>
              <a:gd name="T109" fmla="*/ 22 h 114"/>
              <a:gd name="T110" fmla="*/ 17 w 94"/>
              <a:gd name="T111" fmla="*/ 31 h 114"/>
              <a:gd name="T112" fmla="*/ 25 w 94"/>
              <a:gd name="T113" fmla="*/ 14 h 114"/>
              <a:gd name="T114" fmla="*/ 31 w 94"/>
              <a:gd name="T115" fmla="*/ 6 h 114"/>
              <a:gd name="T116" fmla="*/ 27 w 94"/>
              <a:gd name="T117" fmla="*/ 1 h 114"/>
              <a:gd name="T118" fmla="*/ 27 w 94"/>
              <a:gd name="T119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94" h="114">
                <a:moveTo>
                  <a:pt x="88" y="35"/>
                </a:moveTo>
                <a:lnTo>
                  <a:pt x="91" y="36"/>
                </a:lnTo>
                <a:lnTo>
                  <a:pt x="94" y="39"/>
                </a:lnTo>
                <a:lnTo>
                  <a:pt x="94" y="42"/>
                </a:lnTo>
                <a:lnTo>
                  <a:pt x="94" y="70"/>
                </a:lnTo>
                <a:lnTo>
                  <a:pt x="94" y="74"/>
                </a:lnTo>
                <a:lnTo>
                  <a:pt x="91" y="76"/>
                </a:lnTo>
                <a:lnTo>
                  <a:pt x="88" y="77"/>
                </a:lnTo>
                <a:lnTo>
                  <a:pt x="85" y="76"/>
                </a:lnTo>
                <a:lnTo>
                  <a:pt x="82" y="74"/>
                </a:lnTo>
                <a:lnTo>
                  <a:pt x="81" y="70"/>
                </a:lnTo>
                <a:lnTo>
                  <a:pt x="81" y="42"/>
                </a:lnTo>
                <a:lnTo>
                  <a:pt x="82" y="39"/>
                </a:lnTo>
                <a:lnTo>
                  <a:pt x="85" y="36"/>
                </a:lnTo>
                <a:lnTo>
                  <a:pt x="88" y="35"/>
                </a:lnTo>
                <a:close/>
                <a:moveTo>
                  <a:pt x="17" y="35"/>
                </a:moveTo>
                <a:lnTo>
                  <a:pt x="77" y="35"/>
                </a:lnTo>
                <a:lnTo>
                  <a:pt x="77" y="84"/>
                </a:lnTo>
                <a:lnTo>
                  <a:pt x="76" y="87"/>
                </a:lnTo>
                <a:lnTo>
                  <a:pt x="74" y="90"/>
                </a:lnTo>
                <a:lnTo>
                  <a:pt x="70" y="91"/>
                </a:lnTo>
                <a:lnTo>
                  <a:pt x="65" y="91"/>
                </a:lnTo>
                <a:lnTo>
                  <a:pt x="65" y="93"/>
                </a:lnTo>
                <a:lnTo>
                  <a:pt x="65" y="107"/>
                </a:lnTo>
                <a:lnTo>
                  <a:pt x="65" y="110"/>
                </a:lnTo>
                <a:lnTo>
                  <a:pt x="63" y="112"/>
                </a:lnTo>
                <a:lnTo>
                  <a:pt x="59" y="114"/>
                </a:lnTo>
                <a:lnTo>
                  <a:pt x="56" y="112"/>
                </a:lnTo>
                <a:lnTo>
                  <a:pt x="53" y="110"/>
                </a:lnTo>
                <a:lnTo>
                  <a:pt x="52" y="107"/>
                </a:lnTo>
                <a:lnTo>
                  <a:pt x="52" y="93"/>
                </a:lnTo>
                <a:lnTo>
                  <a:pt x="53" y="91"/>
                </a:lnTo>
                <a:lnTo>
                  <a:pt x="40" y="91"/>
                </a:lnTo>
                <a:lnTo>
                  <a:pt x="42" y="93"/>
                </a:lnTo>
                <a:lnTo>
                  <a:pt x="42" y="107"/>
                </a:lnTo>
                <a:lnTo>
                  <a:pt x="40" y="110"/>
                </a:lnTo>
                <a:lnTo>
                  <a:pt x="38" y="112"/>
                </a:lnTo>
                <a:lnTo>
                  <a:pt x="35" y="114"/>
                </a:lnTo>
                <a:lnTo>
                  <a:pt x="31" y="112"/>
                </a:lnTo>
                <a:lnTo>
                  <a:pt x="29" y="110"/>
                </a:lnTo>
                <a:lnTo>
                  <a:pt x="29" y="107"/>
                </a:lnTo>
                <a:lnTo>
                  <a:pt x="29" y="93"/>
                </a:lnTo>
                <a:lnTo>
                  <a:pt x="29" y="91"/>
                </a:lnTo>
                <a:lnTo>
                  <a:pt x="23" y="91"/>
                </a:lnTo>
                <a:lnTo>
                  <a:pt x="21" y="90"/>
                </a:lnTo>
                <a:lnTo>
                  <a:pt x="18" y="87"/>
                </a:lnTo>
                <a:lnTo>
                  <a:pt x="17" y="84"/>
                </a:lnTo>
                <a:lnTo>
                  <a:pt x="17" y="35"/>
                </a:lnTo>
                <a:close/>
                <a:moveTo>
                  <a:pt x="6" y="35"/>
                </a:moveTo>
                <a:lnTo>
                  <a:pt x="9" y="36"/>
                </a:lnTo>
                <a:lnTo>
                  <a:pt x="12" y="39"/>
                </a:lnTo>
                <a:lnTo>
                  <a:pt x="13" y="42"/>
                </a:lnTo>
                <a:lnTo>
                  <a:pt x="13" y="70"/>
                </a:lnTo>
                <a:lnTo>
                  <a:pt x="12" y="74"/>
                </a:lnTo>
                <a:lnTo>
                  <a:pt x="9" y="76"/>
                </a:lnTo>
                <a:lnTo>
                  <a:pt x="6" y="77"/>
                </a:lnTo>
                <a:lnTo>
                  <a:pt x="2" y="76"/>
                </a:lnTo>
                <a:lnTo>
                  <a:pt x="1" y="74"/>
                </a:lnTo>
                <a:lnTo>
                  <a:pt x="0" y="70"/>
                </a:lnTo>
                <a:lnTo>
                  <a:pt x="0" y="42"/>
                </a:lnTo>
                <a:lnTo>
                  <a:pt x="1" y="39"/>
                </a:lnTo>
                <a:lnTo>
                  <a:pt x="2" y="36"/>
                </a:lnTo>
                <a:lnTo>
                  <a:pt x="6" y="35"/>
                </a:lnTo>
                <a:close/>
                <a:moveTo>
                  <a:pt x="60" y="15"/>
                </a:moveTo>
                <a:lnTo>
                  <a:pt x="59" y="15"/>
                </a:lnTo>
                <a:lnTo>
                  <a:pt x="57" y="17"/>
                </a:lnTo>
                <a:lnTo>
                  <a:pt x="56" y="18"/>
                </a:lnTo>
                <a:lnTo>
                  <a:pt x="57" y="21"/>
                </a:lnTo>
                <a:lnTo>
                  <a:pt x="59" y="22"/>
                </a:lnTo>
                <a:lnTo>
                  <a:pt x="60" y="22"/>
                </a:lnTo>
                <a:lnTo>
                  <a:pt x="61" y="22"/>
                </a:lnTo>
                <a:lnTo>
                  <a:pt x="63" y="21"/>
                </a:lnTo>
                <a:lnTo>
                  <a:pt x="63" y="18"/>
                </a:lnTo>
                <a:lnTo>
                  <a:pt x="63" y="17"/>
                </a:lnTo>
                <a:lnTo>
                  <a:pt x="61" y="15"/>
                </a:lnTo>
                <a:lnTo>
                  <a:pt x="60" y="15"/>
                </a:lnTo>
                <a:close/>
                <a:moveTo>
                  <a:pt x="34" y="15"/>
                </a:moveTo>
                <a:lnTo>
                  <a:pt x="33" y="15"/>
                </a:lnTo>
                <a:lnTo>
                  <a:pt x="31" y="17"/>
                </a:lnTo>
                <a:lnTo>
                  <a:pt x="31" y="18"/>
                </a:lnTo>
                <a:lnTo>
                  <a:pt x="31" y="21"/>
                </a:lnTo>
                <a:lnTo>
                  <a:pt x="33" y="22"/>
                </a:lnTo>
                <a:lnTo>
                  <a:pt x="34" y="22"/>
                </a:lnTo>
                <a:lnTo>
                  <a:pt x="35" y="22"/>
                </a:lnTo>
                <a:lnTo>
                  <a:pt x="36" y="21"/>
                </a:lnTo>
                <a:lnTo>
                  <a:pt x="38" y="18"/>
                </a:lnTo>
                <a:lnTo>
                  <a:pt x="36" y="17"/>
                </a:lnTo>
                <a:lnTo>
                  <a:pt x="35" y="15"/>
                </a:lnTo>
                <a:lnTo>
                  <a:pt x="34" y="15"/>
                </a:lnTo>
                <a:close/>
                <a:moveTo>
                  <a:pt x="29" y="0"/>
                </a:moveTo>
                <a:lnTo>
                  <a:pt x="29" y="0"/>
                </a:lnTo>
                <a:lnTo>
                  <a:pt x="31" y="4"/>
                </a:lnTo>
                <a:lnTo>
                  <a:pt x="33" y="6"/>
                </a:lnTo>
                <a:lnTo>
                  <a:pt x="34" y="8"/>
                </a:lnTo>
                <a:lnTo>
                  <a:pt x="40" y="6"/>
                </a:lnTo>
                <a:lnTo>
                  <a:pt x="47" y="5"/>
                </a:lnTo>
                <a:lnTo>
                  <a:pt x="53" y="6"/>
                </a:lnTo>
                <a:lnTo>
                  <a:pt x="60" y="8"/>
                </a:lnTo>
                <a:lnTo>
                  <a:pt x="61" y="6"/>
                </a:lnTo>
                <a:lnTo>
                  <a:pt x="63" y="4"/>
                </a:lnTo>
                <a:lnTo>
                  <a:pt x="65" y="0"/>
                </a:lnTo>
                <a:lnTo>
                  <a:pt x="65" y="0"/>
                </a:lnTo>
                <a:lnTo>
                  <a:pt x="67" y="0"/>
                </a:lnTo>
                <a:lnTo>
                  <a:pt x="67" y="0"/>
                </a:lnTo>
                <a:lnTo>
                  <a:pt x="67" y="1"/>
                </a:lnTo>
                <a:lnTo>
                  <a:pt x="64" y="5"/>
                </a:lnTo>
                <a:lnTo>
                  <a:pt x="63" y="6"/>
                </a:lnTo>
                <a:lnTo>
                  <a:pt x="61" y="9"/>
                </a:lnTo>
                <a:lnTo>
                  <a:pt x="70" y="14"/>
                </a:lnTo>
                <a:lnTo>
                  <a:pt x="76" y="22"/>
                </a:lnTo>
                <a:lnTo>
                  <a:pt x="77" y="31"/>
                </a:lnTo>
                <a:lnTo>
                  <a:pt x="17" y="31"/>
                </a:lnTo>
                <a:lnTo>
                  <a:pt x="19" y="22"/>
                </a:lnTo>
                <a:lnTo>
                  <a:pt x="25" y="14"/>
                </a:lnTo>
                <a:lnTo>
                  <a:pt x="33" y="9"/>
                </a:lnTo>
                <a:lnTo>
                  <a:pt x="31" y="6"/>
                </a:lnTo>
                <a:lnTo>
                  <a:pt x="30" y="5"/>
                </a:lnTo>
                <a:lnTo>
                  <a:pt x="27" y="1"/>
                </a:lnTo>
                <a:lnTo>
                  <a:pt x="27" y="0"/>
                </a:lnTo>
                <a:lnTo>
                  <a:pt x="27" y="0"/>
                </a:lnTo>
                <a:lnTo>
                  <a:pt x="2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en-US" sz="1350" dirty="0"/>
          </a:p>
        </p:txBody>
      </p:sp>
      <p:sp>
        <p:nvSpPr>
          <p:cNvPr id="20" name="TextBox 17"/>
          <p:cNvSpPr txBox="1"/>
          <p:nvPr/>
        </p:nvSpPr>
        <p:spPr>
          <a:xfrm>
            <a:off x="624332" y="2680807"/>
            <a:ext cx="2108265" cy="323163"/>
          </a:xfrm>
          <a:prstGeom prst="rect">
            <a:avLst/>
          </a:prstGeom>
          <a:solidFill>
            <a:srgbClr val="0E8146"/>
          </a:solidFill>
        </p:spPr>
        <p:txBody>
          <a:bodyPr wrap="none" lIns="91438" tIns="45719" rIns="91438" bIns="45719" rtlCol="0">
            <a:spAutoFit/>
          </a:bodyPr>
          <a:lstStyle/>
          <a:p>
            <a:r>
              <a:rPr lang="zh-CN" altLang="en-US" sz="1500" dirty="0">
                <a:solidFill>
                  <a:schemeClr val="bg1"/>
                </a:solidFill>
              </a:rPr>
              <a:t>单击此添加文本关键字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54487" y="3071992"/>
            <a:ext cx="2732229" cy="2001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dirty="0">
                <a:solidFill>
                  <a:srgbClr val="1B2831"/>
                </a:solidFill>
                <a:latin typeface="Helvetica" panose="020B0604020202030204" pitchFamily="34" charset="0"/>
              </a:rPr>
              <a:t>When tomorrow turns in today, yesterday, and someday that no more important in your memory, we suddenly realize that we are pushed forward by time. This is not a train in still in which you may feel forward when another train goes by. It is the truth that we've all grown up. And we become different. </a:t>
            </a:r>
            <a:endParaRPr lang="zh-CN" altLang="en-US" sz="1050" dirty="0">
              <a:solidFill>
                <a:srgbClr val="1B283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674756" y="2578184"/>
            <a:ext cx="3061949" cy="530913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50" b="1" dirty="0">
                <a:solidFill>
                  <a:schemeClr val="bg1"/>
                </a:solidFill>
              </a:rPr>
              <a:t>在此添加关键字</a:t>
            </a:r>
          </a:p>
          <a:p>
            <a:r>
              <a:rPr lang="en-US" altLang="zh-CN" sz="900" dirty="0">
                <a:solidFill>
                  <a:schemeClr val="bg1"/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24" name="矩形 23"/>
          <p:cNvSpPr/>
          <p:nvPr/>
        </p:nvSpPr>
        <p:spPr>
          <a:xfrm>
            <a:off x="5674756" y="3237866"/>
            <a:ext cx="3061949" cy="530913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50" b="1" dirty="0">
                <a:solidFill>
                  <a:schemeClr val="bg1"/>
                </a:solidFill>
              </a:rPr>
              <a:t>在此添加关键字</a:t>
            </a:r>
          </a:p>
          <a:p>
            <a:r>
              <a:rPr lang="en-US" altLang="zh-CN" sz="900" dirty="0">
                <a:solidFill>
                  <a:schemeClr val="bg1"/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25" name="矩形 24"/>
          <p:cNvSpPr/>
          <p:nvPr/>
        </p:nvSpPr>
        <p:spPr>
          <a:xfrm>
            <a:off x="5674756" y="3933517"/>
            <a:ext cx="3061949" cy="530913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50" b="1" dirty="0">
                <a:solidFill>
                  <a:schemeClr val="bg1"/>
                </a:solidFill>
              </a:rPr>
              <a:t>在此添加关键字</a:t>
            </a:r>
          </a:p>
          <a:p>
            <a:r>
              <a:rPr lang="en-US" altLang="zh-CN" sz="900" dirty="0">
                <a:solidFill>
                  <a:schemeClr val="bg1"/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26" name="矩形 25"/>
          <p:cNvSpPr/>
          <p:nvPr/>
        </p:nvSpPr>
        <p:spPr>
          <a:xfrm>
            <a:off x="5674756" y="4580783"/>
            <a:ext cx="3061949" cy="530913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50" b="1" dirty="0">
                <a:solidFill>
                  <a:schemeClr val="bg1"/>
                </a:solidFill>
              </a:rPr>
              <a:t>在此添加关键字</a:t>
            </a:r>
          </a:p>
          <a:p>
            <a:r>
              <a:rPr lang="en-US" altLang="zh-CN" sz="900" dirty="0">
                <a:solidFill>
                  <a:schemeClr val="bg1"/>
                </a:solidFill>
              </a:rPr>
              <a:t>Lorem ipsum dolor sit amet, consectetuer adipiscing elit. Maecenas porttitor congue massa.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 flipV="1">
            <a:off x="0" y="857251"/>
            <a:ext cx="9144000" cy="995984"/>
          </a:xfrm>
          <a:custGeom>
            <a:avLst/>
            <a:gdLst>
              <a:gd name="connsiteX0" fmla="*/ 0 w 12192000"/>
              <a:gd name="connsiteY0" fmla="*/ 1327979 h 1327979"/>
              <a:gd name="connsiteX1" fmla="*/ 12192000 w 12192000"/>
              <a:gd name="connsiteY1" fmla="*/ 1327979 h 1327979"/>
              <a:gd name="connsiteX2" fmla="*/ 12192000 w 12192000"/>
              <a:gd name="connsiteY2" fmla="*/ 870779 h 1327979"/>
              <a:gd name="connsiteX3" fmla="*/ 7562844 w 12192000"/>
              <a:gd name="connsiteY3" fmla="*/ 870779 h 1327979"/>
              <a:gd name="connsiteX4" fmla="*/ 7397873 w 12192000"/>
              <a:gd name="connsiteY4" fmla="*/ 818383 h 1327979"/>
              <a:gd name="connsiteX5" fmla="*/ 5990049 w 12192000"/>
              <a:gd name="connsiteY5" fmla="*/ 6 h 1327979"/>
              <a:gd name="connsiteX6" fmla="*/ 105952 w 12192000"/>
              <a:gd name="connsiteY6" fmla="*/ 6 h 1327979"/>
              <a:gd name="connsiteX7" fmla="*/ 0 w 12192000"/>
              <a:gd name="connsiteY7" fmla="*/ 3363 h 1327979"/>
              <a:gd name="connsiteX8" fmla="*/ 0 w 12192000"/>
              <a:gd name="connsiteY8" fmla="*/ 870779 h 1327979"/>
              <a:gd name="connsiteX9" fmla="*/ 0 w 12192000"/>
              <a:gd name="connsiteY9" fmla="*/ 870781 h 132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327979">
                <a:moveTo>
                  <a:pt x="0" y="1327979"/>
                </a:moveTo>
                <a:lnTo>
                  <a:pt x="12192000" y="1327979"/>
                </a:lnTo>
                <a:lnTo>
                  <a:pt x="12192000" y="870779"/>
                </a:lnTo>
                <a:lnTo>
                  <a:pt x="7562844" y="870779"/>
                </a:lnTo>
                <a:lnTo>
                  <a:pt x="7397873" y="818383"/>
                </a:lnTo>
                <a:cubicBezTo>
                  <a:pt x="6652131" y="537909"/>
                  <a:pt x="7036652" y="-1980"/>
                  <a:pt x="5990049" y="6"/>
                </a:cubicBezTo>
                <a:lnTo>
                  <a:pt x="105952" y="6"/>
                </a:lnTo>
                <a:lnTo>
                  <a:pt x="0" y="3363"/>
                </a:lnTo>
                <a:lnTo>
                  <a:pt x="0" y="870779"/>
                </a:lnTo>
                <a:lnTo>
                  <a:pt x="0" y="870781"/>
                </a:lnTo>
                <a:close/>
              </a:path>
            </a:pathLst>
          </a:custGeom>
          <a:solidFill>
            <a:srgbClr val="0E814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3" name="任意多边形 2"/>
          <p:cNvSpPr/>
          <p:nvPr/>
        </p:nvSpPr>
        <p:spPr>
          <a:xfrm flipH="1">
            <a:off x="4572000" y="1172936"/>
            <a:ext cx="4572000" cy="680356"/>
          </a:xfrm>
          <a:custGeom>
            <a:avLst/>
            <a:gdLst>
              <a:gd name="connsiteX0" fmla="*/ 4523198 w 6096000"/>
              <a:gd name="connsiteY0" fmla="*/ 6 h 870781"/>
              <a:gd name="connsiteX1" fmla="*/ 0 w 6096000"/>
              <a:gd name="connsiteY1" fmla="*/ 6 h 870781"/>
              <a:gd name="connsiteX2" fmla="*/ 0 w 6096000"/>
              <a:gd name="connsiteY2" fmla="*/ 870781 h 870781"/>
              <a:gd name="connsiteX3" fmla="*/ 6096000 w 6096000"/>
              <a:gd name="connsiteY3" fmla="*/ 870781 h 870781"/>
              <a:gd name="connsiteX4" fmla="*/ 4523198 w 6096000"/>
              <a:gd name="connsiteY4" fmla="*/ 6 h 870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870781">
                <a:moveTo>
                  <a:pt x="4523198" y="6"/>
                </a:moveTo>
                <a:lnTo>
                  <a:pt x="0" y="6"/>
                </a:lnTo>
                <a:lnTo>
                  <a:pt x="0" y="870781"/>
                </a:lnTo>
                <a:lnTo>
                  <a:pt x="6096000" y="870781"/>
                </a:lnTo>
                <a:cubicBezTo>
                  <a:pt x="5127651" y="612302"/>
                  <a:pt x="5639575" y="-2112"/>
                  <a:pt x="4523198" y="6"/>
                </a:cubicBezTo>
                <a:close/>
              </a:path>
            </a:pathLst>
          </a:custGeom>
          <a:solidFill>
            <a:srgbClr val="95C53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7782" y="1107794"/>
            <a:ext cx="156966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</a:rPr>
              <a:t>标题内容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977084" y="1316905"/>
            <a:ext cx="96372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100" dirty="0">
                <a:solidFill>
                  <a:schemeClr val="bg1"/>
                </a:solidFill>
              </a:rPr>
              <a:t>LOGO</a:t>
            </a:r>
            <a:endParaRPr lang="zh-CN" altLang="en-US" sz="2100" dirty="0">
              <a:solidFill>
                <a:schemeClr val="bg1"/>
              </a:solidFill>
            </a:endParaRPr>
          </a:p>
        </p:txBody>
      </p:sp>
      <p:sp>
        <p:nvSpPr>
          <p:cNvPr id="6" name="等腰三角形 20"/>
          <p:cNvSpPr/>
          <p:nvPr/>
        </p:nvSpPr>
        <p:spPr>
          <a:xfrm rot="12838531">
            <a:off x="4811718" y="2675033"/>
            <a:ext cx="961031" cy="2069188"/>
          </a:xfrm>
          <a:custGeom>
            <a:avLst/>
            <a:gdLst>
              <a:gd name="connsiteX0" fmla="*/ 0 w 1231900"/>
              <a:gd name="connsiteY0" fmla="*/ 2235200 h 2235200"/>
              <a:gd name="connsiteX1" fmla="*/ 615950 w 1231900"/>
              <a:gd name="connsiteY1" fmla="*/ 0 h 2235200"/>
              <a:gd name="connsiteX2" fmla="*/ 1231900 w 1231900"/>
              <a:gd name="connsiteY2" fmla="*/ 2235200 h 2235200"/>
              <a:gd name="connsiteX3" fmla="*/ 0 w 1231900"/>
              <a:gd name="connsiteY3" fmla="*/ 2235200 h 2235200"/>
              <a:gd name="connsiteX0-1" fmla="*/ 0 w 1231900"/>
              <a:gd name="connsiteY0-2" fmla="*/ 2235200 h 2546055"/>
              <a:gd name="connsiteX1-3" fmla="*/ 615950 w 1231900"/>
              <a:gd name="connsiteY1-4" fmla="*/ 0 h 2546055"/>
              <a:gd name="connsiteX2-5" fmla="*/ 1231900 w 1231900"/>
              <a:gd name="connsiteY2-6" fmla="*/ 2235200 h 2546055"/>
              <a:gd name="connsiteX3-7" fmla="*/ 0 w 1231900"/>
              <a:gd name="connsiteY3-8" fmla="*/ 2235200 h 2546055"/>
              <a:gd name="connsiteX0-9" fmla="*/ 0 w 1231900"/>
              <a:gd name="connsiteY0-10" fmla="*/ 2235200 h 2720599"/>
              <a:gd name="connsiteX1-11" fmla="*/ 615950 w 1231900"/>
              <a:gd name="connsiteY1-12" fmla="*/ 0 h 2720599"/>
              <a:gd name="connsiteX2-13" fmla="*/ 1231900 w 1231900"/>
              <a:gd name="connsiteY2-14" fmla="*/ 2235200 h 2720599"/>
              <a:gd name="connsiteX3-15" fmla="*/ 0 w 1231900"/>
              <a:gd name="connsiteY3-16" fmla="*/ 2235200 h 2720599"/>
              <a:gd name="connsiteX0-17" fmla="*/ 0 w 1231900"/>
              <a:gd name="connsiteY0-18" fmla="*/ 2235200 h 2763104"/>
              <a:gd name="connsiteX1-19" fmla="*/ 615950 w 1231900"/>
              <a:gd name="connsiteY1-20" fmla="*/ 0 h 2763104"/>
              <a:gd name="connsiteX2-21" fmla="*/ 1231900 w 1231900"/>
              <a:gd name="connsiteY2-22" fmla="*/ 2235200 h 2763104"/>
              <a:gd name="connsiteX3-23" fmla="*/ 0 w 1231900"/>
              <a:gd name="connsiteY3-24" fmla="*/ 2235200 h 2763104"/>
              <a:gd name="connsiteX0-25" fmla="*/ 0 w 1236254"/>
              <a:gd name="connsiteY0-26" fmla="*/ 2235200 h 2763104"/>
              <a:gd name="connsiteX1-27" fmla="*/ 615950 w 1236254"/>
              <a:gd name="connsiteY1-28" fmla="*/ 0 h 2763104"/>
              <a:gd name="connsiteX2-29" fmla="*/ 1231900 w 1236254"/>
              <a:gd name="connsiteY2-30" fmla="*/ 2235200 h 2763104"/>
              <a:gd name="connsiteX3-31" fmla="*/ 0 w 1236254"/>
              <a:gd name="connsiteY3-32" fmla="*/ 2235200 h 2763104"/>
              <a:gd name="connsiteX0-33" fmla="*/ 9573 w 1245827"/>
              <a:gd name="connsiteY0-34" fmla="*/ 2235200 h 2763104"/>
              <a:gd name="connsiteX1-35" fmla="*/ 625523 w 1245827"/>
              <a:gd name="connsiteY1-36" fmla="*/ 0 h 2763104"/>
              <a:gd name="connsiteX2-37" fmla="*/ 1241473 w 1245827"/>
              <a:gd name="connsiteY2-38" fmla="*/ 2235200 h 2763104"/>
              <a:gd name="connsiteX3-39" fmla="*/ 9573 w 1245827"/>
              <a:gd name="connsiteY3-40" fmla="*/ 2235200 h 2763104"/>
              <a:gd name="connsiteX0-41" fmla="*/ 7409 w 1243663"/>
              <a:gd name="connsiteY0-42" fmla="*/ 2235200 h 2763104"/>
              <a:gd name="connsiteX1-43" fmla="*/ 623359 w 1243663"/>
              <a:gd name="connsiteY1-44" fmla="*/ 0 h 2763104"/>
              <a:gd name="connsiteX2-45" fmla="*/ 1239309 w 1243663"/>
              <a:gd name="connsiteY2-46" fmla="*/ 2235200 h 2763104"/>
              <a:gd name="connsiteX3-47" fmla="*/ 7409 w 1243663"/>
              <a:gd name="connsiteY3-48" fmla="*/ 2235200 h 2763104"/>
              <a:gd name="connsiteX0-49" fmla="*/ 7409 w 1248612"/>
              <a:gd name="connsiteY0-50" fmla="*/ 2235200 h 2763104"/>
              <a:gd name="connsiteX1-51" fmla="*/ 623359 w 1248612"/>
              <a:gd name="connsiteY1-52" fmla="*/ 0 h 2763104"/>
              <a:gd name="connsiteX2-53" fmla="*/ 1239309 w 1248612"/>
              <a:gd name="connsiteY2-54" fmla="*/ 2235200 h 2763104"/>
              <a:gd name="connsiteX3-55" fmla="*/ 7409 w 1248612"/>
              <a:gd name="connsiteY3-56" fmla="*/ 2235200 h 2763104"/>
              <a:gd name="connsiteX0-57" fmla="*/ 7409 w 1248612"/>
              <a:gd name="connsiteY0-58" fmla="*/ 2235200 h 2743003"/>
              <a:gd name="connsiteX1-59" fmla="*/ 623359 w 1248612"/>
              <a:gd name="connsiteY1-60" fmla="*/ 0 h 2743003"/>
              <a:gd name="connsiteX2-61" fmla="*/ 1239309 w 1248612"/>
              <a:gd name="connsiteY2-62" fmla="*/ 2235200 h 2743003"/>
              <a:gd name="connsiteX3-63" fmla="*/ 7409 w 1248612"/>
              <a:gd name="connsiteY3-64" fmla="*/ 2235200 h 2743003"/>
              <a:gd name="connsiteX0-65" fmla="*/ 7409 w 1270577"/>
              <a:gd name="connsiteY0-66" fmla="*/ 2235200 h 2743003"/>
              <a:gd name="connsiteX1-67" fmla="*/ 623359 w 1270577"/>
              <a:gd name="connsiteY1-68" fmla="*/ 0 h 2743003"/>
              <a:gd name="connsiteX2-69" fmla="*/ 1239309 w 1270577"/>
              <a:gd name="connsiteY2-70" fmla="*/ 2235200 h 2743003"/>
              <a:gd name="connsiteX3-71" fmla="*/ 7409 w 1270577"/>
              <a:gd name="connsiteY3-72" fmla="*/ 2235200 h 2743003"/>
              <a:gd name="connsiteX0-73" fmla="*/ 3307 w 1266475"/>
              <a:gd name="connsiteY0-74" fmla="*/ 2235200 h 2743003"/>
              <a:gd name="connsiteX1-75" fmla="*/ 619257 w 1266475"/>
              <a:gd name="connsiteY1-76" fmla="*/ 0 h 2743003"/>
              <a:gd name="connsiteX2-77" fmla="*/ 1235207 w 1266475"/>
              <a:gd name="connsiteY2-78" fmla="*/ 2235200 h 2743003"/>
              <a:gd name="connsiteX3-79" fmla="*/ 3307 w 1266475"/>
              <a:gd name="connsiteY3-80" fmla="*/ 2235200 h 2743003"/>
              <a:gd name="connsiteX0-81" fmla="*/ 2757 w 1265925"/>
              <a:gd name="connsiteY0-82" fmla="*/ 2235200 h 2743003"/>
              <a:gd name="connsiteX1-83" fmla="*/ 618707 w 1265925"/>
              <a:gd name="connsiteY1-84" fmla="*/ 0 h 2743003"/>
              <a:gd name="connsiteX2-85" fmla="*/ 1234657 w 1265925"/>
              <a:gd name="connsiteY2-86" fmla="*/ 2235200 h 2743003"/>
              <a:gd name="connsiteX3-87" fmla="*/ 2757 w 1265925"/>
              <a:gd name="connsiteY3-88" fmla="*/ 2235200 h 2743003"/>
              <a:gd name="connsiteX0-89" fmla="*/ 2757 w 1281568"/>
              <a:gd name="connsiteY0-90" fmla="*/ 2235200 h 2743003"/>
              <a:gd name="connsiteX1-91" fmla="*/ 618707 w 1281568"/>
              <a:gd name="connsiteY1-92" fmla="*/ 0 h 2743003"/>
              <a:gd name="connsiteX2-93" fmla="*/ 1234657 w 1281568"/>
              <a:gd name="connsiteY2-94" fmla="*/ 2235200 h 2743003"/>
              <a:gd name="connsiteX3-95" fmla="*/ 2757 w 1281568"/>
              <a:gd name="connsiteY3-96" fmla="*/ 2235200 h 2743003"/>
              <a:gd name="connsiteX0-97" fmla="*/ 2757 w 1281568"/>
              <a:gd name="connsiteY0-98" fmla="*/ 2235200 h 2743360"/>
              <a:gd name="connsiteX1-99" fmla="*/ 618707 w 1281568"/>
              <a:gd name="connsiteY1-100" fmla="*/ 0 h 2743360"/>
              <a:gd name="connsiteX2-101" fmla="*/ 1234657 w 1281568"/>
              <a:gd name="connsiteY2-102" fmla="*/ 2235200 h 2743360"/>
              <a:gd name="connsiteX3-103" fmla="*/ 2757 w 1281568"/>
              <a:gd name="connsiteY3-104" fmla="*/ 2235200 h 2743360"/>
              <a:gd name="connsiteX0-105" fmla="*/ 2563 w 1281374"/>
              <a:gd name="connsiteY0-106" fmla="*/ 2235200 h 2743360"/>
              <a:gd name="connsiteX1-107" fmla="*/ 618513 w 1281374"/>
              <a:gd name="connsiteY1-108" fmla="*/ 0 h 2743360"/>
              <a:gd name="connsiteX2-109" fmla="*/ 1234463 w 1281374"/>
              <a:gd name="connsiteY2-110" fmla="*/ 2235200 h 2743360"/>
              <a:gd name="connsiteX3-111" fmla="*/ 2563 w 1281374"/>
              <a:gd name="connsiteY3-112" fmla="*/ 2235200 h 2743360"/>
              <a:gd name="connsiteX0-113" fmla="*/ 2563 w 1281374"/>
              <a:gd name="connsiteY0-114" fmla="*/ 2235200 h 2758917"/>
              <a:gd name="connsiteX1-115" fmla="*/ 618513 w 1281374"/>
              <a:gd name="connsiteY1-116" fmla="*/ 0 h 2758917"/>
              <a:gd name="connsiteX2-117" fmla="*/ 1234463 w 1281374"/>
              <a:gd name="connsiteY2-118" fmla="*/ 2235200 h 2758917"/>
              <a:gd name="connsiteX3-119" fmla="*/ 2563 w 1281374"/>
              <a:gd name="connsiteY3-120" fmla="*/ 2235200 h 275891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281374" h="2758917">
                <a:moveTo>
                  <a:pt x="2563" y="2235200"/>
                </a:moveTo>
                <a:cubicBezTo>
                  <a:pt x="-51773" y="1630983"/>
                  <a:pt x="777832" y="1560407"/>
                  <a:pt x="618513" y="0"/>
                </a:cubicBezTo>
                <a:cubicBezTo>
                  <a:pt x="1266298" y="957265"/>
                  <a:pt x="1357685" y="1729347"/>
                  <a:pt x="1234463" y="2235200"/>
                </a:cubicBezTo>
                <a:cubicBezTo>
                  <a:pt x="979346" y="2992535"/>
                  <a:pt x="122457" y="2871841"/>
                  <a:pt x="2563" y="2235200"/>
                </a:cubicBezTo>
                <a:close/>
              </a:path>
            </a:pathLst>
          </a:custGeom>
          <a:solidFill>
            <a:srgbClr val="95C53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等腰三角形 20"/>
          <p:cNvSpPr/>
          <p:nvPr/>
        </p:nvSpPr>
        <p:spPr>
          <a:xfrm rot="14036466">
            <a:off x="5082136" y="2922824"/>
            <a:ext cx="961031" cy="2069188"/>
          </a:xfrm>
          <a:custGeom>
            <a:avLst/>
            <a:gdLst>
              <a:gd name="connsiteX0" fmla="*/ 0 w 1231900"/>
              <a:gd name="connsiteY0" fmla="*/ 2235200 h 2235200"/>
              <a:gd name="connsiteX1" fmla="*/ 615950 w 1231900"/>
              <a:gd name="connsiteY1" fmla="*/ 0 h 2235200"/>
              <a:gd name="connsiteX2" fmla="*/ 1231900 w 1231900"/>
              <a:gd name="connsiteY2" fmla="*/ 2235200 h 2235200"/>
              <a:gd name="connsiteX3" fmla="*/ 0 w 1231900"/>
              <a:gd name="connsiteY3" fmla="*/ 2235200 h 2235200"/>
              <a:gd name="connsiteX0-1" fmla="*/ 0 w 1231900"/>
              <a:gd name="connsiteY0-2" fmla="*/ 2235200 h 2546055"/>
              <a:gd name="connsiteX1-3" fmla="*/ 615950 w 1231900"/>
              <a:gd name="connsiteY1-4" fmla="*/ 0 h 2546055"/>
              <a:gd name="connsiteX2-5" fmla="*/ 1231900 w 1231900"/>
              <a:gd name="connsiteY2-6" fmla="*/ 2235200 h 2546055"/>
              <a:gd name="connsiteX3-7" fmla="*/ 0 w 1231900"/>
              <a:gd name="connsiteY3-8" fmla="*/ 2235200 h 2546055"/>
              <a:gd name="connsiteX0-9" fmla="*/ 0 w 1231900"/>
              <a:gd name="connsiteY0-10" fmla="*/ 2235200 h 2720599"/>
              <a:gd name="connsiteX1-11" fmla="*/ 615950 w 1231900"/>
              <a:gd name="connsiteY1-12" fmla="*/ 0 h 2720599"/>
              <a:gd name="connsiteX2-13" fmla="*/ 1231900 w 1231900"/>
              <a:gd name="connsiteY2-14" fmla="*/ 2235200 h 2720599"/>
              <a:gd name="connsiteX3-15" fmla="*/ 0 w 1231900"/>
              <a:gd name="connsiteY3-16" fmla="*/ 2235200 h 2720599"/>
              <a:gd name="connsiteX0-17" fmla="*/ 0 w 1231900"/>
              <a:gd name="connsiteY0-18" fmla="*/ 2235200 h 2763104"/>
              <a:gd name="connsiteX1-19" fmla="*/ 615950 w 1231900"/>
              <a:gd name="connsiteY1-20" fmla="*/ 0 h 2763104"/>
              <a:gd name="connsiteX2-21" fmla="*/ 1231900 w 1231900"/>
              <a:gd name="connsiteY2-22" fmla="*/ 2235200 h 2763104"/>
              <a:gd name="connsiteX3-23" fmla="*/ 0 w 1231900"/>
              <a:gd name="connsiteY3-24" fmla="*/ 2235200 h 2763104"/>
              <a:gd name="connsiteX0-25" fmla="*/ 0 w 1236254"/>
              <a:gd name="connsiteY0-26" fmla="*/ 2235200 h 2763104"/>
              <a:gd name="connsiteX1-27" fmla="*/ 615950 w 1236254"/>
              <a:gd name="connsiteY1-28" fmla="*/ 0 h 2763104"/>
              <a:gd name="connsiteX2-29" fmla="*/ 1231900 w 1236254"/>
              <a:gd name="connsiteY2-30" fmla="*/ 2235200 h 2763104"/>
              <a:gd name="connsiteX3-31" fmla="*/ 0 w 1236254"/>
              <a:gd name="connsiteY3-32" fmla="*/ 2235200 h 2763104"/>
              <a:gd name="connsiteX0-33" fmla="*/ 9573 w 1245827"/>
              <a:gd name="connsiteY0-34" fmla="*/ 2235200 h 2763104"/>
              <a:gd name="connsiteX1-35" fmla="*/ 625523 w 1245827"/>
              <a:gd name="connsiteY1-36" fmla="*/ 0 h 2763104"/>
              <a:gd name="connsiteX2-37" fmla="*/ 1241473 w 1245827"/>
              <a:gd name="connsiteY2-38" fmla="*/ 2235200 h 2763104"/>
              <a:gd name="connsiteX3-39" fmla="*/ 9573 w 1245827"/>
              <a:gd name="connsiteY3-40" fmla="*/ 2235200 h 2763104"/>
              <a:gd name="connsiteX0-41" fmla="*/ 7409 w 1243663"/>
              <a:gd name="connsiteY0-42" fmla="*/ 2235200 h 2763104"/>
              <a:gd name="connsiteX1-43" fmla="*/ 623359 w 1243663"/>
              <a:gd name="connsiteY1-44" fmla="*/ 0 h 2763104"/>
              <a:gd name="connsiteX2-45" fmla="*/ 1239309 w 1243663"/>
              <a:gd name="connsiteY2-46" fmla="*/ 2235200 h 2763104"/>
              <a:gd name="connsiteX3-47" fmla="*/ 7409 w 1243663"/>
              <a:gd name="connsiteY3-48" fmla="*/ 2235200 h 2763104"/>
              <a:gd name="connsiteX0-49" fmla="*/ 7409 w 1248612"/>
              <a:gd name="connsiteY0-50" fmla="*/ 2235200 h 2763104"/>
              <a:gd name="connsiteX1-51" fmla="*/ 623359 w 1248612"/>
              <a:gd name="connsiteY1-52" fmla="*/ 0 h 2763104"/>
              <a:gd name="connsiteX2-53" fmla="*/ 1239309 w 1248612"/>
              <a:gd name="connsiteY2-54" fmla="*/ 2235200 h 2763104"/>
              <a:gd name="connsiteX3-55" fmla="*/ 7409 w 1248612"/>
              <a:gd name="connsiteY3-56" fmla="*/ 2235200 h 2763104"/>
              <a:gd name="connsiteX0-57" fmla="*/ 7409 w 1248612"/>
              <a:gd name="connsiteY0-58" fmla="*/ 2235200 h 2743003"/>
              <a:gd name="connsiteX1-59" fmla="*/ 623359 w 1248612"/>
              <a:gd name="connsiteY1-60" fmla="*/ 0 h 2743003"/>
              <a:gd name="connsiteX2-61" fmla="*/ 1239309 w 1248612"/>
              <a:gd name="connsiteY2-62" fmla="*/ 2235200 h 2743003"/>
              <a:gd name="connsiteX3-63" fmla="*/ 7409 w 1248612"/>
              <a:gd name="connsiteY3-64" fmla="*/ 2235200 h 2743003"/>
              <a:gd name="connsiteX0-65" fmla="*/ 7409 w 1270577"/>
              <a:gd name="connsiteY0-66" fmla="*/ 2235200 h 2743003"/>
              <a:gd name="connsiteX1-67" fmla="*/ 623359 w 1270577"/>
              <a:gd name="connsiteY1-68" fmla="*/ 0 h 2743003"/>
              <a:gd name="connsiteX2-69" fmla="*/ 1239309 w 1270577"/>
              <a:gd name="connsiteY2-70" fmla="*/ 2235200 h 2743003"/>
              <a:gd name="connsiteX3-71" fmla="*/ 7409 w 1270577"/>
              <a:gd name="connsiteY3-72" fmla="*/ 2235200 h 2743003"/>
              <a:gd name="connsiteX0-73" fmla="*/ 3307 w 1266475"/>
              <a:gd name="connsiteY0-74" fmla="*/ 2235200 h 2743003"/>
              <a:gd name="connsiteX1-75" fmla="*/ 619257 w 1266475"/>
              <a:gd name="connsiteY1-76" fmla="*/ 0 h 2743003"/>
              <a:gd name="connsiteX2-77" fmla="*/ 1235207 w 1266475"/>
              <a:gd name="connsiteY2-78" fmla="*/ 2235200 h 2743003"/>
              <a:gd name="connsiteX3-79" fmla="*/ 3307 w 1266475"/>
              <a:gd name="connsiteY3-80" fmla="*/ 2235200 h 2743003"/>
              <a:gd name="connsiteX0-81" fmla="*/ 2757 w 1265925"/>
              <a:gd name="connsiteY0-82" fmla="*/ 2235200 h 2743003"/>
              <a:gd name="connsiteX1-83" fmla="*/ 618707 w 1265925"/>
              <a:gd name="connsiteY1-84" fmla="*/ 0 h 2743003"/>
              <a:gd name="connsiteX2-85" fmla="*/ 1234657 w 1265925"/>
              <a:gd name="connsiteY2-86" fmla="*/ 2235200 h 2743003"/>
              <a:gd name="connsiteX3-87" fmla="*/ 2757 w 1265925"/>
              <a:gd name="connsiteY3-88" fmla="*/ 2235200 h 2743003"/>
              <a:gd name="connsiteX0-89" fmla="*/ 2757 w 1281568"/>
              <a:gd name="connsiteY0-90" fmla="*/ 2235200 h 2743003"/>
              <a:gd name="connsiteX1-91" fmla="*/ 618707 w 1281568"/>
              <a:gd name="connsiteY1-92" fmla="*/ 0 h 2743003"/>
              <a:gd name="connsiteX2-93" fmla="*/ 1234657 w 1281568"/>
              <a:gd name="connsiteY2-94" fmla="*/ 2235200 h 2743003"/>
              <a:gd name="connsiteX3-95" fmla="*/ 2757 w 1281568"/>
              <a:gd name="connsiteY3-96" fmla="*/ 2235200 h 2743003"/>
              <a:gd name="connsiteX0-97" fmla="*/ 2757 w 1281568"/>
              <a:gd name="connsiteY0-98" fmla="*/ 2235200 h 2743360"/>
              <a:gd name="connsiteX1-99" fmla="*/ 618707 w 1281568"/>
              <a:gd name="connsiteY1-100" fmla="*/ 0 h 2743360"/>
              <a:gd name="connsiteX2-101" fmla="*/ 1234657 w 1281568"/>
              <a:gd name="connsiteY2-102" fmla="*/ 2235200 h 2743360"/>
              <a:gd name="connsiteX3-103" fmla="*/ 2757 w 1281568"/>
              <a:gd name="connsiteY3-104" fmla="*/ 2235200 h 2743360"/>
              <a:gd name="connsiteX0-105" fmla="*/ 2563 w 1281374"/>
              <a:gd name="connsiteY0-106" fmla="*/ 2235200 h 2743360"/>
              <a:gd name="connsiteX1-107" fmla="*/ 618513 w 1281374"/>
              <a:gd name="connsiteY1-108" fmla="*/ 0 h 2743360"/>
              <a:gd name="connsiteX2-109" fmla="*/ 1234463 w 1281374"/>
              <a:gd name="connsiteY2-110" fmla="*/ 2235200 h 2743360"/>
              <a:gd name="connsiteX3-111" fmla="*/ 2563 w 1281374"/>
              <a:gd name="connsiteY3-112" fmla="*/ 2235200 h 2743360"/>
              <a:gd name="connsiteX0-113" fmla="*/ 2563 w 1281374"/>
              <a:gd name="connsiteY0-114" fmla="*/ 2235200 h 2758917"/>
              <a:gd name="connsiteX1-115" fmla="*/ 618513 w 1281374"/>
              <a:gd name="connsiteY1-116" fmla="*/ 0 h 2758917"/>
              <a:gd name="connsiteX2-117" fmla="*/ 1234463 w 1281374"/>
              <a:gd name="connsiteY2-118" fmla="*/ 2235200 h 2758917"/>
              <a:gd name="connsiteX3-119" fmla="*/ 2563 w 1281374"/>
              <a:gd name="connsiteY3-120" fmla="*/ 2235200 h 275891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281374" h="2758917">
                <a:moveTo>
                  <a:pt x="2563" y="2235200"/>
                </a:moveTo>
                <a:cubicBezTo>
                  <a:pt x="-51773" y="1630983"/>
                  <a:pt x="777832" y="1560407"/>
                  <a:pt x="618513" y="0"/>
                </a:cubicBezTo>
                <a:cubicBezTo>
                  <a:pt x="1266298" y="957265"/>
                  <a:pt x="1357685" y="1729347"/>
                  <a:pt x="1234463" y="2235200"/>
                </a:cubicBezTo>
                <a:cubicBezTo>
                  <a:pt x="979346" y="2992535"/>
                  <a:pt x="122457" y="2871841"/>
                  <a:pt x="2563" y="2235200"/>
                </a:cubicBezTo>
                <a:close/>
              </a:path>
            </a:pathLst>
          </a:custGeom>
          <a:solidFill>
            <a:srgbClr val="0E8146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等腰三角形 20"/>
          <p:cNvSpPr/>
          <p:nvPr/>
        </p:nvSpPr>
        <p:spPr>
          <a:xfrm rot="15360710">
            <a:off x="5244060" y="3279754"/>
            <a:ext cx="961031" cy="2069188"/>
          </a:xfrm>
          <a:custGeom>
            <a:avLst/>
            <a:gdLst>
              <a:gd name="connsiteX0" fmla="*/ 0 w 1231900"/>
              <a:gd name="connsiteY0" fmla="*/ 2235200 h 2235200"/>
              <a:gd name="connsiteX1" fmla="*/ 615950 w 1231900"/>
              <a:gd name="connsiteY1" fmla="*/ 0 h 2235200"/>
              <a:gd name="connsiteX2" fmla="*/ 1231900 w 1231900"/>
              <a:gd name="connsiteY2" fmla="*/ 2235200 h 2235200"/>
              <a:gd name="connsiteX3" fmla="*/ 0 w 1231900"/>
              <a:gd name="connsiteY3" fmla="*/ 2235200 h 2235200"/>
              <a:gd name="connsiteX0-1" fmla="*/ 0 w 1231900"/>
              <a:gd name="connsiteY0-2" fmla="*/ 2235200 h 2546055"/>
              <a:gd name="connsiteX1-3" fmla="*/ 615950 w 1231900"/>
              <a:gd name="connsiteY1-4" fmla="*/ 0 h 2546055"/>
              <a:gd name="connsiteX2-5" fmla="*/ 1231900 w 1231900"/>
              <a:gd name="connsiteY2-6" fmla="*/ 2235200 h 2546055"/>
              <a:gd name="connsiteX3-7" fmla="*/ 0 w 1231900"/>
              <a:gd name="connsiteY3-8" fmla="*/ 2235200 h 2546055"/>
              <a:gd name="connsiteX0-9" fmla="*/ 0 w 1231900"/>
              <a:gd name="connsiteY0-10" fmla="*/ 2235200 h 2720599"/>
              <a:gd name="connsiteX1-11" fmla="*/ 615950 w 1231900"/>
              <a:gd name="connsiteY1-12" fmla="*/ 0 h 2720599"/>
              <a:gd name="connsiteX2-13" fmla="*/ 1231900 w 1231900"/>
              <a:gd name="connsiteY2-14" fmla="*/ 2235200 h 2720599"/>
              <a:gd name="connsiteX3-15" fmla="*/ 0 w 1231900"/>
              <a:gd name="connsiteY3-16" fmla="*/ 2235200 h 2720599"/>
              <a:gd name="connsiteX0-17" fmla="*/ 0 w 1231900"/>
              <a:gd name="connsiteY0-18" fmla="*/ 2235200 h 2763104"/>
              <a:gd name="connsiteX1-19" fmla="*/ 615950 w 1231900"/>
              <a:gd name="connsiteY1-20" fmla="*/ 0 h 2763104"/>
              <a:gd name="connsiteX2-21" fmla="*/ 1231900 w 1231900"/>
              <a:gd name="connsiteY2-22" fmla="*/ 2235200 h 2763104"/>
              <a:gd name="connsiteX3-23" fmla="*/ 0 w 1231900"/>
              <a:gd name="connsiteY3-24" fmla="*/ 2235200 h 2763104"/>
              <a:gd name="connsiteX0-25" fmla="*/ 0 w 1236254"/>
              <a:gd name="connsiteY0-26" fmla="*/ 2235200 h 2763104"/>
              <a:gd name="connsiteX1-27" fmla="*/ 615950 w 1236254"/>
              <a:gd name="connsiteY1-28" fmla="*/ 0 h 2763104"/>
              <a:gd name="connsiteX2-29" fmla="*/ 1231900 w 1236254"/>
              <a:gd name="connsiteY2-30" fmla="*/ 2235200 h 2763104"/>
              <a:gd name="connsiteX3-31" fmla="*/ 0 w 1236254"/>
              <a:gd name="connsiteY3-32" fmla="*/ 2235200 h 2763104"/>
              <a:gd name="connsiteX0-33" fmla="*/ 9573 w 1245827"/>
              <a:gd name="connsiteY0-34" fmla="*/ 2235200 h 2763104"/>
              <a:gd name="connsiteX1-35" fmla="*/ 625523 w 1245827"/>
              <a:gd name="connsiteY1-36" fmla="*/ 0 h 2763104"/>
              <a:gd name="connsiteX2-37" fmla="*/ 1241473 w 1245827"/>
              <a:gd name="connsiteY2-38" fmla="*/ 2235200 h 2763104"/>
              <a:gd name="connsiteX3-39" fmla="*/ 9573 w 1245827"/>
              <a:gd name="connsiteY3-40" fmla="*/ 2235200 h 2763104"/>
              <a:gd name="connsiteX0-41" fmla="*/ 7409 w 1243663"/>
              <a:gd name="connsiteY0-42" fmla="*/ 2235200 h 2763104"/>
              <a:gd name="connsiteX1-43" fmla="*/ 623359 w 1243663"/>
              <a:gd name="connsiteY1-44" fmla="*/ 0 h 2763104"/>
              <a:gd name="connsiteX2-45" fmla="*/ 1239309 w 1243663"/>
              <a:gd name="connsiteY2-46" fmla="*/ 2235200 h 2763104"/>
              <a:gd name="connsiteX3-47" fmla="*/ 7409 w 1243663"/>
              <a:gd name="connsiteY3-48" fmla="*/ 2235200 h 2763104"/>
              <a:gd name="connsiteX0-49" fmla="*/ 7409 w 1248612"/>
              <a:gd name="connsiteY0-50" fmla="*/ 2235200 h 2763104"/>
              <a:gd name="connsiteX1-51" fmla="*/ 623359 w 1248612"/>
              <a:gd name="connsiteY1-52" fmla="*/ 0 h 2763104"/>
              <a:gd name="connsiteX2-53" fmla="*/ 1239309 w 1248612"/>
              <a:gd name="connsiteY2-54" fmla="*/ 2235200 h 2763104"/>
              <a:gd name="connsiteX3-55" fmla="*/ 7409 w 1248612"/>
              <a:gd name="connsiteY3-56" fmla="*/ 2235200 h 2763104"/>
              <a:gd name="connsiteX0-57" fmla="*/ 7409 w 1248612"/>
              <a:gd name="connsiteY0-58" fmla="*/ 2235200 h 2743003"/>
              <a:gd name="connsiteX1-59" fmla="*/ 623359 w 1248612"/>
              <a:gd name="connsiteY1-60" fmla="*/ 0 h 2743003"/>
              <a:gd name="connsiteX2-61" fmla="*/ 1239309 w 1248612"/>
              <a:gd name="connsiteY2-62" fmla="*/ 2235200 h 2743003"/>
              <a:gd name="connsiteX3-63" fmla="*/ 7409 w 1248612"/>
              <a:gd name="connsiteY3-64" fmla="*/ 2235200 h 2743003"/>
              <a:gd name="connsiteX0-65" fmla="*/ 7409 w 1270577"/>
              <a:gd name="connsiteY0-66" fmla="*/ 2235200 h 2743003"/>
              <a:gd name="connsiteX1-67" fmla="*/ 623359 w 1270577"/>
              <a:gd name="connsiteY1-68" fmla="*/ 0 h 2743003"/>
              <a:gd name="connsiteX2-69" fmla="*/ 1239309 w 1270577"/>
              <a:gd name="connsiteY2-70" fmla="*/ 2235200 h 2743003"/>
              <a:gd name="connsiteX3-71" fmla="*/ 7409 w 1270577"/>
              <a:gd name="connsiteY3-72" fmla="*/ 2235200 h 2743003"/>
              <a:gd name="connsiteX0-73" fmla="*/ 3307 w 1266475"/>
              <a:gd name="connsiteY0-74" fmla="*/ 2235200 h 2743003"/>
              <a:gd name="connsiteX1-75" fmla="*/ 619257 w 1266475"/>
              <a:gd name="connsiteY1-76" fmla="*/ 0 h 2743003"/>
              <a:gd name="connsiteX2-77" fmla="*/ 1235207 w 1266475"/>
              <a:gd name="connsiteY2-78" fmla="*/ 2235200 h 2743003"/>
              <a:gd name="connsiteX3-79" fmla="*/ 3307 w 1266475"/>
              <a:gd name="connsiteY3-80" fmla="*/ 2235200 h 2743003"/>
              <a:gd name="connsiteX0-81" fmla="*/ 2757 w 1265925"/>
              <a:gd name="connsiteY0-82" fmla="*/ 2235200 h 2743003"/>
              <a:gd name="connsiteX1-83" fmla="*/ 618707 w 1265925"/>
              <a:gd name="connsiteY1-84" fmla="*/ 0 h 2743003"/>
              <a:gd name="connsiteX2-85" fmla="*/ 1234657 w 1265925"/>
              <a:gd name="connsiteY2-86" fmla="*/ 2235200 h 2743003"/>
              <a:gd name="connsiteX3-87" fmla="*/ 2757 w 1265925"/>
              <a:gd name="connsiteY3-88" fmla="*/ 2235200 h 2743003"/>
              <a:gd name="connsiteX0-89" fmla="*/ 2757 w 1281568"/>
              <a:gd name="connsiteY0-90" fmla="*/ 2235200 h 2743003"/>
              <a:gd name="connsiteX1-91" fmla="*/ 618707 w 1281568"/>
              <a:gd name="connsiteY1-92" fmla="*/ 0 h 2743003"/>
              <a:gd name="connsiteX2-93" fmla="*/ 1234657 w 1281568"/>
              <a:gd name="connsiteY2-94" fmla="*/ 2235200 h 2743003"/>
              <a:gd name="connsiteX3-95" fmla="*/ 2757 w 1281568"/>
              <a:gd name="connsiteY3-96" fmla="*/ 2235200 h 2743003"/>
              <a:gd name="connsiteX0-97" fmla="*/ 2757 w 1281568"/>
              <a:gd name="connsiteY0-98" fmla="*/ 2235200 h 2743360"/>
              <a:gd name="connsiteX1-99" fmla="*/ 618707 w 1281568"/>
              <a:gd name="connsiteY1-100" fmla="*/ 0 h 2743360"/>
              <a:gd name="connsiteX2-101" fmla="*/ 1234657 w 1281568"/>
              <a:gd name="connsiteY2-102" fmla="*/ 2235200 h 2743360"/>
              <a:gd name="connsiteX3-103" fmla="*/ 2757 w 1281568"/>
              <a:gd name="connsiteY3-104" fmla="*/ 2235200 h 2743360"/>
              <a:gd name="connsiteX0-105" fmla="*/ 2563 w 1281374"/>
              <a:gd name="connsiteY0-106" fmla="*/ 2235200 h 2743360"/>
              <a:gd name="connsiteX1-107" fmla="*/ 618513 w 1281374"/>
              <a:gd name="connsiteY1-108" fmla="*/ 0 h 2743360"/>
              <a:gd name="connsiteX2-109" fmla="*/ 1234463 w 1281374"/>
              <a:gd name="connsiteY2-110" fmla="*/ 2235200 h 2743360"/>
              <a:gd name="connsiteX3-111" fmla="*/ 2563 w 1281374"/>
              <a:gd name="connsiteY3-112" fmla="*/ 2235200 h 2743360"/>
              <a:gd name="connsiteX0-113" fmla="*/ 2563 w 1281374"/>
              <a:gd name="connsiteY0-114" fmla="*/ 2235200 h 2758917"/>
              <a:gd name="connsiteX1-115" fmla="*/ 618513 w 1281374"/>
              <a:gd name="connsiteY1-116" fmla="*/ 0 h 2758917"/>
              <a:gd name="connsiteX2-117" fmla="*/ 1234463 w 1281374"/>
              <a:gd name="connsiteY2-118" fmla="*/ 2235200 h 2758917"/>
              <a:gd name="connsiteX3-119" fmla="*/ 2563 w 1281374"/>
              <a:gd name="connsiteY3-120" fmla="*/ 2235200 h 275891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281374" h="2758917">
                <a:moveTo>
                  <a:pt x="2563" y="2235200"/>
                </a:moveTo>
                <a:cubicBezTo>
                  <a:pt x="-51773" y="1630983"/>
                  <a:pt x="777832" y="1560407"/>
                  <a:pt x="618513" y="0"/>
                </a:cubicBezTo>
                <a:cubicBezTo>
                  <a:pt x="1266298" y="957265"/>
                  <a:pt x="1357685" y="1729347"/>
                  <a:pt x="1234463" y="2235200"/>
                </a:cubicBezTo>
                <a:cubicBezTo>
                  <a:pt x="979346" y="2992535"/>
                  <a:pt x="122457" y="2871841"/>
                  <a:pt x="2563" y="2235200"/>
                </a:cubicBezTo>
                <a:close/>
              </a:path>
            </a:pathLst>
          </a:custGeom>
          <a:solidFill>
            <a:srgbClr val="0D7A43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等腰三角形 20"/>
          <p:cNvSpPr/>
          <p:nvPr/>
        </p:nvSpPr>
        <p:spPr>
          <a:xfrm rot="8761469" flipH="1">
            <a:off x="3381736" y="2675033"/>
            <a:ext cx="961031" cy="2069188"/>
          </a:xfrm>
          <a:custGeom>
            <a:avLst/>
            <a:gdLst>
              <a:gd name="connsiteX0" fmla="*/ 0 w 1231900"/>
              <a:gd name="connsiteY0" fmla="*/ 2235200 h 2235200"/>
              <a:gd name="connsiteX1" fmla="*/ 615950 w 1231900"/>
              <a:gd name="connsiteY1" fmla="*/ 0 h 2235200"/>
              <a:gd name="connsiteX2" fmla="*/ 1231900 w 1231900"/>
              <a:gd name="connsiteY2" fmla="*/ 2235200 h 2235200"/>
              <a:gd name="connsiteX3" fmla="*/ 0 w 1231900"/>
              <a:gd name="connsiteY3" fmla="*/ 2235200 h 2235200"/>
              <a:gd name="connsiteX0-1" fmla="*/ 0 w 1231900"/>
              <a:gd name="connsiteY0-2" fmla="*/ 2235200 h 2546055"/>
              <a:gd name="connsiteX1-3" fmla="*/ 615950 w 1231900"/>
              <a:gd name="connsiteY1-4" fmla="*/ 0 h 2546055"/>
              <a:gd name="connsiteX2-5" fmla="*/ 1231900 w 1231900"/>
              <a:gd name="connsiteY2-6" fmla="*/ 2235200 h 2546055"/>
              <a:gd name="connsiteX3-7" fmla="*/ 0 w 1231900"/>
              <a:gd name="connsiteY3-8" fmla="*/ 2235200 h 2546055"/>
              <a:gd name="connsiteX0-9" fmla="*/ 0 w 1231900"/>
              <a:gd name="connsiteY0-10" fmla="*/ 2235200 h 2720599"/>
              <a:gd name="connsiteX1-11" fmla="*/ 615950 w 1231900"/>
              <a:gd name="connsiteY1-12" fmla="*/ 0 h 2720599"/>
              <a:gd name="connsiteX2-13" fmla="*/ 1231900 w 1231900"/>
              <a:gd name="connsiteY2-14" fmla="*/ 2235200 h 2720599"/>
              <a:gd name="connsiteX3-15" fmla="*/ 0 w 1231900"/>
              <a:gd name="connsiteY3-16" fmla="*/ 2235200 h 2720599"/>
              <a:gd name="connsiteX0-17" fmla="*/ 0 w 1231900"/>
              <a:gd name="connsiteY0-18" fmla="*/ 2235200 h 2763104"/>
              <a:gd name="connsiteX1-19" fmla="*/ 615950 w 1231900"/>
              <a:gd name="connsiteY1-20" fmla="*/ 0 h 2763104"/>
              <a:gd name="connsiteX2-21" fmla="*/ 1231900 w 1231900"/>
              <a:gd name="connsiteY2-22" fmla="*/ 2235200 h 2763104"/>
              <a:gd name="connsiteX3-23" fmla="*/ 0 w 1231900"/>
              <a:gd name="connsiteY3-24" fmla="*/ 2235200 h 2763104"/>
              <a:gd name="connsiteX0-25" fmla="*/ 0 w 1236254"/>
              <a:gd name="connsiteY0-26" fmla="*/ 2235200 h 2763104"/>
              <a:gd name="connsiteX1-27" fmla="*/ 615950 w 1236254"/>
              <a:gd name="connsiteY1-28" fmla="*/ 0 h 2763104"/>
              <a:gd name="connsiteX2-29" fmla="*/ 1231900 w 1236254"/>
              <a:gd name="connsiteY2-30" fmla="*/ 2235200 h 2763104"/>
              <a:gd name="connsiteX3-31" fmla="*/ 0 w 1236254"/>
              <a:gd name="connsiteY3-32" fmla="*/ 2235200 h 2763104"/>
              <a:gd name="connsiteX0-33" fmla="*/ 9573 w 1245827"/>
              <a:gd name="connsiteY0-34" fmla="*/ 2235200 h 2763104"/>
              <a:gd name="connsiteX1-35" fmla="*/ 625523 w 1245827"/>
              <a:gd name="connsiteY1-36" fmla="*/ 0 h 2763104"/>
              <a:gd name="connsiteX2-37" fmla="*/ 1241473 w 1245827"/>
              <a:gd name="connsiteY2-38" fmla="*/ 2235200 h 2763104"/>
              <a:gd name="connsiteX3-39" fmla="*/ 9573 w 1245827"/>
              <a:gd name="connsiteY3-40" fmla="*/ 2235200 h 2763104"/>
              <a:gd name="connsiteX0-41" fmla="*/ 7409 w 1243663"/>
              <a:gd name="connsiteY0-42" fmla="*/ 2235200 h 2763104"/>
              <a:gd name="connsiteX1-43" fmla="*/ 623359 w 1243663"/>
              <a:gd name="connsiteY1-44" fmla="*/ 0 h 2763104"/>
              <a:gd name="connsiteX2-45" fmla="*/ 1239309 w 1243663"/>
              <a:gd name="connsiteY2-46" fmla="*/ 2235200 h 2763104"/>
              <a:gd name="connsiteX3-47" fmla="*/ 7409 w 1243663"/>
              <a:gd name="connsiteY3-48" fmla="*/ 2235200 h 2763104"/>
              <a:gd name="connsiteX0-49" fmla="*/ 7409 w 1248612"/>
              <a:gd name="connsiteY0-50" fmla="*/ 2235200 h 2763104"/>
              <a:gd name="connsiteX1-51" fmla="*/ 623359 w 1248612"/>
              <a:gd name="connsiteY1-52" fmla="*/ 0 h 2763104"/>
              <a:gd name="connsiteX2-53" fmla="*/ 1239309 w 1248612"/>
              <a:gd name="connsiteY2-54" fmla="*/ 2235200 h 2763104"/>
              <a:gd name="connsiteX3-55" fmla="*/ 7409 w 1248612"/>
              <a:gd name="connsiteY3-56" fmla="*/ 2235200 h 2763104"/>
              <a:gd name="connsiteX0-57" fmla="*/ 7409 w 1248612"/>
              <a:gd name="connsiteY0-58" fmla="*/ 2235200 h 2743003"/>
              <a:gd name="connsiteX1-59" fmla="*/ 623359 w 1248612"/>
              <a:gd name="connsiteY1-60" fmla="*/ 0 h 2743003"/>
              <a:gd name="connsiteX2-61" fmla="*/ 1239309 w 1248612"/>
              <a:gd name="connsiteY2-62" fmla="*/ 2235200 h 2743003"/>
              <a:gd name="connsiteX3-63" fmla="*/ 7409 w 1248612"/>
              <a:gd name="connsiteY3-64" fmla="*/ 2235200 h 2743003"/>
              <a:gd name="connsiteX0-65" fmla="*/ 7409 w 1270577"/>
              <a:gd name="connsiteY0-66" fmla="*/ 2235200 h 2743003"/>
              <a:gd name="connsiteX1-67" fmla="*/ 623359 w 1270577"/>
              <a:gd name="connsiteY1-68" fmla="*/ 0 h 2743003"/>
              <a:gd name="connsiteX2-69" fmla="*/ 1239309 w 1270577"/>
              <a:gd name="connsiteY2-70" fmla="*/ 2235200 h 2743003"/>
              <a:gd name="connsiteX3-71" fmla="*/ 7409 w 1270577"/>
              <a:gd name="connsiteY3-72" fmla="*/ 2235200 h 2743003"/>
              <a:gd name="connsiteX0-73" fmla="*/ 3307 w 1266475"/>
              <a:gd name="connsiteY0-74" fmla="*/ 2235200 h 2743003"/>
              <a:gd name="connsiteX1-75" fmla="*/ 619257 w 1266475"/>
              <a:gd name="connsiteY1-76" fmla="*/ 0 h 2743003"/>
              <a:gd name="connsiteX2-77" fmla="*/ 1235207 w 1266475"/>
              <a:gd name="connsiteY2-78" fmla="*/ 2235200 h 2743003"/>
              <a:gd name="connsiteX3-79" fmla="*/ 3307 w 1266475"/>
              <a:gd name="connsiteY3-80" fmla="*/ 2235200 h 2743003"/>
              <a:gd name="connsiteX0-81" fmla="*/ 2757 w 1265925"/>
              <a:gd name="connsiteY0-82" fmla="*/ 2235200 h 2743003"/>
              <a:gd name="connsiteX1-83" fmla="*/ 618707 w 1265925"/>
              <a:gd name="connsiteY1-84" fmla="*/ 0 h 2743003"/>
              <a:gd name="connsiteX2-85" fmla="*/ 1234657 w 1265925"/>
              <a:gd name="connsiteY2-86" fmla="*/ 2235200 h 2743003"/>
              <a:gd name="connsiteX3-87" fmla="*/ 2757 w 1265925"/>
              <a:gd name="connsiteY3-88" fmla="*/ 2235200 h 2743003"/>
              <a:gd name="connsiteX0-89" fmla="*/ 2757 w 1281568"/>
              <a:gd name="connsiteY0-90" fmla="*/ 2235200 h 2743003"/>
              <a:gd name="connsiteX1-91" fmla="*/ 618707 w 1281568"/>
              <a:gd name="connsiteY1-92" fmla="*/ 0 h 2743003"/>
              <a:gd name="connsiteX2-93" fmla="*/ 1234657 w 1281568"/>
              <a:gd name="connsiteY2-94" fmla="*/ 2235200 h 2743003"/>
              <a:gd name="connsiteX3-95" fmla="*/ 2757 w 1281568"/>
              <a:gd name="connsiteY3-96" fmla="*/ 2235200 h 2743003"/>
              <a:gd name="connsiteX0-97" fmla="*/ 2757 w 1281568"/>
              <a:gd name="connsiteY0-98" fmla="*/ 2235200 h 2743360"/>
              <a:gd name="connsiteX1-99" fmla="*/ 618707 w 1281568"/>
              <a:gd name="connsiteY1-100" fmla="*/ 0 h 2743360"/>
              <a:gd name="connsiteX2-101" fmla="*/ 1234657 w 1281568"/>
              <a:gd name="connsiteY2-102" fmla="*/ 2235200 h 2743360"/>
              <a:gd name="connsiteX3-103" fmla="*/ 2757 w 1281568"/>
              <a:gd name="connsiteY3-104" fmla="*/ 2235200 h 2743360"/>
              <a:gd name="connsiteX0-105" fmla="*/ 2563 w 1281374"/>
              <a:gd name="connsiteY0-106" fmla="*/ 2235200 h 2743360"/>
              <a:gd name="connsiteX1-107" fmla="*/ 618513 w 1281374"/>
              <a:gd name="connsiteY1-108" fmla="*/ 0 h 2743360"/>
              <a:gd name="connsiteX2-109" fmla="*/ 1234463 w 1281374"/>
              <a:gd name="connsiteY2-110" fmla="*/ 2235200 h 2743360"/>
              <a:gd name="connsiteX3-111" fmla="*/ 2563 w 1281374"/>
              <a:gd name="connsiteY3-112" fmla="*/ 2235200 h 2743360"/>
              <a:gd name="connsiteX0-113" fmla="*/ 2563 w 1281374"/>
              <a:gd name="connsiteY0-114" fmla="*/ 2235200 h 2758917"/>
              <a:gd name="connsiteX1-115" fmla="*/ 618513 w 1281374"/>
              <a:gd name="connsiteY1-116" fmla="*/ 0 h 2758917"/>
              <a:gd name="connsiteX2-117" fmla="*/ 1234463 w 1281374"/>
              <a:gd name="connsiteY2-118" fmla="*/ 2235200 h 2758917"/>
              <a:gd name="connsiteX3-119" fmla="*/ 2563 w 1281374"/>
              <a:gd name="connsiteY3-120" fmla="*/ 2235200 h 275891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281374" h="2758917">
                <a:moveTo>
                  <a:pt x="2563" y="2235200"/>
                </a:moveTo>
                <a:cubicBezTo>
                  <a:pt x="-51773" y="1630983"/>
                  <a:pt x="777832" y="1560407"/>
                  <a:pt x="618513" y="0"/>
                </a:cubicBezTo>
                <a:cubicBezTo>
                  <a:pt x="1266298" y="957265"/>
                  <a:pt x="1357685" y="1729347"/>
                  <a:pt x="1234463" y="2235200"/>
                </a:cubicBezTo>
                <a:cubicBezTo>
                  <a:pt x="979346" y="2992535"/>
                  <a:pt x="122457" y="2871841"/>
                  <a:pt x="2563" y="2235200"/>
                </a:cubicBezTo>
                <a:close/>
              </a:path>
            </a:pathLst>
          </a:custGeom>
          <a:solidFill>
            <a:srgbClr val="95C53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等腰三角形 20"/>
          <p:cNvSpPr/>
          <p:nvPr/>
        </p:nvSpPr>
        <p:spPr>
          <a:xfrm rot="7563534" flipH="1">
            <a:off x="3111319" y="2922824"/>
            <a:ext cx="961031" cy="2069188"/>
          </a:xfrm>
          <a:custGeom>
            <a:avLst/>
            <a:gdLst>
              <a:gd name="connsiteX0" fmla="*/ 0 w 1231900"/>
              <a:gd name="connsiteY0" fmla="*/ 2235200 h 2235200"/>
              <a:gd name="connsiteX1" fmla="*/ 615950 w 1231900"/>
              <a:gd name="connsiteY1" fmla="*/ 0 h 2235200"/>
              <a:gd name="connsiteX2" fmla="*/ 1231900 w 1231900"/>
              <a:gd name="connsiteY2" fmla="*/ 2235200 h 2235200"/>
              <a:gd name="connsiteX3" fmla="*/ 0 w 1231900"/>
              <a:gd name="connsiteY3" fmla="*/ 2235200 h 2235200"/>
              <a:gd name="connsiteX0-1" fmla="*/ 0 w 1231900"/>
              <a:gd name="connsiteY0-2" fmla="*/ 2235200 h 2546055"/>
              <a:gd name="connsiteX1-3" fmla="*/ 615950 w 1231900"/>
              <a:gd name="connsiteY1-4" fmla="*/ 0 h 2546055"/>
              <a:gd name="connsiteX2-5" fmla="*/ 1231900 w 1231900"/>
              <a:gd name="connsiteY2-6" fmla="*/ 2235200 h 2546055"/>
              <a:gd name="connsiteX3-7" fmla="*/ 0 w 1231900"/>
              <a:gd name="connsiteY3-8" fmla="*/ 2235200 h 2546055"/>
              <a:gd name="connsiteX0-9" fmla="*/ 0 w 1231900"/>
              <a:gd name="connsiteY0-10" fmla="*/ 2235200 h 2720599"/>
              <a:gd name="connsiteX1-11" fmla="*/ 615950 w 1231900"/>
              <a:gd name="connsiteY1-12" fmla="*/ 0 h 2720599"/>
              <a:gd name="connsiteX2-13" fmla="*/ 1231900 w 1231900"/>
              <a:gd name="connsiteY2-14" fmla="*/ 2235200 h 2720599"/>
              <a:gd name="connsiteX3-15" fmla="*/ 0 w 1231900"/>
              <a:gd name="connsiteY3-16" fmla="*/ 2235200 h 2720599"/>
              <a:gd name="connsiteX0-17" fmla="*/ 0 w 1231900"/>
              <a:gd name="connsiteY0-18" fmla="*/ 2235200 h 2763104"/>
              <a:gd name="connsiteX1-19" fmla="*/ 615950 w 1231900"/>
              <a:gd name="connsiteY1-20" fmla="*/ 0 h 2763104"/>
              <a:gd name="connsiteX2-21" fmla="*/ 1231900 w 1231900"/>
              <a:gd name="connsiteY2-22" fmla="*/ 2235200 h 2763104"/>
              <a:gd name="connsiteX3-23" fmla="*/ 0 w 1231900"/>
              <a:gd name="connsiteY3-24" fmla="*/ 2235200 h 2763104"/>
              <a:gd name="connsiteX0-25" fmla="*/ 0 w 1236254"/>
              <a:gd name="connsiteY0-26" fmla="*/ 2235200 h 2763104"/>
              <a:gd name="connsiteX1-27" fmla="*/ 615950 w 1236254"/>
              <a:gd name="connsiteY1-28" fmla="*/ 0 h 2763104"/>
              <a:gd name="connsiteX2-29" fmla="*/ 1231900 w 1236254"/>
              <a:gd name="connsiteY2-30" fmla="*/ 2235200 h 2763104"/>
              <a:gd name="connsiteX3-31" fmla="*/ 0 w 1236254"/>
              <a:gd name="connsiteY3-32" fmla="*/ 2235200 h 2763104"/>
              <a:gd name="connsiteX0-33" fmla="*/ 9573 w 1245827"/>
              <a:gd name="connsiteY0-34" fmla="*/ 2235200 h 2763104"/>
              <a:gd name="connsiteX1-35" fmla="*/ 625523 w 1245827"/>
              <a:gd name="connsiteY1-36" fmla="*/ 0 h 2763104"/>
              <a:gd name="connsiteX2-37" fmla="*/ 1241473 w 1245827"/>
              <a:gd name="connsiteY2-38" fmla="*/ 2235200 h 2763104"/>
              <a:gd name="connsiteX3-39" fmla="*/ 9573 w 1245827"/>
              <a:gd name="connsiteY3-40" fmla="*/ 2235200 h 2763104"/>
              <a:gd name="connsiteX0-41" fmla="*/ 7409 w 1243663"/>
              <a:gd name="connsiteY0-42" fmla="*/ 2235200 h 2763104"/>
              <a:gd name="connsiteX1-43" fmla="*/ 623359 w 1243663"/>
              <a:gd name="connsiteY1-44" fmla="*/ 0 h 2763104"/>
              <a:gd name="connsiteX2-45" fmla="*/ 1239309 w 1243663"/>
              <a:gd name="connsiteY2-46" fmla="*/ 2235200 h 2763104"/>
              <a:gd name="connsiteX3-47" fmla="*/ 7409 w 1243663"/>
              <a:gd name="connsiteY3-48" fmla="*/ 2235200 h 2763104"/>
              <a:gd name="connsiteX0-49" fmla="*/ 7409 w 1248612"/>
              <a:gd name="connsiteY0-50" fmla="*/ 2235200 h 2763104"/>
              <a:gd name="connsiteX1-51" fmla="*/ 623359 w 1248612"/>
              <a:gd name="connsiteY1-52" fmla="*/ 0 h 2763104"/>
              <a:gd name="connsiteX2-53" fmla="*/ 1239309 w 1248612"/>
              <a:gd name="connsiteY2-54" fmla="*/ 2235200 h 2763104"/>
              <a:gd name="connsiteX3-55" fmla="*/ 7409 w 1248612"/>
              <a:gd name="connsiteY3-56" fmla="*/ 2235200 h 2763104"/>
              <a:gd name="connsiteX0-57" fmla="*/ 7409 w 1248612"/>
              <a:gd name="connsiteY0-58" fmla="*/ 2235200 h 2743003"/>
              <a:gd name="connsiteX1-59" fmla="*/ 623359 w 1248612"/>
              <a:gd name="connsiteY1-60" fmla="*/ 0 h 2743003"/>
              <a:gd name="connsiteX2-61" fmla="*/ 1239309 w 1248612"/>
              <a:gd name="connsiteY2-62" fmla="*/ 2235200 h 2743003"/>
              <a:gd name="connsiteX3-63" fmla="*/ 7409 w 1248612"/>
              <a:gd name="connsiteY3-64" fmla="*/ 2235200 h 2743003"/>
              <a:gd name="connsiteX0-65" fmla="*/ 7409 w 1270577"/>
              <a:gd name="connsiteY0-66" fmla="*/ 2235200 h 2743003"/>
              <a:gd name="connsiteX1-67" fmla="*/ 623359 w 1270577"/>
              <a:gd name="connsiteY1-68" fmla="*/ 0 h 2743003"/>
              <a:gd name="connsiteX2-69" fmla="*/ 1239309 w 1270577"/>
              <a:gd name="connsiteY2-70" fmla="*/ 2235200 h 2743003"/>
              <a:gd name="connsiteX3-71" fmla="*/ 7409 w 1270577"/>
              <a:gd name="connsiteY3-72" fmla="*/ 2235200 h 2743003"/>
              <a:gd name="connsiteX0-73" fmla="*/ 3307 w 1266475"/>
              <a:gd name="connsiteY0-74" fmla="*/ 2235200 h 2743003"/>
              <a:gd name="connsiteX1-75" fmla="*/ 619257 w 1266475"/>
              <a:gd name="connsiteY1-76" fmla="*/ 0 h 2743003"/>
              <a:gd name="connsiteX2-77" fmla="*/ 1235207 w 1266475"/>
              <a:gd name="connsiteY2-78" fmla="*/ 2235200 h 2743003"/>
              <a:gd name="connsiteX3-79" fmla="*/ 3307 w 1266475"/>
              <a:gd name="connsiteY3-80" fmla="*/ 2235200 h 2743003"/>
              <a:gd name="connsiteX0-81" fmla="*/ 2757 w 1265925"/>
              <a:gd name="connsiteY0-82" fmla="*/ 2235200 h 2743003"/>
              <a:gd name="connsiteX1-83" fmla="*/ 618707 w 1265925"/>
              <a:gd name="connsiteY1-84" fmla="*/ 0 h 2743003"/>
              <a:gd name="connsiteX2-85" fmla="*/ 1234657 w 1265925"/>
              <a:gd name="connsiteY2-86" fmla="*/ 2235200 h 2743003"/>
              <a:gd name="connsiteX3-87" fmla="*/ 2757 w 1265925"/>
              <a:gd name="connsiteY3-88" fmla="*/ 2235200 h 2743003"/>
              <a:gd name="connsiteX0-89" fmla="*/ 2757 w 1281568"/>
              <a:gd name="connsiteY0-90" fmla="*/ 2235200 h 2743003"/>
              <a:gd name="connsiteX1-91" fmla="*/ 618707 w 1281568"/>
              <a:gd name="connsiteY1-92" fmla="*/ 0 h 2743003"/>
              <a:gd name="connsiteX2-93" fmla="*/ 1234657 w 1281568"/>
              <a:gd name="connsiteY2-94" fmla="*/ 2235200 h 2743003"/>
              <a:gd name="connsiteX3-95" fmla="*/ 2757 w 1281568"/>
              <a:gd name="connsiteY3-96" fmla="*/ 2235200 h 2743003"/>
              <a:gd name="connsiteX0-97" fmla="*/ 2757 w 1281568"/>
              <a:gd name="connsiteY0-98" fmla="*/ 2235200 h 2743360"/>
              <a:gd name="connsiteX1-99" fmla="*/ 618707 w 1281568"/>
              <a:gd name="connsiteY1-100" fmla="*/ 0 h 2743360"/>
              <a:gd name="connsiteX2-101" fmla="*/ 1234657 w 1281568"/>
              <a:gd name="connsiteY2-102" fmla="*/ 2235200 h 2743360"/>
              <a:gd name="connsiteX3-103" fmla="*/ 2757 w 1281568"/>
              <a:gd name="connsiteY3-104" fmla="*/ 2235200 h 2743360"/>
              <a:gd name="connsiteX0-105" fmla="*/ 2563 w 1281374"/>
              <a:gd name="connsiteY0-106" fmla="*/ 2235200 h 2743360"/>
              <a:gd name="connsiteX1-107" fmla="*/ 618513 w 1281374"/>
              <a:gd name="connsiteY1-108" fmla="*/ 0 h 2743360"/>
              <a:gd name="connsiteX2-109" fmla="*/ 1234463 w 1281374"/>
              <a:gd name="connsiteY2-110" fmla="*/ 2235200 h 2743360"/>
              <a:gd name="connsiteX3-111" fmla="*/ 2563 w 1281374"/>
              <a:gd name="connsiteY3-112" fmla="*/ 2235200 h 2743360"/>
              <a:gd name="connsiteX0-113" fmla="*/ 2563 w 1281374"/>
              <a:gd name="connsiteY0-114" fmla="*/ 2235200 h 2758917"/>
              <a:gd name="connsiteX1-115" fmla="*/ 618513 w 1281374"/>
              <a:gd name="connsiteY1-116" fmla="*/ 0 h 2758917"/>
              <a:gd name="connsiteX2-117" fmla="*/ 1234463 w 1281374"/>
              <a:gd name="connsiteY2-118" fmla="*/ 2235200 h 2758917"/>
              <a:gd name="connsiteX3-119" fmla="*/ 2563 w 1281374"/>
              <a:gd name="connsiteY3-120" fmla="*/ 2235200 h 275891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281374" h="2758917">
                <a:moveTo>
                  <a:pt x="2563" y="2235200"/>
                </a:moveTo>
                <a:cubicBezTo>
                  <a:pt x="-51773" y="1630983"/>
                  <a:pt x="777832" y="1560407"/>
                  <a:pt x="618513" y="0"/>
                </a:cubicBezTo>
                <a:cubicBezTo>
                  <a:pt x="1266298" y="957265"/>
                  <a:pt x="1357685" y="1729347"/>
                  <a:pt x="1234463" y="2235200"/>
                </a:cubicBezTo>
                <a:cubicBezTo>
                  <a:pt x="979346" y="2992535"/>
                  <a:pt x="122457" y="2871841"/>
                  <a:pt x="2563" y="2235200"/>
                </a:cubicBezTo>
                <a:close/>
              </a:path>
            </a:pathLst>
          </a:custGeom>
          <a:solidFill>
            <a:srgbClr val="0E8146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等腰三角形 20"/>
          <p:cNvSpPr/>
          <p:nvPr/>
        </p:nvSpPr>
        <p:spPr>
          <a:xfrm rot="6239290" flipH="1">
            <a:off x="2949394" y="3279754"/>
            <a:ext cx="961031" cy="2069188"/>
          </a:xfrm>
          <a:custGeom>
            <a:avLst/>
            <a:gdLst>
              <a:gd name="connsiteX0" fmla="*/ 0 w 1231900"/>
              <a:gd name="connsiteY0" fmla="*/ 2235200 h 2235200"/>
              <a:gd name="connsiteX1" fmla="*/ 615950 w 1231900"/>
              <a:gd name="connsiteY1" fmla="*/ 0 h 2235200"/>
              <a:gd name="connsiteX2" fmla="*/ 1231900 w 1231900"/>
              <a:gd name="connsiteY2" fmla="*/ 2235200 h 2235200"/>
              <a:gd name="connsiteX3" fmla="*/ 0 w 1231900"/>
              <a:gd name="connsiteY3" fmla="*/ 2235200 h 2235200"/>
              <a:gd name="connsiteX0-1" fmla="*/ 0 w 1231900"/>
              <a:gd name="connsiteY0-2" fmla="*/ 2235200 h 2546055"/>
              <a:gd name="connsiteX1-3" fmla="*/ 615950 w 1231900"/>
              <a:gd name="connsiteY1-4" fmla="*/ 0 h 2546055"/>
              <a:gd name="connsiteX2-5" fmla="*/ 1231900 w 1231900"/>
              <a:gd name="connsiteY2-6" fmla="*/ 2235200 h 2546055"/>
              <a:gd name="connsiteX3-7" fmla="*/ 0 w 1231900"/>
              <a:gd name="connsiteY3-8" fmla="*/ 2235200 h 2546055"/>
              <a:gd name="connsiteX0-9" fmla="*/ 0 w 1231900"/>
              <a:gd name="connsiteY0-10" fmla="*/ 2235200 h 2720599"/>
              <a:gd name="connsiteX1-11" fmla="*/ 615950 w 1231900"/>
              <a:gd name="connsiteY1-12" fmla="*/ 0 h 2720599"/>
              <a:gd name="connsiteX2-13" fmla="*/ 1231900 w 1231900"/>
              <a:gd name="connsiteY2-14" fmla="*/ 2235200 h 2720599"/>
              <a:gd name="connsiteX3-15" fmla="*/ 0 w 1231900"/>
              <a:gd name="connsiteY3-16" fmla="*/ 2235200 h 2720599"/>
              <a:gd name="connsiteX0-17" fmla="*/ 0 w 1231900"/>
              <a:gd name="connsiteY0-18" fmla="*/ 2235200 h 2763104"/>
              <a:gd name="connsiteX1-19" fmla="*/ 615950 w 1231900"/>
              <a:gd name="connsiteY1-20" fmla="*/ 0 h 2763104"/>
              <a:gd name="connsiteX2-21" fmla="*/ 1231900 w 1231900"/>
              <a:gd name="connsiteY2-22" fmla="*/ 2235200 h 2763104"/>
              <a:gd name="connsiteX3-23" fmla="*/ 0 w 1231900"/>
              <a:gd name="connsiteY3-24" fmla="*/ 2235200 h 2763104"/>
              <a:gd name="connsiteX0-25" fmla="*/ 0 w 1236254"/>
              <a:gd name="connsiteY0-26" fmla="*/ 2235200 h 2763104"/>
              <a:gd name="connsiteX1-27" fmla="*/ 615950 w 1236254"/>
              <a:gd name="connsiteY1-28" fmla="*/ 0 h 2763104"/>
              <a:gd name="connsiteX2-29" fmla="*/ 1231900 w 1236254"/>
              <a:gd name="connsiteY2-30" fmla="*/ 2235200 h 2763104"/>
              <a:gd name="connsiteX3-31" fmla="*/ 0 w 1236254"/>
              <a:gd name="connsiteY3-32" fmla="*/ 2235200 h 2763104"/>
              <a:gd name="connsiteX0-33" fmla="*/ 9573 w 1245827"/>
              <a:gd name="connsiteY0-34" fmla="*/ 2235200 h 2763104"/>
              <a:gd name="connsiteX1-35" fmla="*/ 625523 w 1245827"/>
              <a:gd name="connsiteY1-36" fmla="*/ 0 h 2763104"/>
              <a:gd name="connsiteX2-37" fmla="*/ 1241473 w 1245827"/>
              <a:gd name="connsiteY2-38" fmla="*/ 2235200 h 2763104"/>
              <a:gd name="connsiteX3-39" fmla="*/ 9573 w 1245827"/>
              <a:gd name="connsiteY3-40" fmla="*/ 2235200 h 2763104"/>
              <a:gd name="connsiteX0-41" fmla="*/ 7409 w 1243663"/>
              <a:gd name="connsiteY0-42" fmla="*/ 2235200 h 2763104"/>
              <a:gd name="connsiteX1-43" fmla="*/ 623359 w 1243663"/>
              <a:gd name="connsiteY1-44" fmla="*/ 0 h 2763104"/>
              <a:gd name="connsiteX2-45" fmla="*/ 1239309 w 1243663"/>
              <a:gd name="connsiteY2-46" fmla="*/ 2235200 h 2763104"/>
              <a:gd name="connsiteX3-47" fmla="*/ 7409 w 1243663"/>
              <a:gd name="connsiteY3-48" fmla="*/ 2235200 h 2763104"/>
              <a:gd name="connsiteX0-49" fmla="*/ 7409 w 1248612"/>
              <a:gd name="connsiteY0-50" fmla="*/ 2235200 h 2763104"/>
              <a:gd name="connsiteX1-51" fmla="*/ 623359 w 1248612"/>
              <a:gd name="connsiteY1-52" fmla="*/ 0 h 2763104"/>
              <a:gd name="connsiteX2-53" fmla="*/ 1239309 w 1248612"/>
              <a:gd name="connsiteY2-54" fmla="*/ 2235200 h 2763104"/>
              <a:gd name="connsiteX3-55" fmla="*/ 7409 w 1248612"/>
              <a:gd name="connsiteY3-56" fmla="*/ 2235200 h 2763104"/>
              <a:gd name="connsiteX0-57" fmla="*/ 7409 w 1248612"/>
              <a:gd name="connsiteY0-58" fmla="*/ 2235200 h 2743003"/>
              <a:gd name="connsiteX1-59" fmla="*/ 623359 w 1248612"/>
              <a:gd name="connsiteY1-60" fmla="*/ 0 h 2743003"/>
              <a:gd name="connsiteX2-61" fmla="*/ 1239309 w 1248612"/>
              <a:gd name="connsiteY2-62" fmla="*/ 2235200 h 2743003"/>
              <a:gd name="connsiteX3-63" fmla="*/ 7409 w 1248612"/>
              <a:gd name="connsiteY3-64" fmla="*/ 2235200 h 2743003"/>
              <a:gd name="connsiteX0-65" fmla="*/ 7409 w 1270577"/>
              <a:gd name="connsiteY0-66" fmla="*/ 2235200 h 2743003"/>
              <a:gd name="connsiteX1-67" fmla="*/ 623359 w 1270577"/>
              <a:gd name="connsiteY1-68" fmla="*/ 0 h 2743003"/>
              <a:gd name="connsiteX2-69" fmla="*/ 1239309 w 1270577"/>
              <a:gd name="connsiteY2-70" fmla="*/ 2235200 h 2743003"/>
              <a:gd name="connsiteX3-71" fmla="*/ 7409 w 1270577"/>
              <a:gd name="connsiteY3-72" fmla="*/ 2235200 h 2743003"/>
              <a:gd name="connsiteX0-73" fmla="*/ 3307 w 1266475"/>
              <a:gd name="connsiteY0-74" fmla="*/ 2235200 h 2743003"/>
              <a:gd name="connsiteX1-75" fmla="*/ 619257 w 1266475"/>
              <a:gd name="connsiteY1-76" fmla="*/ 0 h 2743003"/>
              <a:gd name="connsiteX2-77" fmla="*/ 1235207 w 1266475"/>
              <a:gd name="connsiteY2-78" fmla="*/ 2235200 h 2743003"/>
              <a:gd name="connsiteX3-79" fmla="*/ 3307 w 1266475"/>
              <a:gd name="connsiteY3-80" fmla="*/ 2235200 h 2743003"/>
              <a:gd name="connsiteX0-81" fmla="*/ 2757 w 1265925"/>
              <a:gd name="connsiteY0-82" fmla="*/ 2235200 h 2743003"/>
              <a:gd name="connsiteX1-83" fmla="*/ 618707 w 1265925"/>
              <a:gd name="connsiteY1-84" fmla="*/ 0 h 2743003"/>
              <a:gd name="connsiteX2-85" fmla="*/ 1234657 w 1265925"/>
              <a:gd name="connsiteY2-86" fmla="*/ 2235200 h 2743003"/>
              <a:gd name="connsiteX3-87" fmla="*/ 2757 w 1265925"/>
              <a:gd name="connsiteY3-88" fmla="*/ 2235200 h 2743003"/>
              <a:gd name="connsiteX0-89" fmla="*/ 2757 w 1281568"/>
              <a:gd name="connsiteY0-90" fmla="*/ 2235200 h 2743003"/>
              <a:gd name="connsiteX1-91" fmla="*/ 618707 w 1281568"/>
              <a:gd name="connsiteY1-92" fmla="*/ 0 h 2743003"/>
              <a:gd name="connsiteX2-93" fmla="*/ 1234657 w 1281568"/>
              <a:gd name="connsiteY2-94" fmla="*/ 2235200 h 2743003"/>
              <a:gd name="connsiteX3-95" fmla="*/ 2757 w 1281568"/>
              <a:gd name="connsiteY3-96" fmla="*/ 2235200 h 2743003"/>
              <a:gd name="connsiteX0-97" fmla="*/ 2757 w 1281568"/>
              <a:gd name="connsiteY0-98" fmla="*/ 2235200 h 2743360"/>
              <a:gd name="connsiteX1-99" fmla="*/ 618707 w 1281568"/>
              <a:gd name="connsiteY1-100" fmla="*/ 0 h 2743360"/>
              <a:gd name="connsiteX2-101" fmla="*/ 1234657 w 1281568"/>
              <a:gd name="connsiteY2-102" fmla="*/ 2235200 h 2743360"/>
              <a:gd name="connsiteX3-103" fmla="*/ 2757 w 1281568"/>
              <a:gd name="connsiteY3-104" fmla="*/ 2235200 h 2743360"/>
              <a:gd name="connsiteX0-105" fmla="*/ 2563 w 1281374"/>
              <a:gd name="connsiteY0-106" fmla="*/ 2235200 h 2743360"/>
              <a:gd name="connsiteX1-107" fmla="*/ 618513 w 1281374"/>
              <a:gd name="connsiteY1-108" fmla="*/ 0 h 2743360"/>
              <a:gd name="connsiteX2-109" fmla="*/ 1234463 w 1281374"/>
              <a:gd name="connsiteY2-110" fmla="*/ 2235200 h 2743360"/>
              <a:gd name="connsiteX3-111" fmla="*/ 2563 w 1281374"/>
              <a:gd name="connsiteY3-112" fmla="*/ 2235200 h 2743360"/>
              <a:gd name="connsiteX0-113" fmla="*/ 2563 w 1281374"/>
              <a:gd name="connsiteY0-114" fmla="*/ 2235200 h 2758917"/>
              <a:gd name="connsiteX1-115" fmla="*/ 618513 w 1281374"/>
              <a:gd name="connsiteY1-116" fmla="*/ 0 h 2758917"/>
              <a:gd name="connsiteX2-117" fmla="*/ 1234463 w 1281374"/>
              <a:gd name="connsiteY2-118" fmla="*/ 2235200 h 2758917"/>
              <a:gd name="connsiteX3-119" fmla="*/ 2563 w 1281374"/>
              <a:gd name="connsiteY3-120" fmla="*/ 2235200 h 275891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281374" h="2758917">
                <a:moveTo>
                  <a:pt x="2563" y="2235200"/>
                </a:moveTo>
                <a:cubicBezTo>
                  <a:pt x="-51773" y="1630983"/>
                  <a:pt x="777832" y="1560407"/>
                  <a:pt x="618513" y="0"/>
                </a:cubicBezTo>
                <a:cubicBezTo>
                  <a:pt x="1266298" y="957265"/>
                  <a:pt x="1357685" y="1729347"/>
                  <a:pt x="1234463" y="2235200"/>
                </a:cubicBezTo>
                <a:cubicBezTo>
                  <a:pt x="979346" y="2992535"/>
                  <a:pt x="122457" y="2871841"/>
                  <a:pt x="2563" y="2235200"/>
                </a:cubicBezTo>
                <a:close/>
              </a:path>
            </a:pathLst>
          </a:custGeom>
          <a:solidFill>
            <a:srgbClr val="0D7A43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Freeform 1519"/>
          <p:cNvSpPr>
            <a:spLocks noChangeAspect="1"/>
          </p:cNvSpPr>
          <p:nvPr/>
        </p:nvSpPr>
        <p:spPr bwMode="auto">
          <a:xfrm>
            <a:off x="3990737" y="2760750"/>
            <a:ext cx="1042105" cy="3240000"/>
          </a:xfrm>
          <a:custGeom>
            <a:avLst/>
            <a:gdLst>
              <a:gd name="T0" fmla="*/ 432 w 440"/>
              <a:gd name="T1" fmla="*/ 528 h 1368"/>
              <a:gd name="T2" fmla="*/ 412 w 440"/>
              <a:gd name="T3" fmla="*/ 388 h 1368"/>
              <a:gd name="T4" fmla="*/ 406 w 440"/>
              <a:gd name="T5" fmla="*/ 304 h 1368"/>
              <a:gd name="T6" fmla="*/ 318 w 440"/>
              <a:gd name="T7" fmla="*/ 238 h 1368"/>
              <a:gd name="T8" fmla="*/ 290 w 440"/>
              <a:gd name="T9" fmla="*/ 204 h 1368"/>
              <a:gd name="T10" fmla="*/ 290 w 440"/>
              <a:gd name="T11" fmla="*/ 164 h 1368"/>
              <a:gd name="T12" fmla="*/ 308 w 440"/>
              <a:gd name="T13" fmla="*/ 106 h 1368"/>
              <a:gd name="T14" fmla="*/ 300 w 440"/>
              <a:gd name="T15" fmla="*/ 46 h 1368"/>
              <a:gd name="T16" fmla="*/ 264 w 440"/>
              <a:gd name="T17" fmla="*/ 10 h 1368"/>
              <a:gd name="T18" fmla="*/ 222 w 440"/>
              <a:gd name="T19" fmla="*/ 6 h 1368"/>
              <a:gd name="T20" fmla="*/ 206 w 440"/>
              <a:gd name="T21" fmla="*/ 16 h 1368"/>
              <a:gd name="T22" fmla="*/ 174 w 440"/>
              <a:gd name="T23" fmla="*/ 30 h 1368"/>
              <a:gd name="T24" fmla="*/ 174 w 440"/>
              <a:gd name="T25" fmla="*/ 80 h 1368"/>
              <a:gd name="T26" fmla="*/ 168 w 440"/>
              <a:gd name="T27" fmla="*/ 110 h 1368"/>
              <a:gd name="T28" fmla="*/ 186 w 440"/>
              <a:gd name="T29" fmla="*/ 142 h 1368"/>
              <a:gd name="T30" fmla="*/ 194 w 440"/>
              <a:gd name="T31" fmla="*/ 194 h 1368"/>
              <a:gd name="T32" fmla="*/ 148 w 440"/>
              <a:gd name="T33" fmla="*/ 222 h 1368"/>
              <a:gd name="T34" fmla="*/ 78 w 440"/>
              <a:gd name="T35" fmla="*/ 224 h 1368"/>
              <a:gd name="T36" fmla="*/ 90 w 440"/>
              <a:gd name="T37" fmla="*/ 190 h 1368"/>
              <a:gd name="T38" fmla="*/ 78 w 440"/>
              <a:gd name="T39" fmla="*/ 150 h 1368"/>
              <a:gd name="T40" fmla="*/ 66 w 440"/>
              <a:gd name="T41" fmla="*/ 70 h 1368"/>
              <a:gd name="T42" fmla="*/ 52 w 440"/>
              <a:gd name="T43" fmla="*/ 74 h 1368"/>
              <a:gd name="T44" fmla="*/ 46 w 440"/>
              <a:gd name="T45" fmla="*/ 118 h 1368"/>
              <a:gd name="T46" fmla="*/ 34 w 440"/>
              <a:gd name="T47" fmla="*/ 130 h 1368"/>
              <a:gd name="T48" fmla="*/ 22 w 440"/>
              <a:gd name="T49" fmla="*/ 146 h 1368"/>
              <a:gd name="T50" fmla="*/ 8 w 440"/>
              <a:gd name="T51" fmla="*/ 154 h 1368"/>
              <a:gd name="T52" fmla="*/ 20 w 440"/>
              <a:gd name="T53" fmla="*/ 220 h 1368"/>
              <a:gd name="T54" fmla="*/ 2 w 440"/>
              <a:gd name="T55" fmla="*/ 272 h 1368"/>
              <a:gd name="T56" fmla="*/ 16 w 440"/>
              <a:gd name="T57" fmla="*/ 306 h 1368"/>
              <a:gd name="T58" fmla="*/ 76 w 440"/>
              <a:gd name="T59" fmla="*/ 350 h 1368"/>
              <a:gd name="T60" fmla="*/ 122 w 440"/>
              <a:gd name="T61" fmla="*/ 390 h 1368"/>
              <a:gd name="T62" fmla="*/ 142 w 440"/>
              <a:gd name="T63" fmla="*/ 506 h 1368"/>
              <a:gd name="T64" fmla="*/ 128 w 440"/>
              <a:gd name="T65" fmla="*/ 710 h 1368"/>
              <a:gd name="T66" fmla="*/ 98 w 440"/>
              <a:gd name="T67" fmla="*/ 1008 h 1368"/>
              <a:gd name="T68" fmla="*/ 58 w 440"/>
              <a:gd name="T69" fmla="*/ 1232 h 1368"/>
              <a:gd name="T70" fmla="*/ 72 w 440"/>
              <a:gd name="T71" fmla="*/ 1254 h 1368"/>
              <a:gd name="T72" fmla="*/ 46 w 440"/>
              <a:gd name="T73" fmla="*/ 1320 h 1368"/>
              <a:gd name="T74" fmla="*/ 32 w 440"/>
              <a:gd name="T75" fmla="*/ 1358 h 1368"/>
              <a:gd name="T76" fmla="*/ 84 w 440"/>
              <a:gd name="T77" fmla="*/ 1366 h 1368"/>
              <a:gd name="T78" fmla="*/ 116 w 440"/>
              <a:gd name="T79" fmla="*/ 1334 h 1368"/>
              <a:gd name="T80" fmla="*/ 144 w 440"/>
              <a:gd name="T81" fmla="*/ 1316 h 1368"/>
              <a:gd name="T82" fmla="*/ 166 w 440"/>
              <a:gd name="T83" fmla="*/ 1274 h 1368"/>
              <a:gd name="T84" fmla="*/ 168 w 440"/>
              <a:gd name="T85" fmla="*/ 1202 h 1368"/>
              <a:gd name="T86" fmla="*/ 214 w 440"/>
              <a:gd name="T87" fmla="*/ 988 h 1368"/>
              <a:gd name="T88" fmla="*/ 258 w 440"/>
              <a:gd name="T89" fmla="*/ 812 h 1368"/>
              <a:gd name="T90" fmla="*/ 280 w 440"/>
              <a:gd name="T91" fmla="*/ 814 h 1368"/>
              <a:gd name="T92" fmla="*/ 284 w 440"/>
              <a:gd name="T93" fmla="*/ 946 h 1368"/>
              <a:gd name="T94" fmla="*/ 298 w 440"/>
              <a:gd name="T95" fmla="*/ 1130 h 1368"/>
              <a:gd name="T96" fmla="*/ 292 w 440"/>
              <a:gd name="T97" fmla="*/ 1184 h 1368"/>
              <a:gd name="T98" fmla="*/ 282 w 440"/>
              <a:gd name="T99" fmla="*/ 1218 h 1368"/>
              <a:gd name="T100" fmla="*/ 292 w 440"/>
              <a:gd name="T101" fmla="*/ 1290 h 1368"/>
              <a:gd name="T102" fmla="*/ 304 w 440"/>
              <a:gd name="T103" fmla="*/ 1322 h 1368"/>
              <a:gd name="T104" fmla="*/ 344 w 440"/>
              <a:gd name="T105" fmla="*/ 1338 h 1368"/>
              <a:gd name="T106" fmla="*/ 402 w 440"/>
              <a:gd name="T107" fmla="*/ 1354 h 1368"/>
              <a:gd name="T108" fmla="*/ 434 w 440"/>
              <a:gd name="T109" fmla="*/ 1340 h 1368"/>
              <a:gd name="T110" fmla="*/ 388 w 440"/>
              <a:gd name="T111" fmla="*/ 1286 h 1368"/>
              <a:gd name="T112" fmla="*/ 382 w 440"/>
              <a:gd name="T113" fmla="*/ 1258 h 1368"/>
              <a:gd name="T114" fmla="*/ 390 w 440"/>
              <a:gd name="T115" fmla="*/ 1134 h 1368"/>
              <a:gd name="T116" fmla="*/ 406 w 440"/>
              <a:gd name="T117" fmla="*/ 838 h 1368"/>
              <a:gd name="T118" fmla="*/ 422 w 440"/>
              <a:gd name="T119" fmla="*/ 694 h 1368"/>
              <a:gd name="T120" fmla="*/ 434 w 440"/>
              <a:gd name="T121" fmla="*/ 632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40" h="1368">
                <a:moveTo>
                  <a:pt x="438" y="582"/>
                </a:moveTo>
                <a:lnTo>
                  <a:pt x="438" y="582"/>
                </a:lnTo>
                <a:lnTo>
                  <a:pt x="434" y="560"/>
                </a:lnTo>
                <a:lnTo>
                  <a:pt x="428" y="544"/>
                </a:lnTo>
                <a:lnTo>
                  <a:pt x="428" y="544"/>
                </a:lnTo>
                <a:lnTo>
                  <a:pt x="430" y="534"/>
                </a:lnTo>
                <a:lnTo>
                  <a:pt x="432" y="528"/>
                </a:lnTo>
                <a:lnTo>
                  <a:pt x="432" y="522"/>
                </a:lnTo>
                <a:lnTo>
                  <a:pt x="432" y="522"/>
                </a:lnTo>
                <a:lnTo>
                  <a:pt x="424" y="490"/>
                </a:lnTo>
                <a:lnTo>
                  <a:pt x="420" y="470"/>
                </a:lnTo>
                <a:lnTo>
                  <a:pt x="418" y="452"/>
                </a:lnTo>
                <a:lnTo>
                  <a:pt x="418" y="452"/>
                </a:lnTo>
                <a:lnTo>
                  <a:pt x="412" y="388"/>
                </a:lnTo>
                <a:lnTo>
                  <a:pt x="412" y="388"/>
                </a:lnTo>
                <a:lnTo>
                  <a:pt x="410" y="354"/>
                </a:lnTo>
                <a:lnTo>
                  <a:pt x="408" y="330"/>
                </a:lnTo>
                <a:lnTo>
                  <a:pt x="408" y="330"/>
                </a:lnTo>
                <a:lnTo>
                  <a:pt x="406" y="306"/>
                </a:lnTo>
                <a:lnTo>
                  <a:pt x="406" y="306"/>
                </a:lnTo>
                <a:lnTo>
                  <a:pt x="406" y="304"/>
                </a:lnTo>
                <a:lnTo>
                  <a:pt x="402" y="298"/>
                </a:lnTo>
                <a:lnTo>
                  <a:pt x="402" y="298"/>
                </a:lnTo>
                <a:lnTo>
                  <a:pt x="374" y="278"/>
                </a:lnTo>
                <a:lnTo>
                  <a:pt x="340" y="256"/>
                </a:lnTo>
                <a:lnTo>
                  <a:pt x="340" y="256"/>
                </a:lnTo>
                <a:lnTo>
                  <a:pt x="326" y="246"/>
                </a:lnTo>
                <a:lnTo>
                  <a:pt x="318" y="238"/>
                </a:lnTo>
                <a:lnTo>
                  <a:pt x="318" y="238"/>
                </a:lnTo>
                <a:lnTo>
                  <a:pt x="312" y="232"/>
                </a:lnTo>
                <a:lnTo>
                  <a:pt x="306" y="226"/>
                </a:lnTo>
                <a:lnTo>
                  <a:pt x="306" y="226"/>
                </a:lnTo>
                <a:lnTo>
                  <a:pt x="294" y="212"/>
                </a:lnTo>
                <a:lnTo>
                  <a:pt x="294" y="212"/>
                </a:lnTo>
                <a:lnTo>
                  <a:pt x="290" y="204"/>
                </a:lnTo>
                <a:lnTo>
                  <a:pt x="290" y="204"/>
                </a:lnTo>
                <a:lnTo>
                  <a:pt x="288" y="200"/>
                </a:lnTo>
                <a:lnTo>
                  <a:pt x="286" y="198"/>
                </a:lnTo>
                <a:lnTo>
                  <a:pt x="282" y="182"/>
                </a:lnTo>
                <a:lnTo>
                  <a:pt x="282" y="182"/>
                </a:lnTo>
                <a:lnTo>
                  <a:pt x="290" y="164"/>
                </a:lnTo>
                <a:lnTo>
                  <a:pt x="290" y="164"/>
                </a:lnTo>
                <a:lnTo>
                  <a:pt x="296" y="144"/>
                </a:lnTo>
                <a:lnTo>
                  <a:pt x="296" y="144"/>
                </a:lnTo>
                <a:lnTo>
                  <a:pt x="300" y="136"/>
                </a:lnTo>
                <a:lnTo>
                  <a:pt x="300" y="136"/>
                </a:lnTo>
                <a:lnTo>
                  <a:pt x="306" y="120"/>
                </a:lnTo>
                <a:lnTo>
                  <a:pt x="308" y="106"/>
                </a:lnTo>
                <a:lnTo>
                  <a:pt x="308" y="106"/>
                </a:lnTo>
                <a:lnTo>
                  <a:pt x="306" y="102"/>
                </a:lnTo>
                <a:lnTo>
                  <a:pt x="304" y="100"/>
                </a:lnTo>
                <a:lnTo>
                  <a:pt x="304" y="100"/>
                </a:lnTo>
                <a:lnTo>
                  <a:pt x="306" y="80"/>
                </a:lnTo>
                <a:lnTo>
                  <a:pt x="306" y="80"/>
                </a:lnTo>
                <a:lnTo>
                  <a:pt x="302" y="60"/>
                </a:lnTo>
                <a:lnTo>
                  <a:pt x="300" y="46"/>
                </a:lnTo>
                <a:lnTo>
                  <a:pt x="294" y="36"/>
                </a:lnTo>
                <a:lnTo>
                  <a:pt x="294" y="36"/>
                </a:lnTo>
                <a:lnTo>
                  <a:pt x="282" y="20"/>
                </a:lnTo>
                <a:lnTo>
                  <a:pt x="276" y="14"/>
                </a:lnTo>
                <a:lnTo>
                  <a:pt x="276" y="14"/>
                </a:lnTo>
                <a:lnTo>
                  <a:pt x="264" y="10"/>
                </a:lnTo>
                <a:lnTo>
                  <a:pt x="264" y="10"/>
                </a:lnTo>
                <a:lnTo>
                  <a:pt x="258" y="6"/>
                </a:lnTo>
                <a:lnTo>
                  <a:pt x="250" y="2"/>
                </a:lnTo>
                <a:lnTo>
                  <a:pt x="250" y="2"/>
                </a:lnTo>
                <a:lnTo>
                  <a:pt x="246" y="0"/>
                </a:lnTo>
                <a:lnTo>
                  <a:pt x="238" y="0"/>
                </a:lnTo>
                <a:lnTo>
                  <a:pt x="230" y="2"/>
                </a:lnTo>
                <a:lnTo>
                  <a:pt x="222" y="6"/>
                </a:lnTo>
                <a:lnTo>
                  <a:pt x="222" y="6"/>
                </a:lnTo>
                <a:lnTo>
                  <a:pt x="222" y="6"/>
                </a:lnTo>
                <a:lnTo>
                  <a:pt x="220" y="6"/>
                </a:lnTo>
                <a:lnTo>
                  <a:pt x="220" y="6"/>
                </a:lnTo>
                <a:lnTo>
                  <a:pt x="212" y="12"/>
                </a:lnTo>
                <a:lnTo>
                  <a:pt x="206" y="16"/>
                </a:lnTo>
                <a:lnTo>
                  <a:pt x="206" y="16"/>
                </a:lnTo>
                <a:lnTo>
                  <a:pt x="198" y="18"/>
                </a:lnTo>
                <a:lnTo>
                  <a:pt x="188" y="20"/>
                </a:lnTo>
                <a:lnTo>
                  <a:pt x="178" y="20"/>
                </a:lnTo>
                <a:lnTo>
                  <a:pt x="166" y="18"/>
                </a:lnTo>
                <a:lnTo>
                  <a:pt x="166" y="18"/>
                </a:lnTo>
                <a:lnTo>
                  <a:pt x="168" y="24"/>
                </a:lnTo>
                <a:lnTo>
                  <a:pt x="174" y="30"/>
                </a:lnTo>
                <a:lnTo>
                  <a:pt x="182" y="36"/>
                </a:lnTo>
                <a:lnTo>
                  <a:pt x="182" y="36"/>
                </a:lnTo>
                <a:lnTo>
                  <a:pt x="176" y="46"/>
                </a:lnTo>
                <a:lnTo>
                  <a:pt x="174" y="54"/>
                </a:lnTo>
                <a:lnTo>
                  <a:pt x="174" y="54"/>
                </a:lnTo>
                <a:lnTo>
                  <a:pt x="172" y="64"/>
                </a:lnTo>
                <a:lnTo>
                  <a:pt x="174" y="80"/>
                </a:lnTo>
                <a:lnTo>
                  <a:pt x="178" y="100"/>
                </a:lnTo>
                <a:lnTo>
                  <a:pt x="178" y="100"/>
                </a:lnTo>
                <a:lnTo>
                  <a:pt x="176" y="100"/>
                </a:lnTo>
                <a:lnTo>
                  <a:pt x="170" y="104"/>
                </a:lnTo>
                <a:lnTo>
                  <a:pt x="170" y="104"/>
                </a:lnTo>
                <a:lnTo>
                  <a:pt x="168" y="106"/>
                </a:lnTo>
                <a:lnTo>
                  <a:pt x="168" y="110"/>
                </a:lnTo>
                <a:lnTo>
                  <a:pt x="170" y="118"/>
                </a:lnTo>
                <a:lnTo>
                  <a:pt x="170" y="118"/>
                </a:lnTo>
                <a:lnTo>
                  <a:pt x="176" y="136"/>
                </a:lnTo>
                <a:lnTo>
                  <a:pt x="176" y="136"/>
                </a:lnTo>
                <a:lnTo>
                  <a:pt x="180" y="138"/>
                </a:lnTo>
                <a:lnTo>
                  <a:pt x="186" y="142"/>
                </a:lnTo>
                <a:lnTo>
                  <a:pt x="186" y="142"/>
                </a:lnTo>
                <a:lnTo>
                  <a:pt x="196" y="162"/>
                </a:lnTo>
                <a:lnTo>
                  <a:pt x="196" y="162"/>
                </a:lnTo>
                <a:lnTo>
                  <a:pt x="204" y="182"/>
                </a:lnTo>
                <a:lnTo>
                  <a:pt x="202" y="192"/>
                </a:lnTo>
                <a:lnTo>
                  <a:pt x="202" y="192"/>
                </a:lnTo>
                <a:lnTo>
                  <a:pt x="198" y="192"/>
                </a:lnTo>
                <a:lnTo>
                  <a:pt x="194" y="194"/>
                </a:lnTo>
                <a:lnTo>
                  <a:pt x="194" y="194"/>
                </a:lnTo>
                <a:lnTo>
                  <a:pt x="184" y="208"/>
                </a:lnTo>
                <a:lnTo>
                  <a:pt x="184" y="208"/>
                </a:lnTo>
                <a:lnTo>
                  <a:pt x="174" y="216"/>
                </a:lnTo>
                <a:lnTo>
                  <a:pt x="164" y="220"/>
                </a:lnTo>
                <a:lnTo>
                  <a:pt x="164" y="220"/>
                </a:lnTo>
                <a:lnTo>
                  <a:pt x="148" y="222"/>
                </a:lnTo>
                <a:lnTo>
                  <a:pt x="148" y="222"/>
                </a:lnTo>
                <a:lnTo>
                  <a:pt x="124" y="222"/>
                </a:lnTo>
                <a:lnTo>
                  <a:pt x="124" y="222"/>
                </a:lnTo>
                <a:lnTo>
                  <a:pt x="102" y="222"/>
                </a:lnTo>
                <a:lnTo>
                  <a:pt x="90" y="222"/>
                </a:lnTo>
                <a:lnTo>
                  <a:pt x="78" y="224"/>
                </a:lnTo>
                <a:lnTo>
                  <a:pt x="78" y="224"/>
                </a:lnTo>
                <a:lnTo>
                  <a:pt x="82" y="218"/>
                </a:lnTo>
                <a:lnTo>
                  <a:pt x="84" y="212"/>
                </a:lnTo>
                <a:lnTo>
                  <a:pt x="84" y="206"/>
                </a:lnTo>
                <a:lnTo>
                  <a:pt x="84" y="206"/>
                </a:lnTo>
                <a:lnTo>
                  <a:pt x="86" y="198"/>
                </a:lnTo>
                <a:lnTo>
                  <a:pt x="90" y="190"/>
                </a:lnTo>
                <a:lnTo>
                  <a:pt x="90" y="190"/>
                </a:lnTo>
                <a:lnTo>
                  <a:pt x="90" y="182"/>
                </a:lnTo>
                <a:lnTo>
                  <a:pt x="88" y="178"/>
                </a:lnTo>
                <a:lnTo>
                  <a:pt x="88" y="174"/>
                </a:lnTo>
                <a:lnTo>
                  <a:pt x="88" y="174"/>
                </a:lnTo>
                <a:lnTo>
                  <a:pt x="82" y="162"/>
                </a:lnTo>
                <a:lnTo>
                  <a:pt x="78" y="150"/>
                </a:lnTo>
                <a:lnTo>
                  <a:pt x="78" y="150"/>
                </a:lnTo>
                <a:lnTo>
                  <a:pt x="76" y="138"/>
                </a:lnTo>
                <a:lnTo>
                  <a:pt x="74" y="122"/>
                </a:lnTo>
                <a:lnTo>
                  <a:pt x="74" y="122"/>
                </a:lnTo>
                <a:lnTo>
                  <a:pt x="72" y="104"/>
                </a:lnTo>
                <a:lnTo>
                  <a:pt x="70" y="88"/>
                </a:lnTo>
                <a:lnTo>
                  <a:pt x="70" y="88"/>
                </a:lnTo>
                <a:lnTo>
                  <a:pt x="66" y="70"/>
                </a:lnTo>
                <a:lnTo>
                  <a:pt x="64" y="64"/>
                </a:lnTo>
                <a:lnTo>
                  <a:pt x="58" y="62"/>
                </a:lnTo>
                <a:lnTo>
                  <a:pt x="58" y="62"/>
                </a:lnTo>
                <a:lnTo>
                  <a:pt x="54" y="64"/>
                </a:lnTo>
                <a:lnTo>
                  <a:pt x="52" y="68"/>
                </a:lnTo>
                <a:lnTo>
                  <a:pt x="52" y="74"/>
                </a:lnTo>
                <a:lnTo>
                  <a:pt x="52" y="74"/>
                </a:lnTo>
                <a:lnTo>
                  <a:pt x="54" y="94"/>
                </a:lnTo>
                <a:lnTo>
                  <a:pt x="56" y="122"/>
                </a:lnTo>
                <a:lnTo>
                  <a:pt x="56" y="122"/>
                </a:lnTo>
                <a:lnTo>
                  <a:pt x="54" y="120"/>
                </a:lnTo>
                <a:lnTo>
                  <a:pt x="50" y="118"/>
                </a:lnTo>
                <a:lnTo>
                  <a:pt x="46" y="118"/>
                </a:lnTo>
                <a:lnTo>
                  <a:pt x="46" y="118"/>
                </a:lnTo>
                <a:lnTo>
                  <a:pt x="40" y="122"/>
                </a:lnTo>
                <a:lnTo>
                  <a:pt x="38" y="124"/>
                </a:lnTo>
                <a:lnTo>
                  <a:pt x="38" y="130"/>
                </a:lnTo>
                <a:lnTo>
                  <a:pt x="40" y="134"/>
                </a:lnTo>
                <a:lnTo>
                  <a:pt x="40" y="134"/>
                </a:lnTo>
                <a:lnTo>
                  <a:pt x="36" y="132"/>
                </a:lnTo>
                <a:lnTo>
                  <a:pt x="34" y="130"/>
                </a:lnTo>
                <a:lnTo>
                  <a:pt x="30" y="132"/>
                </a:lnTo>
                <a:lnTo>
                  <a:pt x="30" y="132"/>
                </a:lnTo>
                <a:lnTo>
                  <a:pt x="24" y="134"/>
                </a:lnTo>
                <a:lnTo>
                  <a:pt x="22" y="140"/>
                </a:lnTo>
                <a:lnTo>
                  <a:pt x="22" y="140"/>
                </a:lnTo>
                <a:lnTo>
                  <a:pt x="22" y="146"/>
                </a:lnTo>
                <a:lnTo>
                  <a:pt x="22" y="146"/>
                </a:lnTo>
                <a:lnTo>
                  <a:pt x="18" y="144"/>
                </a:lnTo>
                <a:lnTo>
                  <a:pt x="16" y="144"/>
                </a:lnTo>
                <a:lnTo>
                  <a:pt x="12" y="146"/>
                </a:lnTo>
                <a:lnTo>
                  <a:pt x="12" y="146"/>
                </a:lnTo>
                <a:lnTo>
                  <a:pt x="8" y="150"/>
                </a:lnTo>
                <a:lnTo>
                  <a:pt x="8" y="154"/>
                </a:lnTo>
                <a:lnTo>
                  <a:pt x="8" y="154"/>
                </a:lnTo>
                <a:lnTo>
                  <a:pt x="8" y="174"/>
                </a:lnTo>
                <a:lnTo>
                  <a:pt x="8" y="174"/>
                </a:lnTo>
                <a:lnTo>
                  <a:pt x="10" y="186"/>
                </a:lnTo>
                <a:lnTo>
                  <a:pt x="16" y="202"/>
                </a:lnTo>
                <a:lnTo>
                  <a:pt x="16" y="202"/>
                </a:lnTo>
                <a:lnTo>
                  <a:pt x="20" y="214"/>
                </a:lnTo>
                <a:lnTo>
                  <a:pt x="20" y="220"/>
                </a:lnTo>
                <a:lnTo>
                  <a:pt x="16" y="226"/>
                </a:lnTo>
                <a:lnTo>
                  <a:pt x="16" y="226"/>
                </a:lnTo>
                <a:lnTo>
                  <a:pt x="10" y="240"/>
                </a:lnTo>
                <a:lnTo>
                  <a:pt x="10" y="240"/>
                </a:lnTo>
                <a:lnTo>
                  <a:pt x="6" y="258"/>
                </a:lnTo>
                <a:lnTo>
                  <a:pt x="2" y="272"/>
                </a:lnTo>
                <a:lnTo>
                  <a:pt x="2" y="272"/>
                </a:lnTo>
                <a:lnTo>
                  <a:pt x="0" y="280"/>
                </a:lnTo>
                <a:lnTo>
                  <a:pt x="2" y="286"/>
                </a:lnTo>
                <a:lnTo>
                  <a:pt x="4" y="290"/>
                </a:lnTo>
                <a:lnTo>
                  <a:pt x="4" y="290"/>
                </a:lnTo>
                <a:lnTo>
                  <a:pt x="12" y="300"/>
                </a:lnTo>
                <a:lnTo>
                  <a:pt x="16" y="306"/>
                </a:lnTo>
                <a:lnTo>
                  <a:pt x="16" y="306"/>
                </a:lnTo>
                <a:lnTo>
                  <a:pt x="22" y="318"/>
                </a:lnTo>
                <a:lnTo>
                  <a:pt x="28" y="326"/>
                </a:lnTo>
                <a:lnTo>
                  <a:pt x="36" y="334"/>
                </a:lnTo>
                <a:lnTo>
                  <a:pt x="36" y="334"/>
                </a:lnTo>
                <a:lnTo>
                  <a:pt x="50" y="342"/>
                </a:lnTo>
                <a:lnTo>
                  <a:pt x="64" y="346"/>
                </a:lnTo>
                <a:lnTo>
                  <a:pt x="76" y="350"/>
                </a:lnTo>
                <a:lnTo>
                  <a:pt x="84" y="352"/>
                </a:lnTo>
                <a:lnTo>
                  <a:pt x="84" y="352"/>
                </a:lnTo>
                <a:lnTo>
                  <a:pt x="100" y="362"/>
                </a:lnTo>
                <a:lnTo>
                  <a:pt x="110" y="368"/>
                </a:lnTo>
                <a:lnTo>
                  <a:pt x="116" y="374"/>
                </a:lnTo>
                <a:lnTo>
                  <a:pt x="116" y="374"/>
                </a:lnTo>
                <a:lnTo>
                  <a:pt x="122" y="390"/>
                </a:lnTo>
                <a:lnTo>
                  <a:pt x="128" y="412"/>
                </a:lnTo>
                <a:lnTo>
                  <a:pt x="138" y="448"/>
                </a:lnTo>
                <a:lnTo>
                  <a:pt x="138" y="448"/>
                </a:lnTo>
                <a:lnTo>
                  <a:pt x="140" y="460"/>
                </a:lnTo>
                <a:lnTo>
                  <a:pt x="142" y="476"/>
                </a:lnTo>
                <a:lnTo>
                  <a:pt x="142" y="506"/>
                </a:lnTo>
                <a:lnTo>
                  <a:pt x="142" y="506"/>
                </a:lnTo>
                <a:lnTo>
                  <a:pt x="142" y="534"/>
                </a:lnTo>
                <a:lnTo>
                  <a:pt x="140" y="556"/>
                </a:lnTo>
                <a:lnTo>
                  <a:pt x="138" y="578"/>
                </a:lnTo>
                <a:lnTo>
                  <a:pt x="138" y="578"/>
                </a:lnTo>
                <a:lnTo>
                  <a:pt x="118" y="700"/>
                </a:lnTo>
                <a:lnTo>
                  <a:pt x="128" y="710"/>
                </a:lnTo>
                <a:lnTo>
                  <a:pt x="128" y="710"/>
                </a:lnTo>
                <a:lnTo>
                  <a:pt x="118" y="844"/>
                </a:lnTo>
                <a:lnTo>
                  <a:pt x="118" y="844"/>
                </a:lnTo>
                <a:lnTo>
                  <a:pt x="112" y="902"/>
                </a:lnTo>
                <a:lnTo>
                  <a:pt x="106" y="938"/>
                </a:lnTo>
                <a:lnTo>
                  <a:pt x="104" y="964"/>
                </a:lnTo>
                <a:lnTo>
                  <a:pt x="104" y="964"/>
                </a:lnTo>
                <a:lnTo>
                  <a:pt x="98" y="1008"/>
                </a:lnTo>
                <a:lnTo>
                  <a:pt x="82" y="1086"/>
                </a:lnTo>
                <a:lnTo>
                  <a:pt x="58" y="1200"/>
                </a:lnTo>
                <a:lnTo>
                  <a:pt x="58" y="1200"/>
                </a:lnTo>
                <a:lnTo>
                  <a:pt x="56" y="1208"/>
                </a:lnTo>
                <a:lnTo>
                  <a:pt x="56" y="1220"/>
                </a:lnTo>
                <a:lnTo>
                  <a:pt x="56" y="1228"/>
                </a:lnTo>
                <a:lnTo>
                  <a:pt x="58" y="1232"/>
                </a:lnTo>
                <a:lnTo>
                  <a:pt x="60" y="1236"/>
                </a:lnTo>
                <a:lnTo>
                  <a:pt x="60" y="1236"/>
                </a:lnTo>
                <a:lnTo>
                  <a:pt x="66" y="1240"/>
                </a:lnTo>
                <a:lnTo>
                  <a:pt x="70" y="1244"/>
                </a:lnTo>
                <a:lnTo>
                  <a:pt x="72" y="1248"/>
                </a:lnTo>
                <a:lnTo>
                  <a:pt x="72" y="1254"/>
                </a:lnTo>
                <a:lnTo>
                  <a:pt x="72" y="1254"/>
                </a:lnTo>
                <a:lnTo>
                  <a:pt x="68" y="1266"/>
                </a:lnTo>
                <a:lnTo>
                  <a:pt x="66" y="1276"/>
                </a:lnTo>
                <a:lnTo>
                  <a:pt x="66" y="1276"/>
                </a:lnTo>
                <a:lnTo>
                  <a:pt x="62" y="1292"/>
                </a:lnTo>
                <a:lnTo>
                  <a:pt x="56" y="1306"/>
                </a:lnTo>
                <a:lnTo>
                  <a:pt x="56" y="1306"/>
                </a:lnTo>
                <a:lnTo>
                  <a:pt x="46" y="1320"/>
                </a:lnTo>
                <a:lnTo>
                  <a:pt x="34" y="1334"/>
                </a:lnTo>
                <a:lnTo>
                  <a:pt x="34" y="1334"/>
                </a:lnTo>
                <a:lnTo>
                  <a:pt x="32" y="1336"/>
                </a:lnTo>
                <a:lnTo>
                  <a:pt x="32" y="1340"/>
                </a:lnTo>
                <a:lnTo>
                  <a:pt x="32" y="1340"/>
                </a:lnTo>
                <a:lnTo>
                  <a:pt x="32" y="1358"/>
                </a:lnTo>
                <a:lnTo>
                  <a:pt x="32" y="1358"/>
                </a:lnTo>
                <a:lnTo>
                  <a:pt x="34" y="1360"/>
                </a:lnTo>
                <a:lnTo>
                  <a:pt x="38" y="1364"/>
                </a:lnTo>
                <a:lnTo>
                  <a:pt x="38" y="1364"/>
                </a:lnTo>
                <a:lnTo>
                  <a:pt x="44" y="1366"/>
                </a:lnTo>
                <a:lnTo>
                  <a:pt x="58" y="1368"/>
                </a:lnTo>
                <a:lnTo>
                  <a:pt x="84" y="1366"/>
                </a:lnTo>
                <a:lnTo>
                  <a:pt x="84" y="1366"/>
                </a:lnTo>
                <a:lnTo>
                  <a:pt x="100" y="1360"/>
                </a:lnTo>
                <a:lnTo>
                  <a:pt x="108" y="1354"/>
                </a:lnTo>
                <a:lnTo>
                  <a:pt x="112" y="1352"/>
                </a:lnTo>
                <a:lnTo>
                  <a:pt x="112" y="1352"/>
                </a:lnTo>
                <a:lnTo>
                  <a:pt x="114" y="1342"/>
                </a:lnTo>
                <a:lnTo>
                  <a:pt x="114" y="1338"/>
                </a:lnTo>
                <a:lnTo>
                  <a:pt x="116" y="1334"/>
                </a:lnTo>
                <a:lnTo>
                  <a:pt x="116" y="1334"/>
                </a:lnTo>
                <a:lnTo>
                  <a:pt x="128" y="1330"/>
                </a:lnTo>
                <a:lnTo>
                  <a:pt x="140" y="1324"/>
                </a:lnTo>
                <a:lnTo>
                  <a:pt x="140" y="1324"/>
                </a:lnTo>
                <a:lnTo>
                  <a:pt x="142" y="1322"/>
                </a:lnTo>
                <a:lnTo>
                  <a:pt x="144" y="1316"/>
                </a:lnTo>
                <a:lnTo>
                  <a:pt x="144" y="1316"/>
                </a:lnTo>
                <a:lnTo>
                  <a:pt x="144" y="1308"/>
                </a:lnTo>
                <a:lnTo>
                  <a:pt x="148" y="1304"/>
                </a:lnTo>
                <a:lnTo>
                  <a:pt x="152" y="1296"/>
                </a:lnTo>
                <a:lnTo>
                  <a:pt x="152" y="1296"/>
                </a:lnTo>
                <a:lnTo>
                  <a:pt x="162" y="1282"/>
                </a:lnTo>
                <a:lnTo>
                  <a:pt x="166" y="1274"/>
                </a:lnTo>
                <a:lnTo>
                  <a:pt x="166" y="1274"/>
                </a:lnTo>
                <a:lnTo>
                  <a:pt x="166" y="1260"/>
                </a:lnTo>
                <a:lnTo>
                  <a:pt x="166" y="1238"/>
                </a:lnTo>
                <a:lnTo>
                  <a:pt x="166" y="1238"/>
                </a:lnTo>
                <a:lnTo>
                  <a:pt x="166" y="1222"/>
                </a:lnTo>
                <a:lnTo>
                  <a:pt x="166" y="1212"/>
                </a:lnTo>
                <a:lnTo>
                  <a:pt x="168" y="1202"/>
                </a:lnTo>
                <a:lnTo>
                  <a:pt x="168" y="1202"/>
                </a:lnTo>
                <a:lnTo>
                  <a:pt x="172" y="1188"/>
                </a:lnTo>
                <a:lnTo>
                  <a:pt x="172" y="1176"/>
                </a:lnTo>
                <a:lnTo>
                  <a:pt x="174" y="1164"/>
                </a:lnTo>
                <a:lnTo>
                  <a:pt x="178" y="1148"/>
                </a:lnTo>
                <a:lnTo>
                  <a:pt x="178" y="1148"/>
                </a:lnTo>
                <a:lnTo>
                  <a:pt x="214" y="988"/>
                </a:lnTo>
                <a:lnTo>
                  <a:pt x="214" y="988"/>
                </a:lnTo>
                <a:lnTo>
                  <a:pt x="218" y="968"/>
                </a:lnTo>
                <a:lnTo>
                  <a:pt x="226" y="946"/>
                </a:lnTo>
                <a:lnTo>
                  <a:pt x="232" y="922"/>
                </a:lnTo>
                <a:lnTo>
                  <a:pt x="238" y="896"/>
                </a:lnTo>
                <a:lnTo>
                  <a:pt x="238" y="896"/>
                </a:lnTo>
                <a:lnTo>
                  <a:pt x="246" y="858"/>
                </a:lnTo>
                <a:lnTo>
                  <a:pt x="258" y="812"/>
                </a:lnTo>
                <a:lnTo>
                  <a:pt x="272" y="760"/>
                </a:lnTo>
                <a:lnTo>
                  <a:pt x="274" y="766"/>
                </a:lnTo>
                <a:lnTo>
                  <a:pt x="274" y="766"/>
                </a:lnTo>
                <a:lnTo>
                  <a:pt x="278" y="784"/>
                </a:lnTo>
                <a:lnTo>
                  <a:pt x="280" y="800"/>
                </a:lnTo>
                <a:lnTo>
                  <a:pt x="280" y="814"/>
                </a:lnTo>
                <a:lnTo>
                  <a:pt x="280" y="814"/>
                </a:lnTo>
                <a:lnTo>
                  <a:pt x="280" y="842"/>
                </a:lnTo>
                <a:lnTo>
                  <a:pt x="280" y="866"/>
                </a:lnTo>
                <a:lnTo>
                  <a:pt x="280" y="866"/>
                </a:lnTo>
                <a:lnTo>
                  <a:pt x="282" y="902"/>
                </a:lnTo>
                <a:lnTo>
                  <a:pt x="282" y="928"/>
                </a:lnTo>
                <a:lnTo>
                  <a:pt x="284" y="946"/>
                </a:lnTo>
                <a:lnTo>
                  <a:pt x="284" y="946"/>
                </a:lnTo>
                <a:lnTo>
                  <a:pt x="288" y="996"/>
                </a:lnTo>
                <a:lnTo>
                  <a:pt x="292" y="1042"/>
                </a:lnTo>
                <a:lnTo>
                  <a:pt x="292" y="1042"/>
                </a:lnTo>
                <a:lnTo>
                  <a:pt x="292" y="1084"/>
                </a:lnTo>
                <a:lnTo>
                  <a:pt x="294" y="1112"/>
                </a:lnTo>
                <a:lnTo>
                  <a:pt x="298" y="1130"/>
                </a:lnTo>
                <a:lnTo>
                  <a:pt x="298" y="1130"/>
                </a:lnTo>
                <a:lnTo>
                  <a:pt x="300" y="1142"/>
                </a:lnTo>
                <a:lnTo>
                  <a:pt x="300" y="1154"/>
                </a:lnTo>
                <a:lnTo>
                  <a:pt x="300" y="1164"/>
                </a:lnTo>
                <a:lnTo>
                  <a:pt x="298" y="1170"/>
                </a:lnTo>
                <a:lnTo>
                  <a:pt x="298" y="1170"/>
                </a:lnTo>
                <a:lnTo>
                  <a:pt x="294" y="1178"/>
                </a:lnTo>
                <a:lnTo>
                  <a:pt x="292" y="1184"/>
                </a:lnTo>
                <a:lnTo>
                  <a:pt x="290" y="1190"/>
                </a:lnTo>
                <a:lnTo>
                  <a:pt x="290" y="1190"/>
                </a:lnTo>
                <a:lnTo>
                  <a:pt x="290" y="1202"/>
                </a:lnTo>
                <a:lnTo>
                  <a:pt x="290" y="1206"/>
                </a:lnTo>
                <a:lnTo>
                  <a:pt x="286" y="1212"/>
                </a:lnTo>
                <a:lnTo>
                  <a:pt x="286" y="1212"/>
                </a:lnTo>
                <a:lnTo>
                  <a:pt x="282" y="1218"/>
                </a:lnTo>
                <a:lnTo>
                  <a:pt x="278" y="1232"/>
                </a:lnTo>
                <a:lnTo>
                  <a:pt x="276" y="1240"/>
                </a:lnTo>
                <a:lnTo>
                  <a:pt x="276" y="1248"/>
                </a:lnTo>
                <a:lnTo>
                  <a:pt x="276" y="1256"/>
                </a:lnTo>
                <a:lnTo>
                  <a:pt x="280" y="1266"/>
                </a:lnTo>
                <a:lnTo>
                  <a:pt x="280" y="1266"/>
                </a:lnTo>
                <a:lnTo>
                  <a:pt x="292" y="1290"/>
                </a:lnTo>
                <a:lnTo>
                  <a:pt x="294" y="1300"/>
                </a:lnTo>
                <a:lnTo>
                  <a:pt x="294" y="1300"/>
                </a:lnTo>
                <a:lnTo>
                  <a:pt x="296" y="1312"/>
                </a:lnTo>
                <a:lnTo>
                  <a:pt x="296" y="1312"/>
                </a:lnTo>
                <a:lnTo>
                  <a:pt x="298" y="1316"/>
                </a:lnTo>
                <a:lnTo>
                  <a:pt x="300" y="1320"/>
                </a:lnTo>
                <a:lnTo>
                  <a:pt x="304" y="1322"/>
                </a:lnTo>
                <a:lnTo>
                  <a:pt x="304" y="1322"/>
                </a:lnTo>
                <a:lnTo>
                  <a:pt x="314" y="1326"/>
                </a:lnTo>
                <a:lnTo>
                  <a:pt x="324" y="1328"/>
                </a:lnTo>
                <a:lnTo>
                  <a:pt x="324" y="1328"/>
                </a:lnTo>
                <a:lnTo>
                  <a:pt x="334" y="1330"/>
                </a:lnTo>
                <a:lnTo>
                  <a:pt x="340" y="1334"/>
                </a:lnTo>
                <a:lnTo>
                  <a:pt x="344" y="1338"/>
                </a:lnTo>
                <a:lnTo>
                  <a:pt x="344" y="1338"/>
                </a:lnTo>
                <a:lnTo>
                  <a:pt x="350" y="1344"/>
                </a:lnTo>
                <a:lnTo>
                  <a:pt x="358" y="1348"/>
                </a:lnTo>
                <a:lnTo>
                  <a:pt x="374" y="1354"/>
                </a:lnTo>
                <a:lnTo>
                  <a:pt x="374" y="1354"/>
                </a:lnTo>
                <a:lnTo>
                  <a:pt x="384" y="1354"/>
                </a:lnTo>
                <a:lnTo>
                  <a:pt x="402" y="1354"/>
                </a:lnTo>
                <a:lnTo>
                  <a:pt x="420" y="1352"/>
                </a:lnTo>
                <a:lnTo>
                  <a:pt x="426" y="1348"/>
                </a:lnTo>
                <a:lnTo>
                  <a:pt x="432" y="1346"/>
                </a:lnTo>
                <a:lnTo>
                  <a:pt x="432" y="1346"/>
                </a:lnTo>
                <a:lnTo>
                  <a:pt x="434" y="1344"/>
                </a:lnTo>
                <a:lnTo>
                  <a:pt x="434" y="1340"/>
                </a:lnTo>
                <a:lnTo>
                  <a:pt x="434" y="1340"/>
                </a:lnTo>
                <a:lnTo>
                  <a:pt x="432" y="1336"/>
                </a:lnTo>
                <a:lnTo>
                  <a:pt x="430" y="1330"/>
                </a:lnTo>
                <a:lnTo>
                  <a:pt x="430" y="1330"/>
                </a:lnTo>
                <a:lnTo>
                  <a:pt x="406" y="1308"/>
                </a:lnTo>
                <a:lnTo>
                  <a:pt x="406" y="1308"/>
                </a:lnTo>
                <a:lnTo>
                  <a:pt x="396" y="1296"/>
                </a:lnTo>
                <a:lnTo>
                  <a:pt x="388" y="1286"/>
                </a:lnTo>
                <a:lnTo>
                  <a:pt x="388" y="1286"/>
                </a:lnTo>
                <a:lnTo>
                  <a:pt x="388" y="1278"/>
                </a:lnTo>
                <a:lnTo>
                  <a:pt x="388" y="1278"/>
                </a:lnTo>
                <a:lnTo>
                  <a:pt x="384" y="1274"/>
                </a:lnTo>
                <a:lnTo>
                  <a:pt x="382" y="1270"/>
                </a:lnTo>
                <a:lnTo>
                  <a:pt x="380" y="1266"/>
                </a:lnTo>
                <a:lnTo>
                  <a:pt x="382" y="1258"/>
                </a:lnTo>
                <a:lnTo>
                  <a:pt x="382" y="1258"/>
                </a:lnTo>
                <a:lnTo>
                  <a:pt x="386" y="1246"/>
                </a:lnTo>
                <a:lnTo>
                  <a:pt x="386" y="1232"/>
                </a:lnTo>
                <a:lnTo>
                  <a:pt x="386" y="1232"/>
                </a:lnTo>
                <a:lnTo>
                  <a:pt x="390" y="1168"/>
                </a:lnTo>
                <a:lnTo>
                  <a:pt x="390" y="1168"/>
                </a:lnTo>
                <a:lnTo>
                  <a:pt x="390" y="1134"/>
                </a:lnTo>
                <a:lnTo>
                  <a:pt x="390" y="1104"/>
                </a:lnTo>
                <a:lnTo>
                  <a:pt x="390" y="1104"/>
                </a:lnTo>
                <a:lnTo>
                  <a:pt x="392" y="1072"/>
                </a:lnTo>
                <a:lnTo>
                  <a:pt x="394" y="1034"/>
                </a:lnTo>
                <a:lnTo>
                  <a:pt x="394" y="1034"/>
                </a:lnTo>
                <a:lnTo>
                  <a:pt x="406" y="838"/>
                </a:lnTo>
                <a:lnTo>
                  <a:pt x="406" y="838"/>
                </a:lnTo>
                <a:lnTo>
                  <a:pt x="414" y="756"/>
                </a:lnTo>
                <a:lnTo>
                  <a:pt x="414" y="756"/>
                </a:lnTo>
                <a:lnTo>
                  <a:pt x="412" y="730"/>
                </a:lnTo>
                <a:lnTo>
                  <a:pt x="412" y="718"/>
                </a:lnTo>
                <a:lnTo>
                  <a:pt x="414" y="710"/>
                </a:lnTo>
                <a:lnTo>
                  <a:pt x="414" y="710"/>
                </a:lnTo>
                <a:lnTo>
                  <a:pt x="422" y="694"/>
                </a:lnTo>
                <a:lnTo>
                  <a:pt x="428" y="682"/>
                </a:lnTo>
                <a:lnTo>
                  <a:pt x="432" y="670"/>
                </a:lnTo>
                <a:lnTo>
                  <a:pt x="432" y="670"/>
                </a:lnTo>
                <a:lnTo>
                  <a:pt x="434" y="658"/>
                </a:lnTo>
                <a:lnTo>
                  <a:pt x="434" y="646"/>
                </a:lnTo>
                <a:lnTo>
                  <a:pt x="434" y="632"/>
                </a:lnTo>
                <a:lnTo>
                  <a:pt x="434" y="632"/>
                </a:lnTo>
                <a:lnTo>
                  <a:pt x="436" y="620"/>
                </a:lnTo>
                <a:lnTo>
                  <a:pt x="440" y="610"/>
                </a:lnTo>
                <a:lnTo>
                  <a:pt x="440" y="610"/>
                </a:lnTo>
                <a:lnTo>
                  <a:pt x="440" y="600"/>
                </a:lnTo>
                <a:lnTo>
                  <a:pt x="438" y="58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5" name="Freeform 139"/>
          <p:cNvSpPr>
            <a:spLocks noEditPoints="1"/>
          </p:cNvSpPr>
          <p:nvPr/>
        </p:nvSpPr>
        <p:spPr bwMode="auto">
          <a:xfrm>
            <a:off x="2815761" y="4108923"/>
            <a:ext cx="238125" cy="188119"/>
          </a:xfrm>
          <a:custGeom>
            <a:avLst/>
            <a:gdLst>
              <a:gd name="T0" fmla="*/ 398 w 400"/>
              <a:gd name="T1" fmla="*/ 248 h 315"/>
              <a:gd name="T2" fmla="*/ 375 w 400"/>
              <a:gd name="T3" fmla="*/ 260 h 315"/>
              <a:gd name="T4" fmla="*/ 169 w 400"/>
              <a:gd name="T5" fmla="*/ 286 h 315"/>
              <a:gd name="T6" fmla="*/ 87 w 400"/>
              <a:gd name="T7" fmla="*/ 304 h 315"/>
              <a:gd name="T8" fmla="*/ 115 w 400"/>
              <a:gd name="T9" fmla="*/ 252 h 315"/>
              <a:gd name="T10" fmla="*/ 133 w 400"/>
              <a:gd name="T11" fmla="*/ 278 h 315"/>
              <a:gd name="T12" fmla="*/ 341 w 400"/>
              <a:gd name="T13" fmla="*/ 242 h 315"/>
              <a:gd name="T14" fmla="*/ 351 w 400"/>
              <a:gd name="T15" fmla="*/ 232 h 315"/>
              <a:gd name="T16" fmla="*/ 371 w 400"/>
              <a:gd name="T17" fmla="*/ 91 h 315"/>
              <a:gd name="T18" fmla="*/ 347 w 400"/>
              <a:gd name="T19" fmla="*/ 52 h 315"/>
              <a:gd name="T20" fmla="*/ 363 w 400"/>
              <a:gd name="T21" fmla="*/ 218 h 315"/>
              <a:gd name="T22" fmla="*/ 268 w 400"/>
              <a:gd name="T23" fmla="*/ 216 h 315"/>
              <a:gd name="T24" fmla="*/ 60 w 400"/>
              <a:gd name="T25" fmla="*/ 246 h 315"/>
              <a:gd name="T26" fmla="*/ 42 w 400"/>
              <a:gd name="T27" fmla="*/ 192 h 315"/>
              <a:gd name="T28" fmla="*/ 89 w 400"/>
              <a:gd name="T29" fmla="*/ 198 h 315"/>
              <a:gd name="T30" fmla="*/ 95 w 400"/>
              <a:gd name="T31" fmla="*/ 214 h 315"/>
              <a:gd name="T32" fmla="*/ 293 w 400"/>
              <a:gd name="T33" fmla="*/ 198 h 315"/>
              <a:gd name="T34" fmla="*/ 329 w 400"/>
              <a:gd name="T35" fmla="*/ 161 h 315"/>
              <a:gd name="T36" fmla="*/ 333 w 400"/>
              <a:gd name="T37" fmla="*/ 103 h 315"/>
              <a:gd name="T38" fmla="*/ 153 w 400"/>
              <a:gd name="T39" fmla="*/ 42 h 315"/>
              <a:gd name="T40" fmla="*/ 143 w 400"/>
              <a:gd name="T41" fmla="*/ 52 h 315"/>
              <a:gd name="T42" fmla="*/ 135 w 400"/>
              <a:gd name="T43" fmla="*/ 62 h 315"/>
              <a:gd name="T44" fmla="*/ 137 w 400"/>
              <a:gd name="T45" fmla="*/ 77 h 315"/>
              <a:gd name="T46" fmla="*/ 145 w 400"/>
              <a:gd name="T47" fmla="*/ 87 h 315"/>
              <a:gd name="T48" fmla="*/ 157 w 400"/>
              <a:gd name="T49" fmla="*/ 95 h 315"/>
              <a:gd name="T50" fmla="*/ 161 w 400"/>
              <a:gd name="T51" fmla="*/ 107 h 315"/>
              <a:gd name="T52" fmla="*/ 159 w 400"/>
              <a:gd name="T53" fmla="*/ 113 h 315"/>
              <a:gd name="T54" fmla="*/ 153 w 400"/>
              <a:gd name="T55" fmla="*/ 111 h 315"/>
              <a:gd name="T56" fmla="*/ 153 w 400"/>
              <a:gd name="T57" fmla="*/ 97 h 315"/>
              <a:gd name="T58" fmla="*/ 135 w 400"/>
              <a:gd name="T59" fmla="*/ 109 h 315"/>
              <a:gd name="T60" fmla="*/ 147 w 400"/>
              <a:gd name="T61" fmla="*/ 123 h 315"/>
              <a:gd name="T62" fmla="*/ 163 w 400"/>
              <a:gd name="T63" fmla="*/ 131 h 315"/>
              <a:gd name="T64" fmla="*/ 173 w 400"/>
              <a:gd name="T65" fmla="*/ 121 h 315"/>
              <a:gd name="T66" fmla="*/ 180 w 400"/>
              <a:gd name="T67" fmla="*/ 107 h 315"/>
              <a:gd name="T68" fmla="*/ 178 w 400"/>
              <a:gd name="T69" fmla="*/ 91 h 315"/>
              <a:gd name="T70" fmla="*/ 171 w 400"/>
              <a:gd name="T71" fmla="*/ 81 h 315"/>
              <a:gd name="T72" fmla="*/ 157 w 400"/>
              <a:gd name="T73" fmla="*/ 73 h 315"/>
              <a:gd name="T74" fmla="*/ 153 w 400"/>
              <a:gd name="T75" fmla="*/ 65 h 315"/>
              <a:gd name="T76" fmla="*/ 155 w 400"/>
              <a:gd name="T77" fmla="*/ 60 h 315"/>
              <a:gd name="T78" fmla="*/ 159 w 400"/>
              <a:gd name="T79" fmla="*/ 62 h 315"/>
              <a:gd name="T80" fmla="*/ 161 w 400"/>
              <a:gd name="T81" fmla="*/ 71 h 315"/>
              <a:gd name="T82" fmla="*/ 178 w 400"/>
              <a:gd name="T83" fmla="*/ 62 h 315"/>
              <a:gd name="T84" fmla="*/ 171 w 400"/>
              <a:gd name="T85" fmla="*/ 52 h 315"/>
              <a:gd name="T86" fmla="*/ 163 w 400"/>
              <a:gd name="T87" fmla="*/ 42 h 315"/>
              <a:gd name="T88" fmla="*/ 202 w 400"/>
              <a:gd name="T89" fmla="*/ 40 h 315"/>
              <a:gd name="T90" fmla="*/ 212 w 400"/>
              <a:gd name="T91" fmla="*/ 115 h 315"/>
              <a:gd name="T92" fmla="*/ 260 w 400"/>
              <a:gd name="T93" fmla="*/ 161 h 315"/>
              <a:gd name="T94" fmla="*/ 278 w 400"/>
              <a:gd name="T95" fmla="*/ 131 h 315"/>
              <a:gd name="T96" fmla="*/ 297 w 400"/>
              <a:gd name="T97" fmla="*/ 69 h 315"/>
              <a:gd name="T98" fmla="*/ 264 w 400"/>
              <a:gd name="T99" fmla="*/ 36 h 315"/>
              <a:gd name="T100" fmla="*/ 129 w 400"/>
              <a:gd name="T101" fmla="*/ 20 h 315"/>
              <a:gd name="T102" fmla="*/ 48 w 400"/>
              <a:gd name="T103" fmla="*/ 32 h 315"/>
              <a:gd name="T104" fmla="*/ 20 w 400"/>
              <a:gd name="T105" fmla="*/ 65 h 315"/>
              <a:gd name="T106" fmla="*/ 46 w 400"/>
              <a:gd name="T107" fmla="*/ 141 h 315"/>
              <a:gd name="T108" fmla="*/ 125 w 400"/>
              <a:gd name="T109" fmla="*/ 151 h 315"/>
              <a:gd name="T110" fmla="*/ 99 w 400"/>
              <a:gd name="T111" fmla="*/ 87 h 315"/>
              <a:gd name="T112" fmla="*/ 129 w 400"/>
              <a:gd name="T113" fmla="*/ 20 h 315"/>
              <a:gd name="T114" fmla="*/ 270 w 400"/>
              <a:gd name="T115" fmla="*/ 12 h 315"/>
              <a:gd name="T116" fmla="*/ 317 w 400"/>
              <a:gd name="T117" fmla="*/ 18 h 315"/>
              <a:gd name="T118" fmla="*/ 289 w 400"/>
              <a:gd name="T119" fmla="*/ 184 h 315"/>
              <a:gd name="T120" fmla="*/ 81 w 400"/>
              <a:gd name="T121" fmla="*/ 175 h 315"/>
              <a:gd name="T122" fmla="*/ 0 w 400"/>
              <a:gd name="T123" fmla="*/ 20 h 315"/>
              <a:gd name="T124" fmla="*/ 137 w 400"/>
              <a:gd name="T125" fmla="*/ 0 h 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00" h="315">
                <a:moveTo>
                  <a:pt x="371" y="91"/>
                </a:moveTo>
                <a:lnTo>
                  <a:pt x="373" y="99"/>
                </a:lnTo>
                <a:lnTo>
                  <a:pt x="398" y="248"/>
                </a:lnTo>
                <a:lnTo>
                  <a:pt x="400" y="258"/>
                </a:lnTo>
                <a:lnTo>
                  <a:pt x="391" y="258"/>
                </a:lnTo>
                <a:lnTo>
                  <a:pt x="375" y="260"/>
                </a:lnTo>
                <a:lnTo>
                  <a:pt x="305" y="264"/>
                </a:lnTo>
                <a:lnTo>
                  <a:pt x="236" y="272"/>
                </a:lnTo>
                <a:lnTo>
                  <a:pt x="169" y="286"/>
                </a:lnTo>
                <a:lnTo>
                  <a:pt x="101" y="311"/>
                </a:lnTo>
                <a:lnTo>
                  <a:pt x="89" y="315"/>
                </a:lnTo>
                <a:lnTo>
                  <a:pt x="87" y="304"/>
                </a:lnTo>
                <a:lnTo>
                  <a:pt x="79" y="254"/>
                </a:lnTo>
                <a:lnTo>
                  <a:pt x="99" y="248"/>
                </a:lnTo>
                <a:lnTo>
                  <a:pt x="115" y="252"/>
                </a:lnTo>
                <a:lnTo>
                  <a:pt x="127" y="260"/>
                </a:lnTo>
                <a:lnTo>
                  <a:pt x="133" y="276"/>
                </a:lnTo>
                <a:lnTo>
                  <a:pt x="133" y="278"/>
                </a:lnTo>
                <a:lnTo>
                  <a:pt x="202" y="258"/>
                </a:lnTo>
                <a:lnTo>
                  <a:pt x="272" y="248"/>
                </a:lnTo>
                <a:lnTo>
                  <a:pt x="341" y="242"/>
                </a:lnTo>
                <a:lnTo>
                  <a:pt x="341" y="240"/>
                </a:lnTo>
                <a:lnTo>
                  <a:pt x="341" y="232"/>
                </a:lnTo>
                <a:lnTo>
                  <a:pt x="351" y="232"/>
                </a:lnTo>
                <a:lnTo>
                  <a:pt x="377" y="232"/>
                </a:lnTo>
                <a:lnTo>
                  <a:pt x="365" y="91"/>
                </a:lnTo>
                <a:lnTo>
                  <a:pt x="371" y="91"/>
                </a:lnTo>
                <a:close/>
                <a:moveTo>
                  <a:pt x="329" y="50"/>
                </a:moveTo>
                <a:lnTo>
                  <a:pt x="339" y="50"/>
                </a:lnTo>
                <a:lnTo>
                  <a:pt x="347" y="52"/>
                </a:lnTo>
                <a:lnTo>
                  <a:pt x="347" y="60"/>
                </a:lnTo>
                <a:lnTo>
                  <a:pt x="363" y="208"/>
                </a:lnTo>
                <a:lnTo>
                  <a:pt x="363" y="218"/>
                </a:lnTo>
                <a:lnTo>
                  <a:pt x="353" y="218"/>
                </a:lnTo>
                <a:lnTo>
                  <a:pt x="337" y="218"/>
                </a:lnTo>
                <a:lnTo>
                  <a:pt x="268" y="216"/>
                </a:lnTo>
                <a:lnTo>
                  <a:pt x="198" y="218"/>
                </a:lnTo>
                <a:lnTo>
                  <a:pt x="129" y="228"/>
                </a:lnTo>
                <a:lnTo>
                  <a:pt x="60" y="246"/>
                </a:lnTo>
                <a:lnTo>
                  <a:pt x="48" y="250"/>
                </a:lnTo>
                <a:lnTo>
                  <a:pt x="48" y="238"/>
                </a:lnTo>
                <a:lnTo>
                  <a:pt x="42" y="192"/>
                </a:lnTo>
                <a:lnTo>
                  <a:pt x="77" y="186"/>
                </a:lnTo>
                <a:lnTo>
                  <a:pt x="83" y="192"/>
                </a:lnTo>
                <a:lnTo>
                  <a:pt x="89" y="198"/>
                </a:lnTo>
                <a:lnTo>
                  <a:pt x="93" y="206"/>
                </a:lnTo>
                <a:lnTo>
                  <a:pt x="95" y="214"/>
                </a:lnTo>
                <a:lnTo>
                  <a:pt x="95" y="214"/>
                </a:lnTo>
                <a:lnTo>
                  <a:pt x="161" y="202"/>
                </a:lnTo>
                <a:lnTo>
                  <a:pt x="228" y="198"/>
                </a:lnTo>
                <a:lnTo>
                  <a:pt x="293" y="198"/>
                </a:lnTo>
                <a:lnTo>
                  <a:pt x="303" y="198"/>
                </a:lnTo>
                <a:lnTo>
                  <a:pt x="329" y="202"/>
                </a:lnTo>
                <a:lnTo>
                  <a:pt x="329" y="161"/>
                </a:lnTo>
                <a:lnTo>
                  <a:pt x="335" y="161"/>
                </a:lnTo>
                <a:lnTo>
                  <a:pt x="337" y="161"/>
                </a:lnTo>
                <a:lnTo>
                  <a:pt x="333" y="103"/>
                </a:lnTo>
                <a:lnTo>
                  <a:pt x="329" y="103"/>
                </a:lnTo>
                <a:lnTo>
                  <a:pt x="329" y="50"/>
                </a:lnTo>
                <a:close/>
                <a:moveTo>
                  <a:pt x="153" y="42"/>
                </a:moveTo>
                <a:lnTo>
                  <a:pt x="153" y="48"/>
                </a:lnTo>
                <a:lnTo>
                  <a:pt x="147" y="50"/>
                </a:lnTo>
                <a:lnTo>
                  <a:pt x="143" y="52"/>
                </a:lnTo>
                <a:lnTo>
                  <a:pt x="139" y="54"/>
                </a:lnTo>
                <a:lnTo>
                  <a:pt x="137" y="58"/>
                </a:lnTo>
                <a:lnTo>
                  <a:pt x="135" y="62"/>
                </a:lnTo>
                <a:lnTo>
                  <a:pt x="135" y="67"/>
                </a:lnTo>
                <a:lnTo>
                  <a:pt x="135" y="73"/>
                </a:lnTo>
                <a:lnTo>
                  <a:pt x="137" y="77"/>
                </a:lnTo>
                <a:lnTo>
                  <a:pt x="139" y="81"/>
                </a:lnTo>
                <a:lnTo>
                  <a:pt x="141" y="85"/>
                </a:lnTo>
                <a:lnTo>
                  <a:pt x="145" y="87"/>
                </a:lnTo>
                <a:lnTo>
                  <a:pt x="149" y="89"/>
                </a:lnTo>
                <a:lnTo>
                  <a:pt x="153" y="93"/>
                </a:lnTo>
                <a:lnTo>
                  <a:pt x="157" y="95"/>
                </a:lnTo>
                <a:lnTo>
                  <a:pt x="159" y="99"/>
                </a:lnTo>
                <a:lnTo>
                  <a:pt x="161" y="103"/>
                </a:lnTo>
                <a:lnTo>
                  <a:pt x="161" y="107"/>
                </a:lnTo>
                <a:lnTo>
                  <a:pt x="161" y="109"/>
                </a:lnTo>
                <a:lnTo>
                  <a:pt x="159" y="111"/>
                </a:lnTo>
                <a:lnTo>
                  <a:pt x="159" y="113"/>
                </a:lnTo>
                <a:lnTo>
                  <a:pt x="157" y="113"/>
                </a:lnTo>
                <a:lnTo>
                  <a:pt x="155" y="113"/>
                </a:lnTo>
                <a:lnTo>
                  <a:pt x="153" y="111"/>
                </a:lnTo>
                <a:lnTo>
                  <a:pt x="153" y="107"/>
                </a:lnTo>
                <a:lnTo>
                  <a:pt x="153" y="101"/>
                </a:lnTo>
                <a:lnTo>
                  <a:pt x="153" y="97"/>
                </a:lnTo>
                <a:lnTo>
                  <a:pt x="135" y="97"/>
                </a:lnTo>
                <a:lnTo>
                  <a:pt x="135" y="101"/>
                </a:lnTo>
                <a:lnTo>
                  <a:pt x="135" y="109"/>
                </a:lnTo>
                <a:lnTo>
                  <a:pt x="137" y="115"/>
                </a:lnTo>
                <a:lnTo>
                  <a:pt x="141" y="119"/>
                </a:lnTo>
                <a:lnTo>
                  <a:pt x="147" y="123"/>
                </a:lnTo>
                <a:lnTo>
                  <a:pt x="153" y="125"/>
                </a:lnTo>
                <a:lnTo>
                  <a:pt x="153" y="131"/>
                </a:lnTo>
                <a:lnTo>
                  <a:pt x="163" y="131"/>
                </a:lnTo>
                <a:lnTo>
                  <a:pt x="163" y="125"/>
                </a:lnTo>
                <a:lnTo>
                  <a:pt x="169" y="123"/>
                </a:lnTo>
                <a:lnTo>
                  <a:pt x="173" y="121"/>
                </a:lnTo>
                <a:lnTo>
                  <a:pt x="176" y="117"/>
                </a:lnTo>
                <a:lnTo>
                  <a:pt x="178" y="113"/>
                </a:lnTo>
                <a:lnTo>
                  <a:pt x="180" y="107"/>
                </a:lnTo>
                <a:lnTo>
                  <a:pt x="180" y="101"/>
                </a:lnTo>
                <a:lnTo>
                  <a:pt x="180" y="95"/>
                </a:lnTo>
                <a:lnTo>
                  <a:pt x="178" y="91"/>
                </a:lnTo>
                <a:lnTo>
                  <a:pt x="176" y="87"/>
                </a:lnTo>
                <a:lnTo>
                  <a:pt x="174" y="85"/>
                </a:lnTo>
                <a:lnTo>
                  <a:pt x="171" y="81"/>
                </a:lnTo>
                <a:lnTo>
                  <a:pt x="165" y="77"/>
                </a:lnTo>
                <a:lnTo>
                  <a:pt x="161" y="75"/>
                </a:lnTo>
                <a:lnTo>
                  <a:pt x="157" y="73"/>
                </a:lnTo>
                <a:lnTo>
                  <a:pt x="155" y="71"/>
                </a:lnTo>
                <a:lnTo>
                  <a:pt x="155" y="69"/>
                </a:lnTo>
                <a:lnTo>
                  <a:pt x="153" y="65"/>
                </a:lnTo>
                <a:lnTo>
                  <a:pt x="153" y="62"/>
                </a:lnTo>
                <a:lnTo>
                  <a:pt x="155" y="62"/>
                </a:lnTo>
                <a:lnTo>
                  <a:pt x="155" y="60"/>
                </a:lnTo>
                <a:lnTo>
                  <a:pt x="157" y="60"/>
                </a:lnTo>
                <a:lnTo>
                  <a:pt x="159" y="60"/>
                </a:lnTo>
                <a:lnTo>
                  <a:pt x="159" y="62"/>
                </a:lnTo>
                <a:lnTo>
                  <a:pt x="161" y="64"/>
                </a:lnTo>
                <a:lnTo>
                  <a:pt x="161" y="67"/>
                </a:lnTo>
                <a:lnTo>
                  <a:pt x="161" y="71"/>
                </a:lnTo>
                <a:lnTo>
                  <a:pt x="178" y="71"/>
                </a:lnTo>
                <a:lnTo>
                  <a:pt x="178" y="67"/>
                </a:lnTo>
                <a:lnTo>
                  <a:pt x="178" y="62"/>
                </a:lnTo>
                <a:lnTo>
                  <a:pt x="176" y="58"/>
                </a:lnTo>
                <a:lnTo>
                  <a:pt x="174" y="54"/>
                </a:lnTo>
                <a:lnTo>
                  <a:pt x="171" y="52"/>
                </a:lnTo>
                <a:lnTo>
                  <a:pt x="167" y="50"/>
                </a:lnTo>
                <a:lnTo>
                  <a:pt x="163" y="48"/>
                </a:lnTo>
                <a:lnTo>
                  <a:pt x="163" y="42"/>
                </a:lnTo>
                <a:lnTo>
                  <a:pt x="153" y="42"/>
                </a:lnTo>
                <a:close/>
                <a:moveTo>
                  <a:pt x="188" y="22"/>
                </a:moveTo>
                <a:lnTo>
                  <a:pt x="202" y="40"/>
                </a:lnTo>
                <a:lnTo>
                  <a:pt x="212" y="62"/>
                </a:lnTo>
                <a:lnTo>
                  <a:pt x="216" y="87"/>
                </a:lnTo>
                <a:lnTo>
                  <a:pt x="212" y="115"/>
                </a:lnTo>
                <a:lnTo>
                  <a:pt x="202" y="137"/>
                </a:lnTo>
                <a:lnTo>
                  <a:pt x="186" y="153"/>
                </a:lnTo>
                <a:lnTo>
                  <a:pt x="260" y="161"/>
                </a:lnTo>
                <a:lnTo>
                  <a:pt x="260" y="161"/>
                </a:lnTo>
                <a:lnTo>
                  <a:pt x="266" y="143"/>
                </a:lnTo>
                <a:lnTo>
                  <a:pt x="278" y="131"/>
                </a:lnTo>
                <a:lnTo>
                  <a:pt x="293" y="127"/>
                </a:lnTo>
                <a:lnTo>
                  <a:pt x="297" y="127"/>
                </a:lnTo>
                <a:lnTo>
                  <a:pt x="297" y="69"/>
                </a:lnTo>
                <a:lnTo>
                  <a:pt x="280" y="64"/>
                </a:lnTo>
                <a:lnTo>
                  <a:pt x="268" y="52"/>
                </a:lnTo>
                <a:lnTo>
                  <a:pt x="264" y="36"/>
                </a:lnTo>
                <a:lnTo>
                  <a:pt x="264" y="32"/>
                </a:lnTo>
                <a:lnTo>
                  <a:pt x="188" y="22"/>
                </a:lnTo>
                <a:close/>
                <a:moveTo>
                  <a:pt x="129" y="20"/>
                </a:moveTo>
                <a:lnTo>
                  <a:pt x="87" y="22"/>
                </a:lnTo>
                <a:lnTo>
                  <a:pt x="48" y="28"/>
                </a:lnTo>
                <a:lnTo>
                  <a:pt x="48" y="32"/>
                </a:lnTo>
                <a:lnTo>
                  <a:pt x="44" y="48"/>
                </a:lnTo>
                <a:lnTo>
                  <a:pt x="34" y="58"/>
                </a:lnTo>
                <a:lnTo>
                  <a:pt x="20" y="65"/>
                </a:lnTo>
                <a:lnTo>
                  <a:pt x="20" y="123"/>
                </a:lnTo>
                <a:lnTo>
                  <a:pt x="36" y="129"/>
                </a:lnTo>
                <a:lnTo>
                  <a:pt x="46" y="141"/>
                </a:lnTo>
                <a:lnTo>
                  <a:pt x="50" y="157"/>
                </a:lnTo>
                <a:lnTo>
                  <a:pt x="50" y="159"/>
                </a:lnTo>
                <a:lnTo>
                  <a:pt x="125" y="151"/>
                </a:lnTo>
                <a:lnTo>
                  <a:pt x="111" y="135"/>
                </a:lnTo>
                <a:lnTo>
                  <a:pt x="101" y="113"/>
                </a:lnTo>
                <a:lnTo>
                  <a:pt x="99" y="87"/>
                </a:lnTo>
                <a:lnTo>
                  <a:pt x="101" y="60"/>
                </a:lnTo>
                <a:lnTo>
                  <a:pt x="113" y="36"/>
                </a:lnTo>
                <a:lnTo>
                  <a:pt x="129" y="20"/>
                </a:lnTo>
                <a:close/>
                <a:moveTo>
                  <a:pt x="137" y="0"/>
                </a:moveTo>
                <a:lnTo>
                  <a:pt x="204" y="4"/>
                </a:lnTo>
                <a:lnTo>
                  <a:pt x="270" y="12"/>
                </a:lnTo>
                <a:lnTo>
                  <a:pt x="287" y="14"/>
                </a:lnTo>
                <a:lnTo>
                  <a:pt x="307" y="18"/>
                </a:lnTo>
                <a:lnTo>
                  <a:pt x="317" y="18"/>
                </a:lnTo>
                <a:lnTo>
                  <a:pt x="317" y="186"/>
                </a:lnTo>
                <a:lnTo>
                  <a:pt x="305" y="186"/>
                </a:lnTo>
                <a:lnTo>
                  <a:pt x="289" y="184"/>
                </a:lnTo>
                <a:lnTo>
                  <a:pt x="220" y="177"/>
                </a:lnTo>
                <a:lnTo>
                  <a:pt x="153" y="173"/>
                </a:lnTo>
                <a:lnTo>
                  <a:pt x="81" y="175"/>
                </a:lnTo>
                <a:lnTo>
                  <a:pt x="12" y="186"/>
                </a:lnTo>
                <a:lnTo>
                  <a:pt x="0" y="188"/>
                </a:lnTo>
                <a:lnTo>
                  <a:pt x="0" y="20"/>
                </a:lnTo>
                <a:lnTo>
                  <a:pt x="6" y="18"/>
                </a:lnTo>
                <a:lnTo>
                  <a:pt x="71" y="4"/>
                </a:lnTo>
                <a:lnTo>
                  <a:pt x="137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6" name="Freeform 121"/>
          <p:cNvSpPr>
            <a:spLocks noEditPoints="1"/>
          </p:cNvSpPr>
          <p:nvPr/>
        </p:nvSpPr>
        <p:spPr bwMode="auto">
          <a:xfrm>
            <a:off x="3060824" y="3386067"/>
            <a:ext cx="227410" cy="211931"/>
          </a:xfrm>
          <a:custGeom>
            <a:avLst/>
            <a:gdLst>
              <a:gd name="T0" fmla="*/ 281 w 380"/>
              <a:gd name="T1" fmla="*/ 323 h 355"/>
              <a:gd name="T2" fmla="*/ 283 w 380"/>
              <a:gd name="T3" fmla="*/ 335 h 355"/>
              <a:gd name="T4" fmla="*/ 289 w 380"/>
              <a:gd name="T5" fmla="*/ 333 h 355"/>
              <a:gd name="T6" fmla="*/ 251 w 380"/>
              <a:gd name="T7" fmla="*/ 333 h 355"/>
              <a:gd name="T8" fmla="*/ 257 w 380"/>
              <a:gd name="T9" fmla="*/ 323 h 355"/>
              <a:gd name="T10" fmla="*/ 249 w 380"/>
              <a:gd name="T11" fmla="*/ 321 h 355"/>
              <a:gd name="T12" fmla="*/ 311 w 380"/>
              <a:gd name="T13" fmla="*/ 313 h 355"/>
              <a:gd name="T14" fmla="*/ 311 w 380"/>
              <a:gd name="T15" fmla="*/ 325 h 355"/>
              <a:gd name="T16" fmla="*/ 317 w 380"/>
              <a:gd name="T17" fmla="*/ 321 h 355"/>
              <a:gd name="T18" fmla="*/ 218 w 380"/>
              <a:gd name="T19" fmla="*/ 319 h 355"/>
              <a:gd name="T20" fmla="*/ 226 w 380"/>
              <a:gd name="T21" fmla="*/ 323 h 355"/>
              <a:gd name="T22" fmla="*/ 226 w 380"/>
              <a:gd name="T23" fmla="*/ 311 h 355"/>
              <a:gd name="T24" fmla="*/ 335 w 380"/>
              <a:gd name="T25" fmla="*/ 293 h 355"/>
              <a:gd name="T26" fmla="*/ 329 w 380"/>
              <a:gd name="T27" fmla="*/ 297 h 355"/>
              <a:gd name="T28" fmla="*/ 341 w 380"/>
              <a:gd name="T29" fmla="*/ 301 h 355"/>
              <a:gd name="T30" fmla="*/ 194 w 380"/>
              <a:gd name="T31" fmla="*/ 293 h 355"/>
              <a:gd name="T32" fmla="*/ 198 w 380"/>
              <a:gd name="T33" fmla="*/ 299 h 355"/>
              <a:gd name="T34" fmla="*/ 206 w 380"/>
              <a:gd name="T35" fmla="*/ 293 h 355"/>
              <a:gd name="T36" fmla="*/ 202 w 380"/>
              <a:gd name="T37" fmla="*/ 287 h 355"/>
              <a:gd name="T38" fmla="*/ 347 w 380"/>
              <a:gd name="T39" fmla="*/ 269 h 355"/>
              <a:gd name="T40" fmla="*/ 354 w 380"/>
              <a:gd name="T41" fmla="*/ 275 h 355"/>
              <a:gd name="T42" fmla="*/ 356 w 380"/>
              <a:gd name="T43" fmla="*/ 269 h 355"/>
              <a:gd name="T44" fmla="*/ 182 w 380"/>
              <a:gd name="T45" fmla="*/ 267 h 355"/>
              <a:gd name="T46" fmla="*/ 194 w 380"/>
              <a:gd name="T47" fmla="*/ 269 h 355"/>
              <a:gd name="T48" fmla="*/ 192 w 380"/>
              <a:gd name="T49" fmla="*/ 263 h 355"/>
              <a:gd name="T50" fmla="*/ 350 w 380"/>
              <a:gd name="T51" fmla="*/ 238 h 355"/>
              <a:gd name="T52" fmla="*/ 360 w 380"/>
              <a:gd name="T53" fmla="*/ 244 h 355"/>
              <a:gd name="T54" fmla="*/ 360 w 380"/>
              <a:gd name="T55" fmla="*/ 236 h 355"/>
              <a:gd name="T56" fmla="*/ 180 w 380"/>
              <a:gd name="T57" fmla="*/ 238 h 355"/>
              <a:gd name="T58" fmla="*/ 190 w 380"/>
              <a:gd name="T59" fmla="*/ 238 h 355"/>
              <a:gd name="T60" fmla="*/ 180 w 380"/>
              <a:gd name="T61" fmla="*/ 230 h 355"/>
              <a:gd name="T62" fmla="*/ 345 w 380"/>
              <a:gd name="T63" fmla="*/ 214 h 355"/>
              <a:gd name="T64" fmla="*/ 354 w 380"/>
              <a:gd name="T65" fmla="*/ 210 h 355"/>
              <a:gd name="T66" fmla="*/ 350 w 380"/>
              <a:gd name="T67" fmla="*/ 204 h 355"/>
              <a:gd name="T68" fmla="*/ 190 w 380"/>
              <a:gd name="T69" fmla="*/ 204 h 355"/>
              <a:gd name="T70" fmla="*/ 198 w 380"/>
              <a:gd name="T71" fmla="*/ 212 h 355"/>
              <a:gd name="T72" fmla="*/ 200 w 380"/>
              <a:gd name="T73" fmla="*/ 204 h 355"/>
              <a:gd name="T74" fmla="*/ 247 w 380"/>
              <a:gd name="T75" fmla="*/ 240 h 355"/>
              <a:gd name="T76" fmla="*/ 267 w 380"/>
              <a:gd name="T77" fmla="*/ 279 h 355"/>
              <a:gd name="T78" fmla="*/ 265 w 380"/>
              <a:gd name="T79" fmla="*/ 307 h 355"/>
              <a:gd name="T80" fmla="*/ 289 w 380"/>
              <a:gd name="T81" fmla="*/ 238 h 355"/>
              <a:gd name="T82" fmla="*/ 275 w 380"/>
              <a:gd name="T83" fmla="*/ 220 h 355"/>
              <a:gd name="T84" fmla="*/ 323 w 380"/>
              <a:gd name="T85" fmla="*/ 184 h 355"/>
              <a:gd name="T86" fmla="*/ 329 w 380"/>
              <a:gd name="T87" fmla="*/ 190 h 355"/>
              <a:gd name="T88" fmla="*/ 335 w 380"/>
              <a:gd name="T89" fmla="*/ 182 h 355"/>
              <a:gd name="T90" fmla="*/ 158 w 380"/>
              <a:gd name="T91" fmla="*/ 174 h 355"/>
              <a:gd name="T92" fmla="*/ 14 w 380"/>
              <a:gd name="T93" fmla="*/ 279 h 355"/>
              <a:gd name="T94" fmla="*/ 35 w 380"/>
              <a:gd name="T95" fmla="*/ 190 h 355"/>
              <a:gd name="T96" fmla="*/ 210 w 380"/>
              <a:gd name="T97" fmla="*/ 176 h 355"/>
              <a:gd name="T98" fmla="*/ 214 w 380"/>
              <a:gd name="T99" fmla="*/ 188 h 355"/>
              <a:gd name="T100" fmla="*/ 218 w 380"/>
              <a:gd name="T101" fmla="*/ 184 h 355"/>
              <a:gd name="T102" fmla="*/ 301 w 380"/>
              <a:gd name="T103" fmla="*/ 170 h 355"/>
              <a:gd name="T104" fmla="*/ 307 w 380"/>
              <a:gd name="T105" fmla="*/ 174 h 355"/>
              <a:gd name="T106" fmla="*/ 307 w 380"/>
              <a:gd name="T107" fmla="*/ 162 h 355"/>
              <a:gd name="T108" fmla="*/ 239 w 380"/>
              <a:gd name="T109" fmla="*/ 158 h 355"/>
              <a:gd name="T110" fmla="*/ 232 w 380"/>
              <a:gd name="T111" fmla="*/ 162 h 355"/>
              <a:gd name="T112" fmla="*/ 241 w 380"/>
              <a:gd name="T113" fmla="*/ 170 h 355"/>
              <a:gd name="T114" fmla="*/ 271 w 380"/>
              <a:gd name="T115" fmla="*/ 166 h 355"/>
              <a:gd name="T116" fmla="*/ 269 w 380"/>
              <a:gd name="T117" fmla="*/ 355 h 355"/>
              <a:gd name="T118" fmla="*/ 222 w 380"/>
              <a:gd name="T119" fmla="*/ 8 h 355"/>
              <a:gd name="T120" fmla="*/ 206 w 380"/>
              <a:gd name="T121" fmla="*/ 97 h 355"/>
              <a:gd name="T122" fmla="*/ 0 w 380"/>
              <a:gd name="T123" fmla="*/ 148 h 355"/>
              <a:gd name="T124" fmla="*/ 21 w 380"/>
              <a:gd name="T125" fmla="*/ 22 h 3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80" h="355">
                <a:moveTo>
                  <a:pt x="287" y="323"/>
                </a:moveTo>
                <a:lnTo>
                  <a:pt x="287" y="323"/>
                </a:lnTo>
                <a:lnTo>
                  <a:pt x="287" y="323"/>
                </a:lnTo>
                <a:lnTo>
                  <a:pt x="285" y="323"/>
                </a:lnTo>
                <a:lnTo>
                  <a:pt x="285" y="323"/>
                </a:lnTo>
                <a:lnTo>
                  <a:pt x="285" y="323"/>
                </a:lnTo>
                <a:lnTo>
                  <a:pt x="283" y="323"/>
                </a:lnTo>
                <a:lnTo>
                  <a:pt x="283" y="323"/>
                </a:lnTo>
                <a:lnTo>
                  <a:pt x="283" y="323"/>
                </a:lnTo>
                <a:lnTo>
                  <a:pt x="283" y="323"/>
                </a:lnTo>
                <a:lnTo>
                  <a:pt x="281" y="323"/>
                </a:lnTo>
                <a:lnTo>
                  <a:pt x="281" y="323"/>
                </a:lnTo>
                <a:lnTo>
                  <a:pt x="281" y="323"/>
                </a:lnTo>
                <a:lnTo>
                  <a:pt x="281" y="323"/>
                </a:lnTo>
                <a:lnTo>
                  <a:pt x="279" y="323"/>
                </a:lnTo>
                <a:lnTo>
                  <a:pt x="279" y="323"/>
                </a:lnTo>
                <a:lnTo>
                  <a:pt x="279" y="323"/>
                </a:lnTo>
                <a:lnTo>
                  <a:pt x="279" y="325"/>
                </a:lnTo>
                <a:lnTo>
                  <a:pt x="277" y="325"/>
                </a:lnTo>
                <a:lnTo>
                  <a:pt x="277" y="325"/>
                </a:lnTo>
                <a:lnTo>
                  <a:pt x="279" y="335"/>
                </a:lnTo>
                <a:lnTo>
                  <a:pt x="279" y="335"/>
                </a:lnTo>
                <a:lnTo>
                  <a:pt x="279" y="335"/>
                </a:lnTo>
                <a:lnTo>
                  <a:pt x="279" y="335"/>
                </a:lnTo>
                <a:lnTo>
                  <a:pt x="281" y="335"/>
                </a:lnTo>
                <a:lnTo>
                  <a:pt x="281" y="335"/>
                </a:lnTo>
                <a:lnTo>
                  <a:pt x="281" y="335"/>
                </a:lnTo>
                <a:lnTo>
                  <a:pt x="283" y="335"/>
                </a:lnTo>
                <a:lnTo>
                  <a:pt x="283" y="335"/>
                </a:lnTo>
                <a:lnTo>
                  <a:pt x="283" y="333"/>
                </a:lnTo>
                <a:lnTo>
                  <a:pt x="283" y="333"/>
                </a:lnTo>
                <a:lnTo>
                  <a:pt x="285" y="333"/>
                </a:lnTo>
                <a:lnTo>
                  <a:pt x="285" y="333"/>
                </a:lnTo>
                <a:lnTo>
                  <a:pt x="285" y="333"/>
                </a:lnTo>
                <a:lnTo>
                  <a:pt x="285" y="333"/>
                </a:lnTo>
                <a:lnTo>
                  <a:pt x="287" y="333"/>
                </a:lnTo>
                <a:lnTo>
                  <a:pt x="287" y="333"/>
                </a:lnTo>
                <a:lnTo>
                  <a:pt x="287" y="333"/>
                </a:lnTo>
                <a:lnTo>
                  <a:pt x="289" y="333"/>
                </a:lnTo>
                <a:lnTo>
                  <a:pt x="289" y="333"/>
                </a:lnTo>
                <a:lnTo>
                  <a:pt x="289" y="333"/>
                </a:lnTo>
                <a:lnTo>
                  <a:pt x="289" y="333"/>
                </a:lnTo>
                <a:lnTo>
                  <a:pt x="287" y="323"/>
                </a:lnTo>
                <a:lnTo>
                  <a:pt x="287" y="323"/>
                </a:lnTo>
                <a:close/>
                <a:moveTo>
                  <a:pt x="249" y="321"/>
                </a:moveTo>
                <a:lnTo>
                  <a:pt x="245" y="331"/>
                </a:lnTo>
                <a:lnTo>
                  <a:pt x="245" y="331"/>
                </a:lnTo>
                <a:lnTo>
                  <a:pt x="245" y="331"/>
                </a:lnTo>
                <a:lnTo>
                  <a:pt x="247" y="331"/>
                </a:lnTo>
                <a:lnTo>
                  <a:pt x="247" y="333"/>
                </a:lnTo>
                <a:lnTo>
                  <a:pt x="247" y="333"/>
                </a:lnTo>
                <a:lnTo>
                  <a:pt x="249" y="333"/>
                </a:lnTo>
                <a:lnTo>
                  <a:pt x="249" y="333"/>
                </a:lnTo>
                <a:lnTo>
                  <a:pt x="249" y="333"/>
                </a:lnTo>
                <a:lnTo>
                  <a:pt x="249" y="333"/>
                </a:lnTo>
                <a:lnTo>
                  <a:pt x="251" y="333"/>
                </a:lnTo>
                <a:lnTo>
                  <a:pt x="251" y="333"/>
                </a:lnTo>
                <a:lnTo>
                  <a:pt x="251" y="333"/>
                </a:lnTo>
                <a:lnTo>
                  <a:pt x="253" y="333"/>
                </a:lnTo>
                <a:lnTo>
                  <a:pt x="253" y="333"/>
                </a:lnTo>
                <a:lnTo>
                  <a:pt x="253" y="333"/>
                </a:lnTo>
                <a:lnTo>
                  <a:pt x="253" y="333"/>
                </a:lnTo>
                <a:lnTo>
                  <a:pt x="255" y="333"/>
                </a:lnTo>
                <a:lnTo>
                  <a:pt x="255" y="333"/>
                </a:lnTo>
                <a:lnTo>
                  <a:pt x="255" y="333"/>
                </a:lnTo>
                <a:lnTo>
                  <a:pt x="257" y="333"/>
                </a:lnTo>
                <a:lnTo>
                  <a:pt x="257" y="323"/>
                </a:lnTo>
                <a:lnTo>
                  <a:pt x="257" y="323"/>
                </a:lnTo>
                <a:lnTo>
                  <a:pt x="257" y="323"/>
                </a:lnTo>
                <a:lnTo>
                  <a:pt x="257" y="323"/>
                </a:lnTo>
                <a:lnTo>
                  <a:pt x="257" y="323"/>
                </a:lnTo>
                <a:lnTo>
                  <a:pt x="255" y="323"/>
                </a:lnTo>
                <a:lnTo>
                  <a:pt x="255" y="323"/>
                </a:lnTo>
                <a:lnTo>
                  <a:pt x="255" y="323"/>
                </a:lnTo>
                <a:lnTo>
                  <a:pt x="255" y="323"/>
                </a:lnTo>
                <a:lnTo>
                  <a:pt x="253" y="323"/>
                </a:lnTo>
                <a:lnTo>
                  <a:pt x="253" y="323"/>
                </a:lnTo>
                <a:lnTo>
                  <a:pt x="253" y="323"/>
                </a:lnTo>
                <a:lnTo>
                  <a:pt x="253" y="323"/>
                </a:lnTo>
                <a:lnTo>
                  <a:pt x="251" y="323"/>
                </a:lnTo>
                <a:lnTo>
                  <a:pt x="251" y="323"/>
                </a:lnTo>
                <a:lnTo>
                  <a:pt x="251" y="323"/>
                </a:lnTo>
                <a:lnTo>
                  <a:pt x="251" y="321"/>
                </a:lnTo>
                <a:lnTo>
                  <a:pt x="249" y="321"/>
                </a:lnTo>
                <a:lnTo>
                  <a:pt x="249" y="321"/>
                </a:lnTo>
                <a:lnTo>
                  <a:pt x="249" y="321"/>
                </a:lnTo>
                <a:lnTo>
                  <a:pt x="249" y="321"/>
                </a:lnTo>
                <a:lnTo>
                  <a:pt x="249" y="321"/>
                </a:lnTo>
                <a:close/>
                <a:moveTo>
                  <a:pt x="315" y="311"/>
                </a:moveTo>
                <a:lnTo>
                  <a:pt x="313" y="311"/>
                </a:lnTo>
                <a:lnTo>
                  <a:pt x="313" y="311"/>
                </a:lnTo>
                <a:lnTo>
                  <a:pt x="313" y="311"/>
                </a:lnTo>
                <a:lnTo>
                  <a:pt x="313" y="313"/>
                </a:lnTo>
                <a:lnTo>
                  <a:pt x="313" y="313"/>
                </a:lnTo>
                <a:lnTo>
                  <a:pt x="311" y="313"/>
                </a:lnTo>
                <a:lnTo>
                  <a:pt x="311" y="313"/>
                </a:lnTo>
                <a:lnTo>
                  <a:pt x="311" y="313"/>
                </a:lnTo>
                <a:lnTo>
                  <a:pt x="311" y="313"/>
                </a:lnTo>
                <a:lnTo>
                  <a:pt x="311" y="313"/>
                </a:lnTo>
                <a:lnTo>
                  <a:pt x="309" y="313"/>
                </a:lnTo>
                <a:lnTo>
                  <a:pt x="309" y="315"/>
                </a:lnTo>
                <a:lnTo>
                  <a:pt x="309" y="315"/>
                </a:lnTo>
                <a:lnTo>
                  <a:pt x="309" y="315"/>
                </a:lnTo>
                <a:lnTo>
                  <a:pt x="307" y="315"/>
                </a:lnTo>
                <a:lnTo>
                  <a:pt x="307" y="315"/>
                </a:lnTo>
                <a:lnTo>
                  <a:pt x="307" y="315"/>
                </a:lnTo>
                <a:lnTo>
                  <a:pt x="307" y="315"/>
                </a:lnTo>
                <a:lnTo>
                  <a:pt x="307" y="315"/>
                </a:lnTo>
                <a:lnTo>
                  <a:pt x="305" y="317"/>
                </a:lnTo>
                <a:lnTo>
                  <a:pt x="305" y="317"/>
                </a:lnTo>
                <a:lnTo>
                  <a:pt x="311" y="325"/>
                </a:lnTo>
                <a:lnTo>
                  <a:pt x="311" y="325"/>
                </a:lnTo>
                <a:lnTo>
                  <a:pt x="311" y="325"/>
                </a:lnTo>
                <a:lnTo>
                  <a:pt x="311" y="325"/>
                </a:lnTo>
                <a:lnTo>
                  <a:pt x="311" y="325"/>
                </a:lnTo>
                <a:lnTo>
                  <a:pt x="313" y="325"/>
                </a:lnTo>
                <a:lnTo>
                  <a:pt x="313" y="325"/>
                </a:lnTo>
                <a:lnTo>
                  <a:pt x="313" y="323"/>
                </a:lnTo>
                <a:lnTo>
                  <a:pt x="313" y="323"/>
                </a:lnTo>
                <a:lnTo>
                  <a:pt x="315" y="323"/>
                </a:lnTo>
                <a:lnTo>
                  <a:pt x="315" y="323"/>
                </a:lnTo>
                <a:lnTo>
                  <a:pt x="315" y="323"/>
                </a:lnTo>
                <a:lnTo>
                  <a:pt x="315" y="323"/>
                </a:lnTo>
                <a:lnTo>
                  <a:pt x="317" y="323"/>
                </a:lnTo>
                <a:lnTo>
                  <a:pt x="317" y="321"/>
                </a:lnTo>
                <a:lnTo>
                  <a:pt x="317" y="321"/>
                </a:lnTo>
                <a:lnTo>
                  <a:pt x="317" y="321"/>
                </a:lnTo>
                <a:lnTo>
                  <a:pt x="319" y="321"/>
                </a:lnTo>
                <a:lnTo>
                  <a:pt x="319" y="321"/>
                </a:lnTo>
                <a:lnTo>
                  <a:pt x="319" y="321"/>
                </a:lnTo>
                <a:lnTo>
                  <a:pt x="319" y="321"/>
                </a:lnTo>
                <a:lnTo>
                  <a:pt x="319" y="319"/>
                </a:lnTo>
                <a:lnTo>
                  <a:pt x="315" y="311"/>
                </a:lnTo>
                <a:close/>
                <a:moveTo>
                  <a:pt x="222" y="309"/>
                </a:moveTo>
                <a:lnTo>
                  <a:pt x="216" y="317"/>
                </a:lnTo>
                <a:lnTo>
                  <a:pt x="216" y="317"/>
                </a:lnTo>
                <a:lnTo>
                  <a:pt x="218" y="317"/>
                </a:lnTo>
                <a:lnTo>
                  <a:pt x="218" y="317"/>
                </a:lnTo>
                <a:lnTo>
                  <a:pt x="218" y="319"/>
                </a:lnTo>
                <a:lnTo>
                  <a:pt x="218" y="319"/>
                </a:lnTo>
                <a:lnTo>
                  <a:pt x="218" y="319"/>
                </a:lnTo>
                <a:lnTo>
                  <a:pt x="220" y="319"/>
                </a:lnTo>
                <a:lnTo>
                  <a:pt x="220" y="319"/>
                </a:lnTo>
                <a:lnTo>
                  <a:pt x="220" y="319"/>
                </a:lnTo>
                <a:lnTo>
                  <a:pt x="220" y="319"/>
                </a:lnTo>
                <a:lnTo>
                  <a:pt x="222" y="321"/>
                </a:lnTo>
                <a:lnTo>
                  <a:pt x="222" y="321"/>
                </a:lnTo>
                <a:lnTo>
                  <a:pt x="222" y="321"/>
                </a:lnTo>
                <a:lnTo>
                  <a:pt x="222" y="321"/>
                </a:lnTo>
                <a:lnTo>
                  <a:pt x="224" y="321"/>
                </a:lnTo>
                <a:lnTo>
                  <a:pt x="224" y="321"/>
                </a:lnTo>
                <a:lnTo>
                  <a:pt x="224" y="323"/>
                </a:lnTo>
                <a:lnTo>
                  <a:pt x="224" y="323"/>
                </a:lnTo>
                <a:lnTo>
                  <a:pt x="226" y="323"/>
                </a:lnTo>
                <a:lnTo>
                  <a:pt x="226" y="323"/>
                </a:lnTo>
                <a:lnTo>
                  <a:pt x="230" y="313"/>
                </a:lnTo>
                <a:lnTo>
                  <a:pt x="230" y="313"/>
                </a:lnTo>
                <a:lnTo>
                  <a:pt x="230" y="313"/>
                </a:lnTo>
                <a:lnTo>
                  <a:pt x="230" y="313"/>
                </a:lnTo>
                <a:lnTo>
                  <a:pt x="230" y="313"/>
                </a:lnTo>
                <a:lnTo>
                  <a:pt x="230" y="313"/>
                </a:lnTo>
                <a:lnTo>
                  <a:pt x="228" y="313"/>
                </a:lnTo>
                <a:lnTo>
                  <a:pt x="228" y="313"/>
                </a:lnTo>
                <a:lnTo>
                  <a:pt x="228" y="311"/>
                </a:lnTo>
                <a:lnTo>
                  <a:pt x="228" y="311"/>
                </a:lnTo>
                <a:lnTo>
                  <a:pt x="226" y="311"/>
                </a:lnTo>
                <a:lnTo>
                  <a:pt x="226" y="311"/>
                </a:lnTo>
                <a:lnTo>
                  <a:pt x="226" y="311"/>
                </a:lnTo>
                <a:lnTo>
                  <a:pt x="226" y="311"/>
                </a:lnTo>
                <a:lnTo>
                  <a:pt x="226" y="311"/>
                </a:lnTo>
                <a:lnTo>
                  <a:pt x="224" y="311"/>
                </a:lnTo>
                <a:lnTo>
                  <a:pt x="224" y="309"/>
                </a:lnTo>
                <a:lnTo>
                  <a:pt x="224" y="309"/>
                </a:lnTo>
                <a:lnTo>
                  <a:pt x="224" y="309"/>
                </a:lnTo>
                <a:lnTo>
                  <a:pt x="224" y="309"/>
                </a:lnTo>
                <a:lnTo>
                  <a:pt x="222" y="309"/>
                </a:lnTo>
                <a:lnTo>
                  <a:pt x="222" y="309"/>
                </a:lnTo>
                <a:close/>
                <a:moveTo>
                  <a:pt x="335" y="291"/>
                </a:moveTo>
                <a:lnTo>
                  <a:pt x="335" y="291"/>
                </a:lnTo>
                <a:lnTo>
                  <a:pt x="335" y="291"/>
                </a:lnTo>
                <a:lnTo>
                  <a:pt x="335" y="291"/>
                </a:lnTo>
                <a:lnTo>
                  <a:pt x="335" y="293"/>
                </a:lnTo>
                <a:lnTo>
                  <a:pt x="333" y="293"/>
                </a:lnTo>
                <a:lnTo>
                  <a:pt x="333" y="293"/>
                </a:lnTo>
                <a:lnTo>
                  <a:pt x="333" y="293"/>
                </a:lnTo>
                <a:lnTo>
                  <a:pt x="333" y="293"/>
                </a:lnTo>
                <a:lnTo>
                  <a:pt x="333" y="295"/>
                </a:lnTo>
                <a:lnTo>
                  <a:pt x="333" y="295"/>
                </a:lnTo>
                <a:lnTo>
                  <a:pt x="333" y="295"/>
                </a:lnTo>
                <a:lnTo>
                  <a:pt x="331" y="295"/>
                </a:lnTo>
                <a:lnTo>
                  <a:pt x="331" y="295"/>
                </a:lnTo>
                <a:lnTo>
                  <a:pt x="331" y="297"/>
                </a:lnTo>
                <a:lnTo>
                  <a:pt x="331" y="297"/>
                </a:lnTo>
                <a:lnTo>
                  <a:pt x="331" y="297"/>
                </a:lnTo>
                <a:lnTo>
                  <a:pt x="331" y="297"/>
                </a:lnTo>
                <a:lnTo>
                  <a:pt x="329" y="297"/>
                </a:lnTo>
                <a:lnTo>
                  <a:pt x="329" y="297"/>
                </a:lnTo>
                <a:lnTo>
                  <a:pt x="329" y="299"/>
                </a:lnTo>
                <a:lnTo>
                  <a:pt x="329" y="299"/>
                </a:lnTo>
                <a:lnTo>
                  <a:pt x="337" y="305"/>
                </a:lnTo>
                <a:lnTo>
                  <a:pt x="337" y="305"/>
                </a:lnTo>
                <a:lnTo>
                  <a:pt x="337" y="305"/>
                </a:lnTo>
                <a:lnTo>
                  <a:pt x="337" y="305"/>
                </a:lnTo>
                <a:lnTo>
                  <a:pt x="339" y="305"/>
                </a:lnTo>
                <a:lnTo>
                  <a:pt x="339" y="303"/>
                </a:lnTo>
                <a:lnTo>
                  <a:pt x="339" y="303"/>
                </a:lnTo>
                <a:lnTo>
                  <a:pt x="339" y="303"/>
                </a:lnTo>
                <a:lnTo>
                  <a:pt x="339" y="303"/>
                </a:lnTo>
                <a:lnTo>
                  <a:pt x="339" y="303"/>
                </a:lnTo>
                <a:lnTo>
                  <a:pt x="341" y="301"/>
                </a:lnTo>
                <a:lnTo>
                  <a:pt x="341" y="301"/>
                </a:lnTo>
                <a:lnTo>
                  <a:pt x="341" y="301"/>
                </a:lnTo>
                <a:lnTo>
                  <a:pt x="341" y="301"/>
                </a:lnTo>
                <a:lnTo>
                  <a:pt x="341" y="301"/>
                </a:lnTo>
                <a:lnTo>
                  <a:pt x="341" y="299"/>
                </a:lnTo>
                <a:lnTo>
                  <a:pt x="343" y="299"/>
                </a:lnTo>
                <a:lnTo>
                  <a:pt x="343" y="299"/>
                </a:lnTo>
                <a:lnTo>
                  <a:pt x="343" y="299"/>
                </a:lnTo>
                <a:lnTo>
                  <a:pt x="343" y="297"/>
                </a:lnTo>
                <a:lnTo>
                  <a:pt x="343" y="297"/>
                </a:lnTo>
                <a:lnTo>
                  <a:pt x="343" y="297"/>
                </a:lnTo>
                <a:lnTo>
                  <a:pt x="335" y="291"/>
                </a:lnTo>
                <a:close/>
                <a:moveTo>
                  <a:pt x="202" y="287"/>
                </a:moveTo>
                <a:lnTo>
                  <a:pt x="194" y="293"/>
                </a:lnTo>
                <a:lnTo>
                  <a:pt x="194" y="293"/>
                </a:lnTo>
                <a:lnTo>
                  <a:pt x="194" y="293"/>
                </a:lnTo>
                <a:lnTo>
                  <a:pt x="194" y="293"/>
                </a:lnTo>
                <a:lnTo>
                  <a:pt x="194" y="295"/>
                </a:lnTo>
                <a:lnTo>
                  <a:pt x="196" y="295"/>
                </a:lnTo>
                <a:lnTo>
                  <a:pt x="196" y="295"/>
                </a:lnTo>
                <a:lnTo>
                  <a:pt x="196" y="295"/>
                </a:lnTo>
                <a:lnTo>
                  <a:pt x="196" y="297"/>
                </a:lnTo>
                <a:lnTo>
                  <a:pt x="196" y="297"/>
                </a:lnTo>
                <a:lnTo>
                  <a:pt x="196" y="297"/>
                </a:lnTo>
                <a:lnTo>
                  <a:pt x="198" y="297"/>
                </a:lnTo>
                <a:lnTo>
                  <a:pt x="198" y="297"/>
                </a:lnTo>
                <a:lnTo>
                  <a:pt x="198" y="299"/>
                </a:lnTo>
                <a:lnTo>
                  <a:pt x="198" y="299"/>
                </a:lnTo>
                <a:lnTo>
                  <a:pt x="198" y="299"/>
                </a:lnTo>
                <a:lnTo>
                  <a:pt x="198" y="299"/>
                </a:lnTo>
                <a:lnTo>
                  <a:pt x="200" y="301"/>
                </a:lnTo>
                <a:lnTo>
                  <a:pt x="200" y="301"/>
                </a:lnTo>
                <a:lnTo>
                  <a:pt x="200" y="301"/>
                </a:lnTo>
                <a:lnTo>
                  <a:pt x="200" y="301"/>
                </a:lnTo>
                <a:lnTo>
                  <a:pt x="200" y="301"/>
                </a:lnTo>
                <a:lnTo>
                  <a:pt x="208" y="295"/>
                </a:lnTo>
                <a:lnTo>
                  <a:pt x="208" y="295"/>
                </a:lnTo>
                <a:lnTo>
                  <a:pt x="208" y="295"/>
                </a:lnTo>
                <a:lnTo>
                  <a:pt x="208" y="293"/>
                </a:lnTo>
                <a:lnTo>
                  <a:pt x="208" y="293"/>
                </a:lnTo>
                <a:lnTo>
                  <a:pt x="208" y="293"/>
                </a:lnTo>
                <a:lnTo>
                  <a:pt x="206" y="293"/>
                </a:lnTo>
                <a:lnTo>
                  <a:pt x="206" y="293"/>
                </a:lnTo>
                <a:lnTo>
                  <a:pt x="206" y="291"/>
                </a:lnTo>
                <a:lnTo>
                  <a:pt x="206" y="291"/>
                </a:lnTo>
                <a:lnTo>
                  <a:pt x="206" y="291"/>
                </a:lnTo>
                <a:lnTo>
                  <a:pt x="206" y="291"/>
                </a:lnTo>
                <a:lnTo>
                  <a:pt x="206" y="291"/>
                </a:lnTo>
                <a:lnTo>
                  <a:pt x="204" y="291"/>
                </a:lnTo>
                <a:lnTo>
                  <a:pt x="204" y="289"/>
                </a:lnTo>
                <a:lnTo>
                  <a:pt x="204" y="289"/>
                </a:lnTo>
                <a:lnTo>
                  <a:pt x="204" y="289"/>
                </a:lnTo>
                <a:lnTo>
                  <a:pt x="204" y="289"/>
                </a:lnTo>
                <a:lnTo>
                  <a:pt x="204" y="289"/>
                </a:lnTo>
                <a:lnTo>
                  <a:pt x="204" y="287"/>
                </a:lnTo>
                <a:lnTo>
                  <a:pt x="202" y="287"/>
                </a:lnTo>
                <a:lnTo>
                  <a:pt x="202" y="287"/>
                </a:lnTo>
                <a:close/>
                <a:moveTo>
                  <a:pt x="347" y="265"/>
                </a:moveTo>
                <a:lnTo>
                  <a:pt x="347" y="265"/>
                </a:lnTo>
                <a:lnTo>
                  <a:pt x="347" y="265"/>
                </a:lnTo>
                <a:lnTo>
                  <a:pt x="347" y="265"/>
                </a:lnTo>
                <a:lnTo>
                  <a:pt x="347" y="265"/>
                </a:lnTo>
                <a:lnTo>
                  <a:pt x="347" y="267"/>
                </a:lnTo>
                <a:lnTo>
                  <a:pt x="347" y="267"/>
                </a:lnTo>
                <a:lnTo>
                  <a:pt x="347" y="267"/>
                </a:lnTo>
                <a:lnTo>
                  <a:pt x="347" y="267"/>
                </a:lnTo>
                <a:lnTo>
                  <a:pt x="347" y="269"/>
                </a:lnTo>
                <a:lnTo>
                  <a:pt x="347" y="269"/>
                </a:lnTo>
                <a:lnTo>
                  <a:pt x="347" y="269"/>
                </a:lnTo>
                <a:lnTo>
                  <a:pt x="347" y="269"/>
                </a:lnTo>
                <a:lnTo>
                  <a:pt x="347" y="271"/>
                </a:lnTo>
                <a:lnTo>
                  <a:pt x="347" y="271"/>
                </a:lnTo>
                <a:lnTo>
                  <a:pt x="345" y="271"/>
                </a:lnTo>
                <a:lnTo>
                  <a:pt x="345" y="271"/>
                </a:lnTo>
                <a:lnTo>
                  <a:pt x="345" y="271"/>
                </a:lnTo>
                <a:lnTo>
                  <a:pt x="345" y="273"/>
                </a:lnTo>
                <a:lnTo>
                  <a:pt x="345" y="273"/>
                </a:lnTo>
                <a:lnTo>
                  <a:pt x="345" y="273"/>
                </a:lnTo>
                <a:lnTo>
                  <a:pt x="345" y="273"/>
                </a:lnTo>
                <a:lnTo>
                  <a:pt x="354" y="277"/>
                </a:lnTo>
                <a:lnTo>
                  <a:pt x="354" y="277"/>
                </a:lnTo>
                <a:lnTo>
                  <a:pt x="354" y="277"/>
                </a:lnTo>
                <a:lnTo>
                  <a:pt x="354" y="277"/>
                </a:lnTo>
                <a:lnTo>
                  <a:pt x="354" y="275"/>
                </a:lnTo>
                <a:lnTo>
                  <a:pt x="354" y="275"/>
                </a:lnTo>
                <a:lnTo>
                  <a:pt x="354" y="275"/>
                </a:lnTo>
                <a:lnTo>
                  <a:pt x="354" y="275"/>
                </a:lnTo>
                <a:lnTo>
                  <a:pt x="356" y="273"/>
                </a:lnTo>
                <a:lnTo>
                  <a:pt x="356" y="273"/>
                </a:lnTo>
                <a:lnTo>
                  <a:pt x="356" y="273"/>
                </a:lnTo>
                <a:lnTo>
                  <a:pt x="356" y="271"/>
                </a:lnTo>
                <a:lnTo>
                  <a:pt x="356" y="271"/>
                </a:lnTo>
                <a:lnTo>
                  <a:pt x="356" y="271"/>
                </a:lnTo>
                <a:lnTo>
                  <a:pt x="356" y="271"/>
                </a:lnTo>
                <a:lnTo>
                  <a:pt x="356" y="269"/>
                </a:lnTo>
                <a:lnTo>
                  <a:pt x="356" y="269"/>
                </a:lnTo>
                <a:lnTo>
                  <a:pt x="356" y="269"/>
                </a:lnTo>
                <a:lnTo>
                  <a:pt x="356" y="269"/>
                </a:lnTo>
                <a:lnTo>
                  <a:pt x="356" y="267"/>
                </a:lnTo>
                <a:lnTo>
                  <a:pt x="358" y="267"/>
                </a:lnTo>
                <a:lnTo>
                  <a:pt x="358" y="267"/>
                </a:lnTo>
                <a:lnTo>
                  <a:pt x="347" y="265"/>
                </a:lnTo>
                <a:close/>
                <a:moveTo>
                  <a:pt x="192" y="260"/>
                </a:moveTo>
                <a:lnTo>
                  <a:pt x="182" y="262"/>
                </a:lnTo>
                <a:lnTo>
                  <a:pt x="182" y="263"/>
                </a:lnTo>
                <a:lnTo>
                  <a:pt x="182" y="263"/>
                </a:lnTo>
                <a:lnTo>
                  <a:pt x="182" y="263"/>
                </a:lnTo>
                <a:lnTo>
                  <a:pt x="182" y="265"/>
                </a:lnTo>
                <a:lnTo>
                  <a:pt x="182" y="265"/>
                </a:lnTo>
                <a:lnTo>
                  <a:pt x="182" y="265"/>
                </a:lnTo>
                <a:lnTo>
                  <a:pt x="182" y="265"/>
                </a:lnTo>
                <a:lnTo>
                  <a:pt x="182" y="267"/>
                </a:lnTo>
                <a:lnTo>
                  <a:pt x="182" y="267"/>
                </a:lnTo>
                <a:lnTo>
                  <a:pt x="182" y="267"/>
                </a:lnTo>
                <a:lnTo>
                  <a:pt x="182" y="269"/>
                </a:lnTo>
                <a:lnTo>
                  <a:pt x="184" y="269"/>
                </a:lnTo>
                <a:lnTo>
                  <a:pt x="184" y="269"/>
                </a:lnTo>
                <a:lnTo>
                  <a:pt x="184" y="269"/>
                </a:lnTo>
                <a:lnTo>
                  <a:pt x="184" y="271"/>
                </a:lnTo>
                <a:lnTo>
                  <a:pt x="184" y="271"/>
                </a:lnTo>
                <a:lnTo>
                  <a:pt x="184" y="271"/>
                </a:lnTo>
                <a:lnTo>
                  <a:pt x="184" y="271"/>
                </a:lnTo>
                <a:lnTo>
                  <a:pt x="184" y="273"/>
                </a:lnTo>
                <a:lnTo>
                  <a:pt x="184" y="273"/>
                </a:lnTo>
                <a:lnTo>
                  <a:pt x="194" y="269"/>
                </a:lnTo>
                <a:lnTo>
                  <a:pt x="194" y="269"/>
                </a:lnTo>
                <a:lnTo>
                  <a:pt x="194" y="269"/>
                </a:lnTo>
                <a:lnTo>
                  <a:pt x="194" y="269"/>
                </a:lnTo>
                <a:lnTo>
                  <a:pt x="194" y="267"/>
                </a:lnTo>
                <a:lnTo>
                  <a:pt x="194" y="267"/>
                </a:lnTo>
                <a:lnTo>
                  <a:pt x="194" y="267"/>
                </a:lnTo>
                <a:lnTo>
                  <a:pt x="194" y="267"/>
                </a:lnTo>
                <a:lnTo>
                  <a:pt x="194" y="265"/>
                </a:lnTo>
                <a:lnTo>
                  <a:pt x="194" y="265"/>
                </a:lnTo>
                <a:lnTo>
                  <a:pt x="192" y="265"/>
                </a:lnTo>
                <a:lnTo>
                  <a:pt x="192" y="265"/>
                </a:lnTo>
                <a:lnTo>
                  <a:pt x="192" y="263"/>
                </a:lnTo>
                <a:lnTo>
                  <a:pt x="192" y="263"/>
                </a:lnTo>
                <a:lnTo>
                  <a:pt x="192" y="263"/>
                </a:lnTo>
                <a:lnTo>
                  <a:pt x="192" y="263"/>
                </a:lnTo>
                <a:lnTo>
                  <a:pt x="192" y="262"/>
                </a:lnTo>
                <a:lnTo>
                  <a:pt x="192" y="262"/>
                </a:lnTo>
                <a:lnTo>
                  <a:pt x="192" y="262"/>
                </a:lnTo>
                <a:lnTo>
                  <a:pt x="192" y="262"/>
                </a:lnTo>
                <a:lnTo>
                  <a:pt x="192" y="260"/>
                </a:lnTo>
                <a:lnTo>
                  <a:pt x="192" y="260"/>
                </a:lnTo>
                <a:close/>
                <a:moveTo>
                  <a:pt x="360" y="234"/>
                </a:moveTo>
                <a:lnTo>
                  <a:pt x="350" y="236"/>
                </a:lnTo>
                <a:lnTo>
                  <a:pt x="350" y="236"/>
                </a:lnTo>
                <a:lnTo>
                  <a:pt x="350" y="236"/>
                </a:lnTo>
                <a:lnTo>
                  <a:pt x="350" y="238"/>
                </a:lnTo>
                <a:lnTo>
                  <a:pt x="350" y="238"/>
                </a:lnTo>
                <a:lnTo>
                  <a:pt x="350" y="238"/>
                </a:lnTo>
                <a:lnTo>
                  <a:pt x="350" y="238"/>
                </a:lnTo>
                <a:lnTo>
                  <a:pt x="350" y="240"/>
                </a:lnTo>
                <a:lnTo>
                  <a:pt x="350" y="240"/>
                </a:lnTo>
                <a:lnTo>
                  <a:pt x="350" y="240"/>
                </a:lnTo>
                <a:lnTo>
                  <a:pt x="350" y="242"/>
                </a:lnTo>
                <a:lnTo>
                  <a:pt x="350" y="242"/>
                </a:lnTo>
                <a:lnTo>
                  <a:pt x="350" y="242"/>
                </a:lnTo>
                <a:lnTo>
                  <a:pt x="350" y="242"/>
                </a:lnTo>
                <a:lnTo>
                  <a:pt x="350" y="244"/>
                </a:lnTo>
                <a:lnTo>
                  <a:pt x="350" y="246"/>
                </a:lnTo>
                <a:lnTo>
                  <a:pt x="360" y="246"/>
                </a:lnTo>
                <a:lnTo>
                  <a:pt x="360" y="246"/>
                </a:lnTo>
                <a:lnTo>
                  <a:pt x="360" y="246"/>
                </a:lnTo>
                <a:lnTo>
                  <a:pt x="360" y="244"/>
                </a:lnTo>
                <a:lnTo>
                  <a:pt x="360" y="244"/>
                </a:lnTo>
                <a:lnTo>
                  <a:pt x="360" y="242"/>
                </a:lnTo>
                <a:lnTo>
                  <a:pt x="360" y="242"/>
                </a:lnTo>
                <a:lnTo>
                  <a:pt x="360" y="242"/>
                </a:lnTo>
                <a:lnTo>
                  <a:pt x="360" y="242"/>
                </a:lnTo>
                <a:lnTo>
                  <a:pt x="360" y="240"/>
                </a:lnTo>
                <a:lnTo>
                  <a:pt x="360" y="240"/>
                </a:lnTo>
                <a:lnTo>
                  <a:pt x="360" y="240"/>
                </a:lnTo>
                <a:lnTo>
                  <a:pt x="360" y="238"/>
                </a:lnTo>
                <a:lnTo>
                  <a:pt x="360" y="238"/>
                </a:lnTo>
                <a:lnTo>
                  <a:pt x="360" y="238"/>
                </a:lnTo>
                <a:lnTo>
                  <a:pt x="360" y="238"/>
                </a:lnTo>
                <a:lnTo>
                  <a:pt x="360" y="236"/>
                </a:lnTo>
                <a:lnTo>
                  <a:pt x="360" y="236"/>
                </a:lnTo>
                <a:lnTo>
                  <a:pt x="360" y="236"/>
                </a:lnTo>
                <a:lnTo>
                  <a:pt x="360" y="234"/>
                </a:lnTo>
                <a:close/>
                <a:moveTo>
                  <a:pt x="180" y="230"/>
                </a:moveTo>
                <a:lnTo>
                  <a:pt x="180" y="230"/>
                </a:lnTo>
                <a:lnTo>
                  <a:pt x="180" y="230"/>
                </a:lnTo>
                <a:lnTo>
                  <a:pt x="180" y="232"/>
                </a:lnTo>
                <a:lnTo>
                  <a:pt x="180" y="232"/>
                </a:lnTo>
                <a:lnTo>
                  <a:pt x="180" y="232"/>
                </a:lnTo>
                <a:lnTo>
                  <a:pt x="180" y="234"/>
                </a:lnTo>
                <a:lnTo>
                  <a:pt x="180" y="234"/>
                </a:lnTo>
                <a:lnTo>
                  <a:pt x="180" y="234"/>
                </a:lnTo>
                <a:lnTo>
                  <a:pt x="180" y="236"/>
                </a:lnTo>
                <a:lnTo>
                  <a:pt x="180" y="236"/>
                </a:lnTo>
                <a:lnTo>
                  <a:pt x="180" y="236"/>
                </a:lnTo>
                <a:lnTo>
                  <a:pt x="180" y="238"/>
                </a:lnTo>
                <a:lnTo>
                  <a:pt x="180" y="238"/>
                </a:lnTo>
                <a:lnTo>
                  <a:pt x="180" y="238"/>
                </a:lnTo>
                <a:lnTo>
                  <a:pt x="180" y="238"/>
                </a:lnTo>
                <a:lnTo>
                  <a:pt x="180" y="240"/>
                </a:lnTo>
                <a:lnTo>
                  <a:pt x="180" y="240"/>
                </a:lnTo>
                <a:lnTo>
                  <a:pt x="180" y="240"/>
                </a:lnTo>
                <a:lnTo>
                  <a:pt x="180" y="240"/>
                </a:lnTo>
                <a:lnTo>
                  <a:pt x="190" y="242"/>
                </a:lnTo>
                <a:lnTo>
                  <a:pt x="190" y="242"/>
                </a:lnTo>
                <a:lnTo>
                  <a:pt x="190" y="240"/>
                </a:lnTo>
                <a:lnTo>
                  <a:pt x="190" y="240"/>
                </a:lnTo>
                <a:lnTo>
                  <a:pt x="190" y="240"/>
                </a:lnTo>
                <a:lnTo>
                  <a:pt x="190" y="238"/>
                </a:lnTo>
                <a:lnTo>
                  <a:pt x="190" y="238"/>
                </a:lnTo>
                <a:lnTo>
                  <a:pt x="190" y="238"/>
                </a:lnTo>
                <a:lnTo>
                  <a:pt x="190" y="238"/>
                </a:lnTo>
                <a:lnTo>
                  <a:pt x="190" y="236"/>
                </a:lnTo>
                <a:lnTo>
                  <a:pt x="190" y="236"/>
                </a:lnTo>
                <a:lnTo>
                  <a:pt x="190" y="236"/>
                </a:lnTo>
                <a:lnTo>
                  <a:pt x="190" y="236"/>
                </a:lnTo>
                <a:lnTo>
                  <a:pt x="190" y="234"/>
                </a:lnTo>
                <a:lnTo>
                  <a:pt x="190" y="234"/>
                </a:lnTo>
                <a:lnTo>
                  <a:pt x="190" y="234"/>
                </a:lnTo>
                <a:lnTo>
                  <a:pt x="190" y="232"/>
                </a:lnTo>
                <a:lnTo>
                  <a:pt x="192" y="232"/>
                </a:lnTo>
                <a:lnTo>
                  <a:pt x="192" y="232"/>
                </a:lnTo>
                <a:lnTo>
                  <a:pt x="192" y="232"/>
                </a:lnTo>
                <a:lnTo>
                  <a:pt x="180" y="230"/>
                </a:lnTo>
                <a:close/>
                <a:moveTo>
                  <a:pt x="350" y="204"/>
                </a:moveTo>
                <a:lnTo>
                  <a:pt x="341" y="208"/>
                </a:lnTo>
                <a:lnTo>
                  <a:pt x="341" y="208"/>
                </a:lnTo>
                <a:lnTo>
                  <a:pt x="341" y="208"/>
                </a:lnTo>
                <a:lnTo>
                  <a:pt x="343" y="208"/>
                </a:lnTo>
                <a:lnTo>
                  <a:pt x="343" y="210"/>
                </a:lnTo>
                <a:lnTo>
                  <a:pt x="343" y="210"/>
                </a:lnTo>
                <a:lnTo>
                  <a:pt x="343" y="210"/>
                </a:lnTo>
                <a:lnTo>
                  <a:pt x="343" y="210"/>
                </a:lnTo>
                <a:lnTo>
                  <a:pt x="343" y="212"/>
                </a:lnTo>
                <a:lnTo>
                  <a:pt x="343" y="212"/>
                </a:lnTo>
                <a:lnTo>
                  <a:pt x="343" y="212"/>
                </a:lnTo>
                <a:lnTo>
                  <a:pt x="345" y="212"/>
                </a:lnTo>
                <a:lnTo>
                  <a:pt x="345" y="214"/>
                </a:lnTo>
                <a:lnTo>
                  <a:pt x="345" y="214"/>
                </a:lnTo>
                <a:lnTo>
                  <a:pt x="345" y="214"/>
                </a:lnTo>
                <a:lnTo>
                  <a:pt x="345" y="214"/>
                </a:lnTo>
                <a:lnTo>
                  <a:pt x="345" y="216"/>
                </a:lnTo>
                <a:lnTo>
                  <a:pt x="345" y="216"/>
                </a:lnTo>
                <a:lnTo>
                  <a:pt x="345" y="216"/>
                </a:lnTo>
                <a:lnTo>
                  <a:pt x="345" y="216"/>
                </a:lnTo>
                <a:lnTo>
                  <a:pt x="345" y="216"/>
                </a:lnTo>
                <a:lnTo>
                  <a:pt x="354" y="214"/>
                </a:lnTo>
                <a:lnTo>
                  <a:pt x="354" y="212"/>
                </a:lnTo>
                <a:lnTo>
                  <a:pt x="354" y="212"/>
                </a:lnTo>
                <a:lnTo>
                  <a:pt x="354" y="212"/>
                </a:lnTo>
                <a:lnTo>
                  <a:pt x="354" y="212"/>
                </a:lnTo>
                <a:lnTo>
                  <a:pt x="354" y="210"/>
                </a:lnTo>
                <a:lnTo>
                  <a:pt x="354" y="210"/>
                </a:lnTo>
                <a:lnTo>
                  <a:pt x="354" y="210"/>
                </a:lnTo>
                <a:lnTo>
                  <a:pt x="352" y="210"/>
                </a:lnTo>
                <a:lnTo>
                  <a:pt x="352" y="208"/>
                </a:lnTo>
                <a:lnTo>
                  <a:pt x="352" y="208"/>
                </a:lnTo>
                <a:lnTo>
                  <a:pt x="352" y="208"/>
                </a:lnTo>
                <a:lnTo>
                  <a:pt x="352" y="208"/>
                </a:lnTo>
                <a:lnTo>
                  <a:pt x="352" y="206"/>
                </a:lnTo>
                <a:lnTo>
                  <a:pt x="352" y="206"/>
                </a:lnTo>
                <a:lnTo>
                  <a:pt x="352" y="206"/>
                </a:lnTo>
                <a:lnTo>
                  <a:pt x="352" y="206"/>
                </a:lnTo>
                <a:lnTo>
                  <a:pt x="350" y="204"/>
                </a:lnTo>
                <a:lnTo>
                  <a:pt x="350" y="204"/>
                </a:lnTo>
                <a:lnTo>
                  <a:pt x="350" y="204"/>
                </a:lnTo>
                <a:lnTo>
                  <a:pt x="350" y="204"/>
                </a:lnTo>
                <a:close/>
                <a:moveTo>
                  <a:pt x="192" y="198"/>
                </a:moveTo>
                <a:lnTo>
                  <a:pt x="192" y="198"/>
                </a:lnTo>
                <a:lnTo>
                  <a:pt x="192" y="200"/>
                </a:lnTo>
                <a:lnTo>
                  <a:pt x="192" y="200"/>
                </a:lnTo>
                <a:lnTo>
                  <a:pt x="192" y="200"/>
                </a:lnTo>
                <a:lnTo>
                  <a:pt x="190" y="200"/>
                </a:lnTo>
                <a:lnTo>
                  <a:pt x="190" y="202"/>
                </a:lnTo>
                <a:lnTo>
                  <a:pt x="190" y="202"/>
                </a:lnTo>
                <a:lnTo>
                  <a:pt x="190" y="202"/>
                </a:lnTo>
                <a:lnTo>
                  <a:pt x="190" y="202"/>
                </a:lnTo>
                <a:lnTo>
                  <a:pt x="190" y="204"/>
                </a:lnTo>
                <a:lnTo>
                  <a:pt x="190" y="204"/>
                </a:lnTo>
                <a:lnTo>
                  <a:pt x="190" y="204"/>
                </a:lnTo>
                <a:lnTo>
                  <a:pt x="188" y="204"/>
                </a:lnTo>
                <a:lnTo>
                  <a:pt x="188" y="206"/>
                </a:lnTo>
                <a:lnTo>
                  <a:pt x="188" y="206"/>
                </a:lnTo>
                <a:lnTo>
                  <a:pt x="188" y="206"/>
                </a:lnTo>
                <a:lnTo>
                  <a:pt x="188" y="206"/>
                </a:lnTo>
                <a:lnTo>
                  <a:pt x="188" y="208"/>
                </a:lnTo>
                <a:lnTo>
                  <a:pt x="188" y="208"/>
                </a:lnTo>
                <a:lnTo>
                  <a:pt x="188" y="208"/>
                </a:lnTo>
                <a:lnTo>
                  <a:pt x="188" y="208"/>
                </a:lnTo>
                <a:lnTo>
                  <a:pt x="196" y="212"/>
                </a:lnTo>
                <a:lnTo>
                  <a:pt x="196" y="212"/>
                </a:lnTo>
                <a:lnTo>
                  <a:pt x="198" y="212"/>
                </a:lnTo>
                <a:lnTo>
                  <a:pt x="198" y="212"/>
                </a:lnTo>
                <a:lnTo>
                  <a:pt x="198" y="212"/>
                </a:lnTo>
                <a:lnTo>
                  <a:pt x="198" y="210"/>
                </a:lnTo>
                <a:lnTo>
                  <a:pt x="198" y="210"/>
                </a:lnTo>
                <a:lnTo>
                  <a:pt x="198" y="210"/>
                </a:lnTo>
                <a:lnTo>
                  <a:pt x="198" y="210"/>
                </a:lnTo>
                <a:lnTo>
                  <a:pt x="198" y="208"/>
                </a:lnTo>
                <a:lnTo>
                  <a:pt x="198" y="208"/>
                </a:lnTo>
                <a:lnTo>
                  <a:pt x="200" y="208"/>
                </a:lnTo>
                <a:lnTo>
                  <a:pt x="200" y="208"/>
                </a:lnTo>
                <a:lnTo>
                  <a:pt x="200" y="206"/>
                </a:lnTo>
                <a:lnTo>
                  <a:pt x="200" y="206"/>
                </a:lnTo>
                <a:lnTo>
                  <a:pt x="200" y="206"/>
                </a:lnTo>
                <a:lnTo>
                  <a:pt x="200" y="206"/>
                </a:lnTo>
                <a:lnTo>
                  <a:pt x="200" y="204"/>
                </a:lnTo>
                <a:lnTo>
                  <a:pt x="200" y="204"/>
                </a:lnTo>
                <a:lnTo>
                  <a:pt x="202" y="204"/>
                </a:lnTo>
                <a:lnTo>
                  <a:pt x="202" y="204"/>
                </a:lnTo>
                <a:lnTo>
                  <a:pt x="192" y="198"/>
                </a:lnTo>
                <a:close/>
                <a:moveTo>
                  <a:pt x="265" y="186"/>
                </a:moveTo>
                <a:lnTo>
                  <a:pt x="265" y="194"/>
                </a:lnTo>
                <a:lnTo>
                  <a:pt x="257" y="196"/>
                </a:lnTo>
                <a:lnTo>
                  <a:pt x="251" y="198"/>
                </a:lnTo>
                <a:lnTo>
                  <a:pt x="247" y="202"/>
                </a:lnTo>
                <a:lnTo>
                  <a:pt x="243" y="208"/>
                </a:lnTo>
                <a:lnTo>
                  <a:pt x="241" y="214"/>
                </a:lnTo>
                <a:lnTo>
                  <a:pt x="239" y="220"/>
                </a:lnTo>
                <a:lnTo>
                  <a:pt x="241" y="228"/>
                </a:lnTo>
                <a:lnTo>
                  <a:pt x="243" y="236"/>
                </a:lnTo>
                <a:lnTo>
                  <a:pt x="247" y="240"/>
                </a:lnTo>
                <a:lnTo>
                  <a:pt x="251" y="244"/>
                </a:lnTo>
                <a:lnTo>
                  <a:pt x="253" y="248"/>
                </a:lnTo>
                <a:lnTo>
                  <a:pt x="259" y="252"/>
                </a:lnTo>
                <a:lnTo>
                  <a:pt x="267" y="256"/>
                </a:lnTo>
                <a:lnTo>
                  <a:pt x="271" y="260"/>
                </a:lnTo>
                <a:lnTo>
                  <a:pt x="275" y="263"/>
                </a:lnTo>
                <a:lnTo>
                  <a:pt x="275" y="267"/>
                </a:lnTo>
                <a:lnTo>
                  <a:pt x="275" y="275"/>
                </a:lnTo>
                <a:lnTo>
                  <a:pt x="275" y="279"/>
                </a:lnTo>
                <a:lnTo>
                  <a:pt x="275" y="281"/>
                </a:lnTo>
                <a:lnTo>
                  <a:pt x="273" y="281"/>
                </a:lnTo>
                <a:lnTo>
                  <a:pt x="271" y="283"/>
                </a:lnTo>
                <a:lnTo>
                  <a:pt x="269" y="281"/>
                </a:lnTo>
                <a:lnTo>
                  <a:pt x="267" y="279"/>
                </a:lnTo>
                <a:lnTo>
                  <a:pt x="267" y="277"/>
                </a:lnTo>
                <a:lnTo>
                  <a:pt x="267" y="273"/>
                </a:lnTo>
                <a:lnTo>
                  <a:pt x="265" y="267"/>
                </a:lnTo>
                <a:lnTo>
                  <a:pt x="265" y="262"/>
                </a:lnTo>
                <a:lnTo>
                  <a:pt x="241" y="262"/>
                </a:lnTo>
                <a:lnTo>
                  <a:pt x="241" y="265"/>
                </a:lnTo>
                <a:lnTo>
                  <a:pt x="241" y="273"/>
                </a:lnTo>
                <a:lnTo>
                  <a:pt x="243" y="281"/>
                </a:lnTo>
                <a:lnTo>
                  <a:pt x="245" y="285"/>
                </a:lnTo>
                <a:lnTo>
                  <a:pt x="247" y="289"/>
                </a:lnTo>
                <a:lnTo>
                  <a:pt x="253" y="293"/>
                </a:lnTo>
                <a:lnTo>
                  <a:pt x="259" y="297"/>
                </a:lnTo>
                <a:lnTo>
                  <a:pt x="265" y="297"/>
                </a:lnTo>
                <a:lnTo>
                  <a:pt x="265" y="307"/>
                </a:lnTo>
                <a:lnTo>
                  <a:pt x="277" y="307"/>
                </a:lnTo>
                <a:lnTo>
                  <a:pt x="277" y="297"/>
                </a:lnTo>
                <a:lnTo>
                  <a:pt x="285" y="295"/>
                </a:lnTo>
                <a:lnTo>
                  <a:pt x="293" y="293"/>
                </a:lnTo>
                <a:lnTo>
                  <a:pt x="297" y="289"/>
                </a:lnTo>
                <a:lnTo>
                  <a:pt x="301" y="283"/>
                </a:lnTo>
                <a:lnTo>
                  <a:pt x="303" y="275"/>
                </a:lnTo>
                <a:lnTo>
                  <a:pt x="305" y="267"/>
                </a:lnTo>
                <a:lnTo>
                  <a:pt x="303" y="260"/>
                </a:lnTo>
                <a:lnTo>
                  <a:pt x="301" y="254"/>
                </a:lnTo>
                <a:lnTo>
                  <a:pt x="299" y="248"/>
                </a:lnTo>
                <a:lnTo>
                  <a:pt x="295" y="244"/>
                </a:lnTo>
                <a:lnTo>
                  <a:pt x="293" y="242"/>
                </a:lnTo>
                <a:lnTo>
                  <a:pt x="289" y="238"/>
                </a:lnTo>
                <a:lnTo>
                  <a:pt x="283" y="236"/>
                </a:lnTo>
                <a:lnTo>
                  <a:pt x="275" y="230"/>
                </a:lnTo>
                <a:lnTo>
                  <a:pt x="271" y="228"/>
                </a:lnTo>
                <a:lnTo>
                  <a:pt x="269" y="226"/>
                </a:lnTo>
                <a:lnTo>
                  <a:pt x="267" y="222"/>
                </a:lnTo>
                <a:lnTo>
                  <a:pt x="267" y="218"/>
                </a:lnTo>
                <a:lnTo>
                  <a:pt x="267" y="214"/>
                </a:lnTo>
                <a:lnTo>
                  <a:pt x="267" y="212"/>
                </a:lnTo>
                <a:lnTo>
                  <a:pt x="269" y="210"/>
                </a:lnTo>
                <a:lnTo>
                  <a:pt x="271" y="210"/>
                </a:lnTo>
                <a:lnTo>
                  <a:pt x="273" y="210"/>
                </a:lnTo>
                <a:lnTo>
                  <a:pt x="275" y="212"/>
                </a:lnTo>
                <a:lnTo>
                  <a:pt x="275" y="216"/>
                </a:lnTo>
                <a:lnTo>
                  <a:pt x="275" y="220"/>
                </a:lnTo>
                <a:lnTo>
                  <a:pt x="275" y="226"/>
                </a:lnTo>
                <a:lnTo>
                  <a:pt x="301" y="226"/>
                </a:lnTo>
                <a:lnTo>
                  <a:pt x="301" y="222"/>
                </a:lnTo>
                <a:lnTo>
                  <a:pt x="301" y="220"/>
                </a:lnTo>
                <a:lnTo>
                  <a:pt x="301" y="214"/>
                </a:lnTo>
                <a:lnTo>
                  <a:pt x="299" y="208"/>
                </a:lnTo>
                <a:lnTo>
                  <a:pt x="295" y="202"/>
                </a:lnTo>
                <a:lnTo>
                  <a:pt x="291" y="198"/>
                </a:lnTo>
                <a:lnTo>
                  <a:pt x="285" y="196"/>
                </a:lnTo>
                <a:lnTo>
                  <a:pt x="277" y="194"/>
                </a:lnTo>
                <a:lnTo>
                  <a:pt x="277" y="186"/>
                </a:lnTo>
                <a:lnTo>
                  <a:pt x="265" y="186"/>
                </a:lnTo>
                <a:close/>
                <a:moveTo>
                  <a:pt x="331" y="176"/>
                </a:moveTo>
                <a:lnTo>
                  <a:pt x="323" y="184"/>
                </a:lnTo>
                <a:lnTo>
                  <a:pt x="325" y="184"/>
                </a:lnTo>
                <a:lnTo>
                  <a:pt x="325" y="186"/>
                </a:lnTo>
                <a:lnTo>
                  <a:pt x="325" y="186"/>
                </a:lnTo>
                <a:lnTo>
                  <a:pt x="325" y="186"/>
                </a:lnTo>
                <a:lnTo>
                  <a:pt x="325" y="186"/>
                </a:lnTo>
                <a:lnTo>
                  <a:pt x="325" y="186"/>
                </a:lnTo>
                <a:lnTo>
                  <a:pt x="327" y="186"/>
                </a:lnTo>
                <a:lnTo>
                  <a:pt x="327" y="188"/>
                </a:lnTo>
                <a:lnTo>
                  <a:pt x="327" y="188"/>
                </a:lnTo>
                <a:lnTo>
                  <a:pt x="327" y="188"/>
                </a:lnTo>
                <a:lnTo>
                  <a:pt x="327" y="188"/>
                </a:lnTo>
                <a:lnTo>
                  <a:pt x="329" y="190"/>
                </a:lnTo>
                <a:lnTo>
                  <a:pt x="329" y="190"/>
                </a:lnTo>
                <a:lnTo>
                  <a:pt x="329" y="190"/>
                </a:lnTo>
                <a:lnTo>
                  <a:pt x="329" y="190"/>
                </a:lnTo>
                <a:lnTo>
                  <a:pt x="329" y="190"/>
                </a:lnTo>
                <a:lnTo>
                  <a:pt x="329" y="190"/>
                </a:lnTo>
                <a:lnTo>
                  <a:pt x="331" y="192"/>
                </a:lnTo>
                <a:lnTo>
                  <a:pt x="331" y="192"/>
                </a:lnTo>
                <a:lnTo>
                  <a:pt x="331" y="192"/>
                </a:lnTo>
                <a:lnTo>
                  <a:pt x="339" y="184"/>
                </a:lnTo>
                <a:lnTo>
                  <a:pt x="339" y="184"/>
                </a:lnTo>
                <a:lnTo>
                  <a:pt x="339" y="184"/>
                </a:lnTo>
                <a:lnTo>
                  <a:pt x="337" y="184"/>
                </a:lnTo>
                <a:lnTo>
                  <a:pt x="337" y="184"/>
                </a:lnTo>
                <a:lnTo>
                  <a:pt x="337" y="182"/>
                </a:lnTo>
                <a:lnTo>
                  <a:pt x="337" y="182"/>
                </a:lnTo>
                <a:lnTo>
                  <a:pt x="335" y="182"/>
                </a:lnTo>
                <a:lnTo>
                  <a:pt x="335" y="182"/>
                </a:lnTo>
                <a:lnTo>
                  <a:pt x="335" y="180"/>
                </a:lnTo>
                <a:lnTo>
                  <a:pt x="335" y="180"/>
                </a:lnTo>
                <a:lnTo>
                  <a:pt x="335" y="180"/>
                </a:lnTo>
                <a:lnTo>
                  <a:pt x="333" y="180"/>
                </a:lnTo>
                <a:lnTo>
                  <a:pt x="333" y="180"/>
                </a:lnTo>
                <a:lnTo>
                  <a:pt x="333" y="180"/>
                </a:lnTo>
                <a:lnTo>
                  <a:pt x="333" y="178"/>
                </a:lnTo>
                <a:lnTo>
                  <a:pt x="333" y="178"/>
                </a:lnTo>
                <a:lnTo>
                  <a:pt x="331" y="178"/>
                </a:lnTo>
                <a:lnTo>
                  <a:pt x="331" y="178"/>
                </a:lnTo>
                <a:lnTo>
                  <a:pt x="331" y="178"/>
                </a:lnTo>
                <a:lnTo>
                  <a:pt x="331" y="176"/>
                </a:lnTo>
                <a:close/>
                <a:moveTo>
                  <a:pt x="158" y="174"/>
                </a:moveTo>
                <a:lnTo>
                  <a:pt x="142" y="208"/>
                </a:lnTo>
                <a:lnTo>
                  <a:pt x="138" y="244"/>
                </a:lnTo>
                <a:lnTo>
                  <a:pt x="142" y="279"/>
                </a:lnTo>
                <a:lnTo>
                  <a:pt x="156" y="311"/>
                </a:lnTo>
                <a:lnTo>
                  <a:pt x="176" y="339"/>
                </a:lnTo>
                <a:lnTo>
                  <a:pt x="182" y="343"/>
                </a:lnTo>
                <a:lnTo>
                  <a:pt x="107" y="345"/>
                </a:lnTo>
                <a:lnTo>
                  <a:pt x="31" y="341"/>
                </a:lnTo>
                <a:lnTo>
                  <a:pt x="25" y="339"/>
                </a:lnTo>
                <a:lnTo>
                  <a:pt x="20" y="337"/>
                </a:lnTo>
                <a:lnTo>
                  <a:pt x="16" y="333"/>
                </a:lnTo>
                <a:lnTo>
                  <a:pt x="14" y="329"/>
                </a:lnTo>
                <a:lnTo>
                  <a:pt x="14" y="323"/>
                </a:lnTo>
                <a:lnTo>
                  <a:pt x="14" y="279"/>
                </a:lnTo>
                <a:lnTo>
                  <a:pt x="14" y="275"/>
                </a:lnTo>
                <a:lnTo>
                  <a:pt x="16" y="269"/>
                </a:lnTo>
                <a:lnTo>
                  <a:pt x="20" y="265"/>
                </a:lnTo>
                <a:lnTo>
                  <a:pt x="25" y="263"/>
                </a:lnTo>
                <a:lnTo>
                  <a:pt x="31" y="263"/>
                </a:lnTo>
                <a:lnTo>
                  <a:pt x="87" y="260"/>
                </a:lnTo>
                <a:lnTo>
                  <a:pt x="53" y="256"/>
                </a:lnTo>
                <a:lnTo>
                  <a:pt x="47" y="256"/>
                </a:lnTo>
                <a:lnTo>
                  <a:pt x="41" y="252"/>
                </a:lnTo>
                <a:lnTo>
                  <a:pt x="37" y="248"/>
                </a:lnTo>
                <a:lnTo>
                  <a:pt x="35" y="244"/>
                </a:lnTo>
                <a:lnTo>
                  <a:pt x="35" y="238"/>
                </a:lnTo>
                <a:lnTo>
                  <a:pt x="35" y="196"/>
                </a:lnTo>
                <a:lnTo>
                  <a:pt x="35" y="190"/>
                </a:lnTo>
                <a:lnTo>
                  <a:pt x="37" y="186"/>
                </a:lnTo>
                <a:lnTo>
                  <a:pt x="41" y="182"/>
                </a:lnTo>
                <a:lnTo>
                  <a:pt x="47" y="180"/>
                </a:lnTo>
                <a:lnTo>
                  <a:pt x="53" y="178"/>
                </a:lnTo>
                <a:lnTo>
                  <a:pt x="158" y="174"/>
                </a:lnTo>
                <a:close/>
                <a:moveTo>
                  <a:pt x="214" y="174"/>
                </a:moveTo>
                <a:lnTo>
                  <a:pt x="214" y="174"/>
                </a:lnTo>
                <a:lnTo>
                  <a:pt x="214" y="174"/>
                </a:lnTo>
                <a:lnTo>
                  <a:pt x="212" y="174"/>
                </a:lnTo>
                <a:lnTo>
                  <a:pt x="212" y="174"/>
                </a:lnTo>
                <a:lnTo>
                  <a:pt x="212" y="176"/>
                </a:lnTo>
                <a:lnTo>
                  <a:pt x="212" y="176"/>
                </a:lnTo>
                <a:lnTo>
                  <a:pt x="212" y="176"/>
                </a:lnTo>
                <a:lnTo>
                  <a:pt x="210" y="176"/>
                </a:lnTo>
                <a:lnTo>
                  <a:pt x="210" y="176"/>
                </a:lnTo>
                <a:lnTo>
                  <a:pt x="210" y="176"/>
                </a:lnTo>
                <a:lnTo>
                  <a:pt x="210" y="178"/>
                </a:lnTo>
                <a:lnTo>
                  <a:pt x="210" y="178"/>
                </a:lnTo>
                <a:lnTo>
                  <a:pt x="208" y="178"/>
                </a:lnTo>
                <a:lnTo>
                  <a:pt x="208" y="178"/>
                </a:lnTo>
                <a:lnTo>
                  <a:pt x="208" y="178"/>
                </a:lnTo>
                <a:lnTo>
                  <a:pt x="208" y="180"/>
                </a:lnTo>
                <a:lnTo>
                  <a:pt x="208" y="180"/>
                </a:lnTo>
                <a:lnTo>
                  <a:pt x="206" y="180"/>
                </a:lnTo>
                <a:lnTo>
                  <a:pt x="206" y="180"/>
                </a:lnTo>
                <a:lnTo>
                  <a:pt x="214" y="188"/>
                </a:lnTo>
                <a:lnTo>
                  <a:pt x="214" y="188"/>
                </a:lnTo>
                <a:lnTo>
                  <a:pt x="214" y="188"/>
                </a:lnTo>
                <a:lnTo>
                  <a:pt x="214" y="188"/>
                </a:lnTo>
                <a:lnTo>
                  <a:pt x="214" y="186"/>
                </a:lnTo>
                <a:lnTo>
                  <a:pt x="214" y="186"/>
                </a:lnTo>
                <a:lnTo>
                  <a:pt x="216" y="186"/>
                </a:lnTo>
                <a:lnTo>
                  <a:pt x="216" y="186"/>
                </a:lnTo>
                <a:lnTo>
                  <a:pt x="216" y="186"/>
                </a:lnTo>
                <a:lnTo>
                  <a:pt x="216" y="186"/>
                </a:lnTo>
                <a:lnTo>
                  <a:pt x="216" y="184"/>
                </a:lnTo>
                <a:lnTo>
                  <a:pt x="216" y="184"/>
                </a:lnTo>
                <a:lnTo>
                  <a:pt x="218" y="184"/>
                </a:lnTo>
                <a:lnTo>
                  <a:pt x="218" y="184"/>
                </a:lnTo>
                <a:lnTo>
                  <a:pt x="218" y="184"/>
                </a:lnTo>
                <a:lnTo>
                  <a:pt x="218" y="184"/>
                </a:lnTo>
                <a:lnTo>
                  <a:pt x="218" y="184"/>
                </a:lnTo>
                <a:lnTo>
                  <a:pt x="220" y="182"/>
                </a:lnTo>
                <a:lnTo>
                  <a:pt x="220" y="182"/>
                </a:lnTo>
                <a:lnTo>
                  <a:pt x="220" y="182"/>
                </a:lnTo>
                <a:lnTo>
                  <a:pt x="220" y="182"/>
                </a:lnTo>
                <a:lnTo>
                  <a:pt x="220" y="182"/>
                </a:lnTo>
                <a:lnTo>
                  <a:pt x="214" y="174"/>
                </a:lnTo>
                <a:close/>
                <a:moveTo>
                  <a:pt x="303" y="160"/>
                </a:moveTo>
                <a:lnTo>
                  <a:pt x="299" y="170"/>
                </a:lnTo>
                <a:lnTo>
                  <a:pt x="299" y="170"/>
                </a:lnTo>
                <a:lnTo>
                  <a:pt x="299" y="170"/>
                </a:lnTo>
                <a:lnTo>
                  <a:pt x="299" y="170"/>
                </a:lnTo>
                <a:lnTo>
                  <a:pt x="301" y="170"/>
                </a:lnTo>
                <a:lnTo>
                  <a:pt x="301" y="170"/>
                </a:lnTo>
                <a:lnTo>
                  <a:pt x="301" y="170"/>
                </a:lnTo>
                <a:lnTo>
                  <a:pt x="301" y="170"/>
                </a:lnTo>
                <a:lnTo>
                  <a:pt x="303" y="170"/>
                </a:lnTo>
                <a:lnTo>
                  <a:pt x="303" y="170"/>
                </a:lnTo>
                <a:lnTo>
                  <a:pt x="303" y="172"/>
                </a:lnTo>
                <a:lnTo>
                  <a:pt x="303" y="172"/>
                </a:lnTo>
                <a:lnTo>
                  <a:pt x="303" y="172"/>
                </a:lnTo>
                <a:lnTo>
                  <a:pt x="305" y="172"/>
                </a:lnTo>
                <a:lnTo>
                  <a:pt x="305" y="172"/>
                </a:lnTo>
                <a:lnTo>
                  <a:pt x="305" y="172"/>
                </a:lnTo>
                <a:lnTo>
                  <a:pt x="305" y="172"/>
                </a:lnTo>
                <a:lnTo>
                  <a:pt x="307" y="172"/>
                </a:lnTo>
                <a:lnTo>
                  <a:pt x="307" y="172"/>
                </a:lnTo>
                <a:lnTo>
                  <a:pt x="307" y="174"/>
                </a:lnTo>
                <a:lnTo>
                  <a:pt x="307" y="174"/>
                </a:lnTo>
                <a:lnTo>
                  <a:pt x="307" y="174"/>
                </a:lnTo>
                <a:lnTo>
                  <a:pt x="313" y="164"/>
                </a:lnTo>
                <a:lnTo>
                  <a:pt x="313" y="164"/>
                </a:lnTo>
                <a:lnTo>
                  <a:pt x="311" y="164"/>
                </a:lnTo>
                <a:lnTo>
                  <a:pt x="311" y="164"/>
                </a:lnTo>
                <a:lnTo>
                  <a:pt x="311" y="164"/>
                </a:lnTo>
                <a:lnTo>
                  <a:pt x="311" y="162"/>
                </a:lnTo>
                <a:lnTo>
                  <a:pt x="309" y="162"/>
                </a:lnTo>
                <a:lnTo>
                  <a:pt x="309" y="162"/>
                </a:lnTo>
                <a:lnTo>
                  <a:pt x="309" y="162"/>
                </a:lnTo>
                <a:lnTo>
                  <a:pt x="309" y="162"/>
                </a:lnTo>
                <a:lnTo>
                  <a:pt x="307" y="162"/>
                </a:lnTo>
                <a:lnTo>
                  <a:pt x="307" y="162"/>
                </a:lnTo>
                <a:lnTo>
                  <a:pt x="307" y="162"/>
                </a:lnTo>
                <a:lnTo>
                  <a:pt x="307" y="162"/>
                </a:lnTo>
                <a:lnTo>
                  <a:pt x="305" y="160"/>
                </a:lnTo>
                <a:lnTo>
                  <a:pt x="305" y="160"/>
                </a:lnTo>
                <a:lnTo>
                  <a:pt x="305" y="160"/>
                </a:lnTo>
                <a:lnTo>
                  <a:pt x="303" y="160"/>
                </a:lnTo>
                <a:lnTo>
                  <a:pt x="303" y="160"/>
                </a:lnTo>
                <a:lnTo>
                  <a:pt x="303" y="160"/>
                </a:lnTo>
                <a:lnTo>
                  <a:pt x="303" y="160"/>
                </a:lnTo>
                <a:close/>
                <a:moveTo>
                  <a:pt x="243" y="158"/>
                </a:moveTo>
                <a:lnTo>
                  <a:pt x="241" y="158"/>
                </a:lnTo>
                <a:lnTo>
                  <a:pt x="241" y="158"/>
                </a:lnTo>
                <a:lnTo>
                  <a:pt x="241" y="158"/>
                </a:lnTo>
                <a:lnTo>
                  <a:pt x="241" y="158"/>
                </a:lnTo>
                <a:lnTo>
                  <a:pt x="239" y="158"/>
                </a:lnTo>
                <a:lnTo>
                  <a:pt x="239" y="158"/>
                </a:lnTo>
                <a:lnTo>
                  <a:pt x="239" y="160"/>
                </a:lnTo>
                <a:lnTo>
                  <a:pt x="238" y="160"/>
                </a:lnTo>
                <a:lnTo>
                  <a:pt x="238" y="160"/>
                </a:lnTo>
                <a:lnTo>
                  <a:pt x="238" y="160"/>
                </a:lnTo>
                <a:lnTo>
                  <a:pt x="238" y="160"/>
                </a:lnTo>
                <a:lnTo>
                  <a:pt x="236" y="160"/>
                </a:lnTo>
                <a:lnTo>
                  <a:pt x="236" y="160"/>
                </a:lnTo>
                <a:lnTo>
                  <a:pt x="236" y="160"/>
                </a:lnTo>
                <a:lnTo>
                  <a:pt x="234" y="160"/>
                </a:lnTo>
                <a:lnTo>
                  <a:pt x="234" y="162"/>
                </a:lnTo>
                <a:lnTo>
                  <a:pt x="234" y="162"/>
                </a:lnTo>
                <a:lnTo>
                  <a:pt x="234" y="162"/>
                </a:lnTo>
                <a:lnTo>
                  <a:pt x="232" y="162"/>
                </a:lnTo>
                <a:lnTo>
                  <a:pt x="232" y="162"/>
                </a:lnTo>
                <a:lnTo>
                  <a:pt x="238" y="172"/>
                </a:lnTo>
                <a:lnTo>
                  <a:pt x="238" y="172"/>
                </a:lnTo>
                <a:lnTo>
                  <a:pt x="238" y="172"/>
                </a:lnTo>
                <a:lnTo>
                  <a:pt x="238" y="170"/>
                </a:lnTo>
                <a:lnTo>
                  <a:pt x="238" y="170"/>
                </a:lnTo>
                <a:lnTo>
                  <a:pt x="238" y="170"/>
                </a:lnTo>
                <a:lnTo>
                  <a:pt x="239" y="170"/>
                </a:lnTo>
                <a:lnTo>
                  <a:pt x="239" y="170"/>
                </a:lnTo>
                <a:lnTo>
                  <a:pt x="239" y="170"/>
                </a:lnTo>
                <a:lnTo>
                  <a:pt x="239" y="170"/>
                </a:lnTo>
                <a:lnTo>
                  <a:pt x="241" y="170"/>
                </a:lnTo>
                <a:lnTo>
                  <a:pt x="241" y="170"/>
                </a:lnTo>
                <a:lnTo>
                  <a:pt x="241" y="170"/>
                </a:lnTo>
                <a:lnTo>
                  <a:pt x="241" y="170"/>
                </a:lnTo>
                <a:lnTo>
                  <a:pt x="243" y="168"/>
                </a:lnTo>
                <a:lnTo>
                  <a:pt x="243" y="168"/>
                </a:lnTo>
                <a:lnTo>
                  <a:pt x="243" y="168"/>
                </a:lnTo>
                <a:lnTo>
                  <a:pt x="243" y="168"/>
                </a:lnTo>
                <a:lnTo>
                  <a:pt x="243" y="168"/>
                </a:lnTo>
                <a:lnTo>
                  <a:pt x="245" y="168"/>
                </a:lnTo>
                <a:lnTo>
                  <a:pt x="245" y="168"/>
                </a:lnTo>
                <a:lnTo>
                  <a:pt x="245" y="168"/>
                </a:lnTo>
                <a:lnTo>
                  <a:pt x="243" y="158"/>
                </a:lnTo>
                <a:close/>
                <a:moveTo>
                  <a:pt x="271" y="154"/>
                </a:moveTo>
                <a:lnTo>
                  <a:pt x="261" y="154"/>
                </a:lnTo>
                <a:lnTo>
                  <a:pt x="263" y="166"/>
                </a:lnTo>
                <a:lnTo>
                  <a:pt x="271" y="166"/>
                </a:lnTo>
                <a:lnTo>
                  <a:pt x="281" y="166"/>
                </a:lnTo>
                <a:lnTo>
                  <a:pt x="283" y="154"/>
                </a:lnTo>
                <a:lnTo>
                  <a:pt x="271" y="154"/>
                </a:lnTo>
                <a:close/>
                <a:moveTo>
                  <a:pt x="269" y="135"/>
                </a:moveTo>
                <a:lnTo>
                  <a:pt x="305" y="141"/>
                </a:lnTo>
                <a:lnTo>
                  <a:pt x="335" y="156"/>
                </a:lnTo>
                <a:lnTo>
                  <a:pt x="358" y="180"/>
                </a:lnTo>
                <a:lnTo>
                  <a:pt x="374" y="210"/>
                </a:lnTo>
                <a:lnTo>
                  <a:pt x="380" y="244"/>
                </a:lnTo>
                <a:lnTo>
                  <a:pt x="374" y="279"/>
                </a:lnTo>
                <a:lnTo>
                  <a:pt x="358" y="309"/>
                </a:lnTo>
                <a:lnTo>
                  <a:pt x="335" y="333"/>
                </a:lnTo>
                <a:lnTo>
                  <a:pt x="305" y="349"/>
                </a:lnTo>
                <a:lnTo>
                  <a:pt x="269" y="355"/>
                </a:lnTo>
                <a:lnTo>
                  <a:pt x="236" y="349"/>
                </a:lnTo>
                <a:lnTo>
                  <a:pt x="206" y="333"/>
                </a:lnTo>
                <a:lnTo>
                  <a:pt x="182" y="309"/>
                </a:lnTo>
                <a:lnTo>
                  <a:pt x="166" y="279"/>
                </a:lnTo>
                <a:lnTo>
                  <a:pt x="160" y="244"/>
                </a:lnTo>
                <a:lnTo>
                  <a:pt x="166" y="210"/>
                </a:lnTo>
                <a:lnTo>
                  <a:pt x="182" y="180"/>
                </a:lnTo>
                <a:lnTo>
                  <a:pt x="206" y="156"/>
                </a:lnTo>
                <a:lnTo>
                  <a:pt x="236" y="141"/>
                </a:lnTo>
                <a:lnTo>
                  <a:pt x="269" y="135"/>
                </a:lnTo>
                <a:close/>
                <a:moveTo>
                  <a:pt x="125" y="0"/>
                </a:moveTo>
                <a:lnTo>
                  <a:pt x="212" y="4"/>
                </a:lnTo>
                <a:lnTo>
                  <a:pt x="218" y="6"/>
                </a:lnTo>
                <a:lnTo>
                  <a:pt x="222" y="8"/>
                </a:lnTo>
                <a:lnTo>
                  <a:pt x="226" y="12"/>
                </a:lnTo>
                <a:lnTo>
                  <a:pt x="228" y="16"/>
                </a:lnTo>
                <a:lnTo>
                  <a:pt x="230" y="22"/>
                </a:lnTo>
                <a:lnTo>
                  <a:pt x="230" y="63"/>
                </a:lnTo>
                <a:lnTo>
                  <a:pt x="228" y="69"/>
                </a:lnTo>
                <a:lnTo>
                  <a:pt x="226" y="73"/>
                </a:lnTo>
                <a:lnTo>
                  <a:pt x="222" y="77"/>
                </a:lnTo>
                <a:lnTo>
                  <a:pt x="218" y="81"/>
                </a:lnTo>
                <a:lnTo>
                  <a:pt x="212" y="81"/>
                </a:lnTo>
                <a:lnTo>
                  <a:pt x="148" y="85"/>
                </a:lnTo>
                <a:lnTo>
                  <a:pt x="190" y="89"/>
                </a:lnTo>
                <a:lnTo>
                  <a:pt x="196" y="91"/>
                </a:lnTo>
                <a:lnTo>
                  <a:pt x="202" y="93"/>
                </a:lnTo>
                <a:lnTo>
                  <a:pt x="206" y="97"/>
                </a:lnTo>
                <a:lnTo>
                  <a:pt x="208" y="101"/>
                </a:lnTo>
                <a:lnTo>
                  <a:pt x="208" y="107"/>
                </a:lnTo>
                <a:lnTo>
                  <a:pt x="208" y="127"/>
                </a:lnTo>
                <a:lnTo>
                  <a:pt x="192" y="139"/>
                </a:lnTo>
                <a:lnTo>
                  <a:pt x="176" y="150"/>
                </a:lnTo>
                <a:lnTo>
                  <a:pt x="168" y="160"/>
                </a:lnTo>
                <a:lnTo>
                  <a:pt x="160" y="168"/>
                </a:lnTo>
                <a:lnTo>
                  <a:pt x="89" y="170"/>
                </a:lnTo>
                <a:lnTo>
                  <a:pt x="18" y="166"/>
                </a:lnTo>
                <a:lnTo>
                  <a:pt x="12" y="164"/>
                </a:lnTo>
                <a:lnTo>
                  <a:pt x="8" y="162"/>
                </a:lnTo>
                <a:lnTo>
                  <a:pt x="4" y="158"/>
                </a:lnTo>
                <a:lnTo>
                  <a:pt x="2" y="154"/>
                </a:lnTo>
                <a:lnTo>
                  <a:pt x="0" y="148"/>
                </a:lnTo>
                <a:lnTo>
                  <a:pt x="0" y="107"/>
                </a:lnTo>
                <a:lnTo>
                  <a:pt x="2" y="101"/>
                </a:lnTo>
                <a:lnTo>
                  <a:pt x="4" y="97"/>
                </a:lnTo>
                <a:lnTo>
                  <a:pt x="8" y="93"/>
                </a:lnTo>
                <a:lnTo>
                  <a:pt x="12" y="91"/>
                </a:lnTo>
                <a:lnTo>
                  <a:pt x="18" y="89"/>
                </a:lnTo>
                <a:lnTo>
                  <a:pt x="81" y="85"/>
                </a:lnTo>
                <a:lnTo>
                  <a:pt x="39" y="81"/>
                </a:lnTo>
                <a:lnTo>
                  <a:pt x="33" y="81"/>
                </a:lnTo>
                <a:lnTo>
                  <a:pt x="27" y="77"/>
                </a:lnTo>
                <a:lnTo>
                  <a:pt x="23" y="73"/>
                </a:lnTo>
                <a:lnTo>
                  <a:pt x="21" y="69"/>
                </a:lnTo>
                <a:lnTo>
                  <a:pt x="21" y="63"/>
                </a:lnTo>
                <a:lnTo>
                  <a:pt x="21" y="22"/>
                </a:lnTo>
                <a:lnTo>
                  <a:pt x="21" y="16"/>
                </a:lnTo>
                <a:lnTo>
                  <a:pt x="23" y="12"/>
                </a:lnTo>
                <a:lnTo>
                  <a:pt x="27" y="8"/>
                </a:lnTo>
                <a:lnTo>
                  <a:pt x="33" y="6"/>
                </a:lnTo>
                <a:lnTo>
                  <a:pt x="39" y="4"/>
                </a:lnTo>
                <a:lnTo>
                  <a:pt x="125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7" name="Freeform 208"/>
          <p:cNvSpPr>
            <a:spLocks noEditPoints="1"/>
          </p:cNvSpPr>
          <p:nvPr/>
        </p:nvSpPr>
        <p:spPr bwMode="auto">
          <a:xfrm>
            <a:off x="3373268" y="2885994"/>
            <a:ext cx="260747" cy="192881"/>
          </a:xfrm>
          <a:custGeom>
            <a:avLst/>
            <a:gdLst>
              <a:gd name="T0" fmla="*/ 260 w 438"/>
              <a:gd name="T1" fmla="*/ 222 h 323"/>
              <a:gd name="T2" fmla="*/ 410 w 438"/>
              <a:gd name="T3" fmla="*/ 222 h 323"/>
              <a:gd name="T4" fmla="*/ 438 w 438"/>
              <a:gd name="T5" fmla="*/ 323 h 323"/>
              <a:gd name="T6" fmla="*/ 234 w 438"/>
              <a:gd name="T7" fmla="*/ 323 h 323"/>
              <a:gd name="T8" fmla="*/ 260 w 438"/>
              <a:gd name="T9" fmla="*/ 222 h 323"/>
              <a:gd name="T10" fmla="*/ 28 w 438"/>
              <a:gd name="T11" fmla="*/ 222 h 323"/>
              <a:gd name="T12" fmla="*/ 178 w 438"/>
              <a:gd name="T13" fmla="*/ 222 h 323"/>
              <a:gd name="T14" fmla="*/ 204 w 438"/>
              <a:gd name="T15" fmla="*/ 323 h 323"/>
              <a:gd name="T16" fmla="*/ 0 w 438"/>
              <a:gd name="T17" fmla="*/ 323 h 323"/>
              <a:gd name="T18" fmla="*/ 28 w 438"/>
              <a:gd name="T19" fmla="*/ 222 h 323"/>
              <a:gd name="T20" fmla="*/ 363 w 438"/>
              <a:gd name="T21" fmla="*/ 135 h 323"/>
              <a:gd name="T22" fmla="*/ 371 w 438"/>
              <a:gd name="T23" fmla="*/ 170 h 323"/>
              <a:gd name="T24" fmla="*/ 406 w 438"/>
              <a:gd name="T25" fmla="*/ 176 h 323"/>
              <a:gd name="T26" fmla="*/ 371 w 438"/>
              <a:gd name="T27" fmla="*/ 182 h 323"/>
              <a:gd name="T28" fmla="*/ 363 w 438"/>
              <a:gd name="T29" fmla="*/ 218 h 323"/>
              <a:gd name="T30" fmla="*/ 357 w 438"/>
              <a:gd name="T31" fmla="*/ 182 h 323"/>
              <a:gd name="T32" fmla="*/ 321 w 438"/>
              <a:gd name="T33" fmla="*/ 176 h 323"/>
              <a:gd name="T34" fmla="*/ 357 w 438"/>
              <a:gd name="T35" fmla="*/ 170 h 323"/>
              <a:gd name="T36" fmla="*/ 363 w 438"/>
              <a:gd name="T37" fmla="*/ 135 h 323"/>
              <a:gd name="T38" fmla="*/ 133 w 438"/>
              <a:gd name="T39" fmla="*/ 99 h 323"/>
              <a:gd name="T40" fmla="*/ 283 w 438"/>
              <a:gd name="T41" fmla="*/ 99 h 323"/>
              <a:gd name="T42" fmla="*/ 311 w 438"/>
              <a:gd name="T43" fmla="*/ 200 h 323"/>
              <a:gd name="T44" fmla="*/ 107 w 438"/>
              <a:gd name="T45" fmla="*/ 200 h 323"/>
              <a:gd name="T46" fmla="*/ 133 w 438"/>
              <a:gd name="T47" fmla="*/ 99 h 323"/>
              <a:gd name="T48" fmla="*/ 119 w 438"/>
              <a:gd name="T49" fmla="*/ 29 h 323"/>
              <a:gd name="T50" fmla="*/ 125 w 438"/>
              <a:gd name="T51" fmla="*/ 65 h 323"/>
              <a:gd name="T52" fmla="*/ 161 w 438"/>
              <a:gd name="T53" fmla="*/ 71 h 323"/>
              <a:gd name="T54" fmla="*/ 125 w 438"/>
              <a:gd name="T55" fmla="*/ 79 h 323"/>
              <a:gd name="T56" fmla="*/ 119 w 438"/>
              <a:gd name="T57" fmla="*/ 115 h 323"/>
              <a:gd name="T58" fmla="*/ 113 w 438"/>
              <a:gd name="T59" fmla="*/ 79 h 323"/>
              <a:gd name="T60" fmla="*/ 77 w 438"/>
              <a:gd name="T61" fmla="*/ 71 h 323"/>
              <a:gd name="T62" fmla="*/ 111 w 438"/>
              <a:gd name="T63" fmla="*/ 65 h 323"/>
              <a:gd name="T64" fmla="*/ 119 w 438"/>
              <a:gd name="T65" fmla="*/ 29 h 323"/>
              <a:gd name="T66" fmla="*/ 313 w 438"/>
              <a:gd name="T67" fmla="*/ 0 h 323"/>
              <a:gd name="T68" fmla="*/ 319 w 438"/>
              <a:gd name="T69" fmla="*/ 35 h 323"/>
              <a:gd name="T70" fmla="*/ 355 w 438"/>
              <a:gd name="T71" fmla="*/ 41 h 323"/>
              <a:gd name="T72" fmla="*/ 321 w 438"/>
              <a:gd name="T73" fmla="*/ 47 h 323"/>
              <a:gd name="T74" fmla="*/ 313 w 438"/>
              <a:gd name="T75" fmla="*/ 83 h 323"/>
              <a:gd name="T76" fmla="*/ 307 w 438"/>
              <a:gd name="T77" fmla="*/ 47 h 323"/>
              <a:gd name="T78" fmla="*/ 271 w 438"/>
              <a:gd name="T79" fmla="*/ 41 h 323"/>
              <a:gd name="T80" fmla="*/ 307 w 438"/>
              <a:gd name="T81" fmla="*/ 35 h 323"/>
              <a:gd name="T82" fmla="*/ 313 w 438"/>
              <a:gd name="T83" fmla="*/ 0 h 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438" h="323">
                <a:moveTo>
                  <a:pt x="260" y="222"/>
                </a:moveTo>
                <a:lnTo>
                  <a:pt x="410" y="222"/>
                </a:lnTo>
                <a:lnTo>
                  <a:pt x="438" y="323"/>
                </a:lnTo>
                <a:lnTo>
                  <a:pt x="234" y="323"/>
                </a:lnTo>
                <a:lnTo>
                  <a:pt x="260" y="222"/>
                </a:lnTo>
                <a:close/>
                <a:moveTo>
                  <a:pt x="28" y="222"/>
                </a:moveTo>
                <a:lnTo>
                  <a:pt x="178" y="222"/>
                </a:lnTo>
                <a:lnTo>
                  <a:pt x="204" y="323"/>
                </a:lnTo>
                <a:lnTo>
                  <a:pt x="0" y="323"/>
                </a:lnTo>
                <a:lnTo>
                  <a:pt x="28" y="222"/>
                </a:lnTo>
                <a:close/>
                <a:moveTo>
                  <a:pt x="363" y="135"/>
                </a:moveTo>
                <a:lnTo>
                  <a:pt x="371" y="170"/>
                </a:lnTo>
                <a:lnTo>
                  <a:pt x="406" y="176"/>
                </a:lnTo>
                <a:lnTo>
                  <a:pt x="371" y="182"/>
                </a:lnTo>
                <a:lnTo>
                  <a:pt x="363" y="218"/>
                </a:lnTo>
                <a:lnTo>
                  <a:pt x="357" y="182"/>
                </a:lnTo>
                <a:lnTo>
                  <a:pt x="321" y="176"/>
                </a:lnTo>
                <a:lnTo>
                  <a:pt x="357" y="170"/>
                </a:lnTo>
                <a:lnTo>
                  <a:pt x="363" y="135"/>
                </a:lnTo>
                <a:close/>
                <a:moveTo>
                  <a:pt x="133" y="99"/>
                </a:moveTo>
                <a:lnTo>
                  <a:pt x="283" y="99"/>
                </a:lnTo>
                <a:lnTo>
                  <a:pt x="311" y="200"/>
                </a:lnTo>
                <a:lnTo>
                  <a:pt x="107" y="200"/>
                </a:lnTo>
                <a:lnTo>
                  <a:pt x="133" y="99"/>
                </a:lnTo>
                <a:close/>
                <a:moveTo>
                  <a:pt x="119" y="29"/>
                </a:moveTo>
                <a:lnTo>
                  <a:pt x="125" y="65"/>
                </a:lnTo>
                <a:lnTo>
                  <a:pt x="161" y="71"/>
                </a:lnTo>
                <a:lnTo>
                  <a:pt x="125" y="79"/>
                </a:lnTo>
                <a:lnTo>
                  <a:pt x="119" y="115"/>
                </a:lnTo>
                <a:lnTo>
                  <a:pt x="113" y="79"/>
                </a:lnTo>
                <a:lnTo>
                  <a:pt x="77" y="71"/>
                </a:lnTo>
                <a:lnTo>
                  <a:pt x="111" y="65"/>
                </a:lnTo>
                <a:lnTo>
                  <a:pt x="119" y="29"/>
                </a:lnTo>
                <a:close/>
                <a:moveTo>
                  <a:pt x="313" y="0"/>
                </a:moveTo>
                <a:lnTo>
                  <a:pt x="319" y="35"/>
                </a:lnTo>
                <a:lnTo>
                  <a:pt x="355" y="41"/>
                </a:lnTo>
                <a:lnTo>
                  <a:pt x="321" y="47"/>
                </a:lnTo>
                <a:lnTo>
                  <a:pt x="313" y="83"/>
                </a:lnTo>
                <a:lnTo>
                  <a:pt x="307" y="47"/>
                </a:lnTo>
                <a:lnTo>
                  <a:pt x="271" y="41"/>
                </a:lnTo>
                <a:lnTo>
                  <a:pt x="307" y="35"/>
                </a:lnTo>
                <a:lnTo>
                  <a:pt x="313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8" name="Freeform 184"/>
          <p:cNvSpPr>
            <a:spLocks noEditPoints="1"/>
          </p:cNvSpPr>
          <p:nvPr/>
        </p:nvSpPr>
        <p:spPr bwMode="auto">
          <a:xfrm>
            <a:off x="6185535" y="4094635"/>
            <a:ext cx="152400" cy="202406"/>
          </a:xfrm>
          <a:custGeom>
            <a:avLst/>
            <a:gdLst>
              <a:gd name="T0" fmla="*/ 12 w 256"/>
              <a:gd name="T1" fmla="*/ 22 h 341"/>
              <a:gd name="T2" fmla="*/ 28 w 256"/>
              <a:gd name="T3" fmla="*/ 85 h 341"/>
              <a:gd name="T4" fmla="*/ 69 w 256"/>
              <a:gd name="T5" fmla="*/ 131 h 341"/>
              <a:gd name="T6" fmla="*/ 127 w 256"/>
              <a:gd name="T7" fmla="*/ 149 h 341"/>
              <a:gd name="T8" fmla="*/ 186 w 256"/>
              <a:gd name="T9" fmla="*/ 131 h 341"/>
              <a:gd name="T10" fmla="*/ 228 w 256"/>
              <a:gd name="T11" fmla="*/ 85 h 341"/>
              <a:gd name="T12" fmla="*/ 244 w 256"/>
              <a:gd name="T13" fmla="*/ 22 h 341"/>
              <a:gd name="T14" fmla="*/ 256 w 256"/>
              <a:gd name="T15" fmla="*/ 14 h 341"/>
              <a:gd name="T16" fmla="*/ 252 w 256"/>
              <a:gd name="T17" fmla="*/ 246 h 341"/>
              <a:gd name="T18" fmla="*/ 218 w 256"/>
              <a:gd name="T19" fmla="*/ 304 h 341"/>
              <a:gd name="T20" fmla="*/ 162 w 256"/>
              <a:gd name="T21" fmla="*/ 337 h 341"/>
              <a:gd name="T22" fmla="*/ 93 w 256"/>
              <a:gd name="T23" fmla="*/ 337 h 341"/>
              <a:gd name="T24" fmla="*/ 38 w 256"/>
              <a:gd name="T25" fmla="*/ 304 h 341"/>
              <a:gd name="T26" fmla="*/ 4 w 256"/>
              <a:gd name="T27" fmla="*/ 246 h 341"/>
              <a:gd name="T28" fmla="*/ 0 w 256"/>
              <a:gd name="T29" fmla="*/ 14 h 341"/>
              <a:gd name="T30" fmla="*/ 135 w 256"/>
              <a:gd name="T31" fmla="*/ 0 h 341"/>
              <a:gd name="T32" fmla="*/ 224 w 256"/>
              <a:gd name="T33" fmla="*/ 10 h 341"/>
              <a:gd name="T34" fmla="*/ 222 w 256"/>
              <a:gd name="T35" fmla="*/ 50 h 341"/>
              <a:gd name="T36" fmla="*/ 198 w 256"/>
              <a:gd name="T37" fmla="*/ 95 h 341"/>
              <a:gd name="T38" fmla="*/ 158 w 256"/>
              <a:gd name="T39" fmla="*/ 121 h 341"/>
              <a:gd name="T40" fmla="*/ 135 w 256"/>
              <a:gd name="T41" fmla="*/ 95 h 341"/>
              <a:gd name="T42" fmla="*/ 149 w 256"/>
              <a:gd name="T43" fmla="*/ 76 h 341"/>
              <a:gd name="T44" fmla="*/ 149 w 256"/>
              <a:gd name="T45" fmla="*/ 42 h 341"/>
              <a:gd name="T46" fmla="*/ 135 w 256"/>
              <a:gd name="T47" fmla="*/ 22 h 341"/>
              <a:gd name="T48" fmla="*/ 119 w 256"/>
              <a:gd name="T49" fmla="*/ 0 h 341"/>
              <a:gd name="T50" fmla="*/ 111 w 256"/>
              <a:gd name="T51" fmla="*/ 30 h 341"/>
              <a:gd name="T52" fmla="*/ 103 w 256"/>
              <a:gd name="T53" fmla="*/ 60 h 341"/>
              <a:gd name="T54" fmla="*/ 111 w 256"/>
              <a:gd name="T55" fmla="*/ 89 h 341"/>
              <a:gd name="T56" fmla="*/ 119 w 256"/>
              <a:gd name="T57" fmla="*/ 125 h 341"/>
              <a:gd name="T58" fmla="*/ 77 w 256"/>
              <a:gd name="T59" fmla="*/ 109 h 341"/>
              <a:gd name="T60" fmla="*/ 45 w 256"/>
              <a:gd name="T61" fmla="*/ 74 h 341"/>
              <a:gd name="T62" fmla="*/ 32 w 256"/>
              <a:gd name="T63" fmla="*/ 22 h 341"/>
              <a:gd name="T64" fmla="*/ 75 w 256"/>
              <a:gd name="T65" fmla="*/ 2 h 3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56" h="341">
                <a:moveTo>
                  <a:pt x="12" y="12"/>
                </a:moveTo>
                <a:lnTo>
                  <a:pt x="12" y="22"/>
                </a:lnTo>
                <a:lnTo>
                  <a:pt x="16" y="56"/>
                </a:lnTo>
                <a:lnTo>
                  <a:pt x="28" y="85"/>
                </a:lnTo>
                <a:lnTo>
                  <a:pt x="45" y="111"/>
                </a:lnTo>
                <a:lnTo>
                  <a:pt x="69" y="131"/>
                </a:lnTo>
                <a:lnTo>
                  <a:pt x="97" y="145"/>
                </a:lnTo>
                <a:lnTo>
                  <a:pt x="127" y="149"/>
                </a:lnTo>
                <a:lnTo>
                  <a:pt x="158" y="145"/>
                </a:lnTo>
                <a:lnTo>
                  <a:pt x="186" y="131"/>
                </a:lnTo>
                <a:lnTo>
                  <a:pt x="210" y="111"/>
                </a:lnTo>
                <a:lnTo>
                  <a:pt x="228" y="85"/>
                </a:lnTo>
                <a:lnTo>
                  <a:pt x="240" y="56"/>
                </a:lnTo>
                <a:lnTo>
                  <a:pt x="244" y="22"/>
                </a:lnTo>
                <a:lnTo>
                  <a:pt x="244" y="12"/>
                </a:lnTo>
                <a:lnTo>
                  <a:pt x="256" y="14"/>
                </a:lnTo>
                <a:lnTo>
                  <a:pt x="256" y="212"/>
                </a:lnTo>
                <a:lnTo>
                  <a:pt x="252" y="246"/>
                </a:lnTo>
                <a:lnTo>
                  <a:pt x="238" y="278"/>
                </a:lnTo>
                <a:lnTo>
                  <a:pt x="218" y="304"/>
                </a:lnTo>
                <a:lnTo>
                  <a:pt x="192" y="323"/>
                </a:lnTo>
                <a:lnTo>
                  <a:pt x="162" y="337"/>
                </a:lnTo>
                <a:lnTo>
                  <a:pt x="127" y="341"/>
                </a:lnTo>
                <a:lnTo>
                  <a:pt x="93" y="337"/>
                </a:lnTo>
                <a:lnTo>
                  <a:pt x="63" y="323"/>
                </a:lnTo>
                <a:lnTo>
                  <a:pt x="38" y="304"/>
                </a:lnTo>
                <a:lnTo>
                  <a:pt x="18" y="278"/>
                </a:lnTo>
                <a:lnTo>
                  <a:pt x="4" y="246"/>
                </a:lnTo>
                <a:lnTo>
                  <a:pt x="0" y="212"/>
                </a:lnTo>
                <a:lnTo>
                  <a:pt x="0" y="14"/>
                </a:lnTo>
                <a:lnTo>
                  <a:pt x="12" y="12"/>
                </a:lnTo>
                <a:close/>
                <a:moveTo>
                  <a:pt x="135" y="0"/>
                </a:moveTo>
                <a:lnTo>
                  <a:pt x="180" y="2"/>
                </a:lnTo>
                <a:lnTo>
                  <a:pt x="224" y="10"/>
                </a:lnTo>
                <a:lnTo>
                  <a:pt x="226" y="22"/>
                </a:lnTo>
                <a:lnTo>
                  <a:pt x="222" y="50"/>
                </a:lnTo>
                <a:lnTo>
                  <a:pt x="212" y="74"/>
                </a:lnTo>
                <a:lnTo>
                  <a:pt x="198" y="95"/>
                </a:lnTo>
                <a:lnTo>
                  <a:pt x="178" y="111"/>
                </a:lnTo>
                <a:lnTo>
                  <a:pt x="158" y="121"/>
                </a:lnTo>
                <a:lnTo>
                  <a:pt x="135" y="125"/>
                </a:lnTo>
                <a:lnTo>
                  <a:pt x="135" y="95"/>
                </a:lnTo>
                <a:lnTo>
                  <a:pt x="143" y="87"/>
                </a:lnTo>
                <a:lnTo>
                  <a:pt x="149" y="76"/>
                </a:lnTo>
                <a:lnTo>
                  <a:pt x="151" y="60"/>
                </a:lnTo>
                <a:lnTo>
                  <a:pt x="149" y="42"/>
                </a:lnTo>
                <a:lnTo>
                  <a:pt x="143" y="30"/>
                </a:lnTo>
                <a:lnTo>
                  <a:pt x="135" y="22"/>
                </a:lnTo>
                <a:lnTo>
                  <a:pt x="135" y="0"/>
                </a:lnTo>
                <a:close/>
                <a:moveTo>
                  <a:pt x="119" y="0"/>
                </a:moveTo>
                <a:lnTo>
                  <a:pt x="119" y="22"/>
                </a:lnTo>
                <a:lnTo>
                  <a:pt x="111" y="30"/>
                </a:lnTo>
                <a:lnTo>
                  <a:pt x="105" y="42"/>
                </a:lnTo>
                <a:lnTo>
                  <a:pt x="103" y="60"/>
                </a:lnTo>
                <a:lnTo>
                  <a:pt x="105" y="76"/>
                </a:lnTo>
                <a:lnTo>
                  <a:pt x="111" y="89"/>
                </a:lnTo>
                <a:lnTo>
                  <a:pt x="119" y="95"/>
                </a:lnTo>
                <a:lnTo>
                  <a:pt x="119" y="125"/>
                </a:lnTo>
                <a:lnTo>
                  <a:pt x="97" y="119"/>
                </a:lnTo>
                <a:lnTo>
                  <a:pt x="77" y="109"/>
                </a:lnTo>
                <a:lnTo>
                  <a:pt x="59" y="95"/>
                </a:lnTo>
                <a:lnTo>
                  <a:pt x="45" y="74"/>
                </a:lnTo>
                <a:lnTo>
                  <a:pt x="36" y="50"/>
                </a:lnTo>
                <a:lnTo>
                  <a:pt x="32" y="22"/>
                </a:lnTo>
                <a:lnTo>
                  <a:pt x="32" y="8"/>
                </a:lnTo>
                <a:lnTo>
                  <a:pt x="75" y="2"/>
                </a:lnTo>
                <a:lnTo>
                  <a:pt x="11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9" name="Freeform 204"/>
          <p:cNvSpPr>
            <a:spLocks noEditPoints="1"/>
          </p:cNvSpPr>
          <p:nvPr/>
        </p:nvSpPr>
        <p:spPr bwMode="auto">
          <a:xfrm>
            <a:off x="5961765" y="3370921"/>
            <a:ext cx="176213" cy="216694"/>
          </a:xfrm>
          <a:custGeom>
            <a:avLst/>
            <a:gdLst>
              <a:gd name="T0" fmla="*/ 297 w 297"/>
              <a:gd name="T1" fmla="*/ 339 h 363"/>
              <a:gd name="T2" fmla="*/ 85 w 297"/>
              <a:gd name="T3" fmla="*/ 363 h 363"/>
              <a:gd name="T4" fmla="*/ 4 w 297"/>
              <a:gd name="T5" fmla="*/ 264 h 363"/>
              <a:gd name="T6" fmla="*/ 40 w 297"/>
              <a:gd name="T7" fmla="*/ 357 h 363"/>
              <a:gd name="T8" fmla="*/ 4 w 297"/>
              <a:gd name="T9" fmla="*/ 264 h 363"/>
              <a:gd name="T10" fmla="*/ 133 w 297"/>
              <a:gd name="T11" fmla="*/ 26 h 363"/>
              <a:gd name="T12" fmla="*/ 121 w 297"/>
              <a:gd name="T13" fmla="*/ 32 h 363"/>
              <a:gd name="T14" fmla="*/ 117 w 297"/>
              <a:gd name="T15" fmla="*/ 38 h 363"/>
              <a:gd name="T16" fmla="*/ 113 w 297"/>
              <a:gd name="T17" fmla="*/ 54 h 363"/>
              <a:gd name="T18" fmla="*/ 194 w 297"/>
              <a:gd name="T19" fmla="*/ 101 h 363"/>
              <a:gd name="T20" fmla="*/ 226 w 297"/>
              <a:gd name="T21" fmla="*/ 119 h 363"/>
              <a:gd name="T22" fmla="*/ 234 w 297"/>
              <a:gd name="T23" fmla="*/ 105 h 363"/>
              <a:gd name="T24" fmla="*/ 238 w 297"/>
              <a:gd name="T25" fmla="*/ 93 h 363"/>
              <a:gd name="T26" fmla="*/ 234 w 297"/>
              <a:gd name="T27" fmla="*/ 81 h 363"/>
              <a:gd name="T28" fmla="*/ 226 w 297"/>
              <a:gd name="T29" fmla="*/ 72 h 363"/>
              <a:gd name="T30" fmla="*/ 147 w 297"/>
              <a:gd name="T31" fmla="*/ 26 h 363"/>
              <a:gd name="T32" fmla="*/ 135 w 297"/>
              <a:gd name="T33" fmla="*/ 0 h 363"/>
              <a:gd name="T34" fmla="*/ 157 w 297"/>
              <a:gd name="T35" fmla="*/ 6 h 363"/>
              <a:gd name="T36" fmla="*/ 250 w 297"/>
              <a:gd name="T37" fmla="*/ 62 h 363"/>
              <a:gd name="T38" fmla="*/ 260 w 297"/>
              <a:gd name="T39" fmla="*/ 74 h 363"/>
              <a:gd name="T40" fmla="*/ 264 w 297"/>
              <a:gd name="T41" fmla="*/ 91 h 363"/>
              <a:gd name="T42" fmla="*/ 258 w 297"/>
              <a:gd name="T43" fmla="*/ 113 h 363"/>
              <a:gd name="T44" fmla="*/ 246 w 297"/>
              <a:gd name="T45" fmla="*/ 135 h 363"/>
              <a:gd name="T46" fmla="*/ 238 w 297"/>
              <a:gd name="T47" fmla="*/ 147 h 363"/>
              <a:gd name="T48" fmla="*/ 161 w 297"/>
              <a:gd name="T49" fmla="*/ 282 h 363"/>
              <a:gd name="T50" fmla="*/ 155 w 297"/>
              <a:gd name="T51" fmla="*/ 288 h 363"/>
              <a:gd name="T52" fmla="*/ 125 w 297"/>
              <a:gd name="T53" fmla="*/ 294 h 363"/>
              <a:gd name="T54" fmla="*/ 109 w 297"/>
              <a:gd name="T55" fmla="*/ 286 h 363"/>
              <a:gd name="T56" fmla="*/ 101 w 297"/>
              <a:gd name="T57" fmla="*/ 270 h 363"/>
              <a:gd name="T58" fmla="*/ 70 w 297"/>
              <a:gd name="T59" fmla="*/ 264 h 363"/>
              <a:gd name="T60" fmla="*/ 50 w 297"/>
              <a:gd name="T61" fmla="*/ 246 h 363"/>
              <a:gd name="T62" fmla="*/ 34 w 297"/>
              <a:gd name="T63" fmla="*/ 238 h 363"/>
              <a:gd name="T64" fmla="*/ 20 w 297"/>
              <a:gd name="T65" fmla="*/ 234 h 363"/>
              <a:gd name="T66" fmla="*/ 4 w 297"/>
              <a:gd name="T67" fmla="*/ 216 h 363"/>
              <a:gd name="T68" fmla="*/ 0 w 297"/>
              <a:gd name="T69" fmla="*/ 195 h 363"/>
              <a:gd name="T70" fmla="*/ 79 w 297"/>
              <a:gd name="T71" fmla="*/ 58 h 363"/>
              <a:gd name="T72" fmla="*/ 87 w 297"/>
              <a:gd name="T73" fmla="*/ 42 h 363"/>
              <a:gd name="T74" fmla="*/ 101 w 297"/>
              <a:gd name="T75" fmla="*/ 22 h 363"/>
              <a:gd name="T76" fmla="*/ 105 w 297"/>
              <a:gd name="T77" fmla="*/ 14 h 363"/>
              <a:gd name="T78" fmla="*/ 117 w 297"/>
              <a:gd name="T79" fmla="*/ 4 h 363"/>
              <a:gd name="T80" fmla="*/ 125 w 297"/>
              <a:gd name="T81" fmla="*/ 2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97" h="363">
                <a:moveTo>
                  <a:pt x="137" y="339"/>
                </a:moveTo>
                <a:lnTo>
                  <a:pt x="297" y="339"/>
                </a:lnTo>
                <a:lnTo>
                  <a:pt x="297" y="363"/>
                </a:lnTo>
                <a:lnTo>
                  <a:pt x="85" y="363"/>
                </a:lnTo>
                <a:lnTo>
                  <a:pt x="137" y="339"/>
                </a:lnTo>
                <a:close/>
                <a:moveTo>
                  <a:pt x="4" y="264"/>
                </a:moveTo>
                <a:lnTo>
                  <a:pt x="105" y="321"/>
                </a:lnTo>
                <a:lnTo>
                  <a:pt x="40" y="357"/>
                </a:lnTo>
                <a:lnTo>
                  <a:pt x="6" y="337"/>
                </a:lnTo>
                <a:lnTo>
                  <a:pt x="4" y="264"/>
                </a:lnTo>
                <a:close/>
                <a:moveTo>
                  <a:pt x="139" y="26"/>
                </a:moveTo>
                <a:lnTo>
                  <a:pt x="133" y="26"/>
                </a:lnTo>
                <a:lnTo>
                  <a:pt x="127" y="28"/>
                </a:lnTo>
                <a:lnTo>
                  <a:pt x="121" y="32"/>
                </a:lnTo>
                <a:lnTo>
                  <a:pt x="117" y="38"/>
                </a:lnTo>
                <a:lnTo>
                  <a:pt x="117" y="38"/>
                </a:lnTo>
                <a:lnTo>
                  <a:pt x="109" y="52"/>
                </a:lnTo>
                <a:lnTo>
                  <a:pt x="113" y="54"/>
                </a:lnTo>
                <a:lnTo>
                  <a:pt x="141" y="70"/>
                </a:lnTo>
                <a:lnTo>
                  <a:pt x="194" y="101"/>
                </a:lnTo>
                <a:lnTo>
                  <a:pt x="224" y="117"/>
                </a:lnTo>
                <a:lnTo>
                  <a:pt x="226" y="119"/>
                </a:lnTo>
                <a:lnTo>
                  <a:pt x="234" y="105"/>
                </a:lnTo>
                <a:lnTo>
                  <a:pt x="234" y="105"/>
                </a:lnTo>
                <a:lnTo>
                  <a:pt x="238" y="99"/>
                </a:lnTo>
                <a:lnTo>
                  <a:pt x="238" y="93"/>
                </a:lnTo>
                <a:lnTo>
                  <a:pt x="238" y="87"/>
                </a:lnTo>
                <a:lnTo>
                  <a:pt x="234" y="81"/>
                </a:lnTo>
                <a:lnTo>
                  <a:pt x="230" y="76"/>
                </a:lnTo>
                <a:lnTo>
                  <a:pt x="226" y="72"/>
                </a:lnTo>
                <a:lnTo>
                  <a:pt x="153" y="28"/>
                </a:lnTo>
                <a:lnTo>
                  <a:pt x="147" y="26"/>
                </a:lnTo>
                <a:lnTo>
                  <a:pt x="139" y="26"/>
                </a:lnTo>
                <a:close/>
                <a:moveTo>
                  <a:pt x="135" y="0"/>
                </a:moveTo>
                <a:lnTo>
                  <a:pt x="147" y="2"/>
                </a:lnTo>
                <a:lnTo>
                  <a:pt x="157" y="6"/>
                </a:lnTo>
                <a:lnTo>
                  <a:pt x="244" y="56"/>
                </a:lnTo>
                <a:lnTo>
                  <a:pt x="250" y="62"/>
                </a:lnTo>
                <a:lnTo>
                  <a:pt x="256" y="68"/>
                </a:lnTo>
                <a:lnTo>
                  <a:pt x="260" y="74"/>
                </a:lnTo>
                <a:lnTo>
                  <a:pt x="264" y="81"/>
                </a:lnTo>
                <a:lnTo>
                  <a:pt x="264" y="91"/>
                </a:lnTo>
                <a:lnTo>
                  <a:pt x="264" y="103"/>
                </a:lnTo>
                <a:lnTo>
                  <a:pt x="258" y="113"/>
                </a:lnTo>
                <a:lnTo>
                  <a:pt x="258" y="113"/>
                </a:lnTo>
                <a:lnTo>
                  <a:pt x="246" y="135"/>
                </a:lnTo>
                <a:lnTo>
                  <a:pt x="240" y="143"/>
                </a:lnTo>
                <a:lnTo>
                  <a:pt x="238" y="147"/>
                </a:lnTo>
                <a:lnTo>
                  <a:pt x="238" y="149"/>
                </a:lnTo>
                <a:lnTo>
                  <a:pt x="161" y="282"/>
                </a:lnTo>
                <a:lnTo>
                  <a:pt x="159" y="286"/>
                </a:lnTo>
                <a:lnTo>
                  <a:pt x="155" y="288"/>
                </a:lnTo>
                <a:lnTo>
                  <a:pt x="139" y="294"/>
                </a:lnTo>
                <a:lnTo>
                  <a:pt x="125" y="294"/>
                </a:lnTo>
                <a:lnTo>
                  <a:pt x="115" y="290"/>
                </a:lnTo>
                <a:lnTo>
                  <a:pt x="109" y="286"/>
                </a:lnTo>
                <a:lnTo>
                  <a:pt x="105" y="278"/>
                </a:lnTo>
                <a:lnTo>
                  <a:pt x="101" y="270"/>
                </a:lnTo>
                <a:lnTo>
                  <a:pt x="83" y="270"/>
                </a:lnTo>
                <a:lnTo>
                  <a:pt x="70" y="264"/>
                </a:lnTo>
                <a:lnTo>
                  <a:pt x="60" y="256"/>
                </a:lnTo>
                <a:lnTo>
                  <a:pt x="50" y="246"/>
                </a:lnTo>
                <a:lnTo>
                  <a:pt x="42" y="236"/>
                </a:lnTo>
                <a:lnTo>
                  <a:pt x="34" y="238"/>
                </a:lnTo>
                <a:lnTo>
                  <a:pt x="26" y="236"/>
                </a:lnTo>
                <a:lnTo>
                  <a:pt x="20" y="234"/>
                </a:lnTo>
                <a:lnTo>
                  <a:pt x="10" y="228"/>
                </a:lnTo>
                <a:lnTo>
                  <a:pt x="4" y="216"/>
                </a:lnTo>
                <a:lnTo>
                  <a:pt x="0" y="199"/>
                </a:lnTo>
                <a:lnTo>
                  <a:pt x="0" y="195"/>
                </a:lnTo>
                <a:lnTo>
                  <a:pt x="2" y="191"/>
                </a:lnTo>
                <a:lnTo>
                  <a:pt x="79" y="58"/>
                </a:lnTo>
                <a:lnTo>
                  <a:pt x="83" y="52"/>
                </a:lnTo>
                <a:lnTo>
                  <a:pt x="87" y="42"/>
                </a:lnTo>
                <a:lnTo>
                  <a:pt x="87" y="42"/>
                </a:lnTo>
                <a:lnTo>
                  <a:pt x="101" y="22"/>
                </a:lnTo>
                <a:lnTo>
                  <a:pt x="101" y="22"/>
                </a:lnTo>
                <a:lnTo>
                  <a:pt x="105" y="14"/>
                </a:lnTo>
                <a:lnTo>
                  <a:pt x="111" y="8"/>
                </a:lnTo>
                <a:lnTo>
                  <a:pt x="117" y="4"/>
                </a:lnTo>
                <a:lnTo>
                  <a:pt x="125" y="2"/>
                </a:lnTo>
                <a:lnTo>
                  <a:pt x="125" y="2"/>
                </a:lnTo>
                <a:lnTo>
                  <a:pt x="135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20" name="Freeform 179"/>
          <p:cNvSpPr>
            <a:spLocks noEditPoints="1"/>
          </p:cNvSpPr>
          <p:nvPr/>
        </p:nvSpPr>
        <p:spPr bwMode="auto">
          <a:xfrm>
            <a:off x="5601966" y="2896885"/>
            <a:ext cx="170260" cy="225029"/>
          </a:xfrm>
          <a:custGeom>
            <a:avLst/>
            <a:gdLst>
              <a:gd name="T0" fmla="*/ 176 w 285"/>
              <a:gd name="T1" fmla="*/ 127 h 379"/>
              <a:gd name="T2" fmla="*/ 151 w 285"/>
              <a:gd name="T3" fmla="*/ 178 h 379"/>
              <a:gd name="T4" fmla="*/ 133 w 285"/>
              <a:gd name="T5" fmla="*/ 184 h 379"/>
              <a:gd name="T6" fmla="*/ 65 w 285"/>
              <a:gd name="T7" fmla="*/ 250 h 379"/>
              <a:gd name="T8" fmla="*/ 55 w 285"/>
              <a:gd name="T9" fmla="*/ 266 h 379"/>
              <a:gd name="T10" fmla="*/ 53 w 285"/>
              <a:gd name="T11" fmla="*/ 282 h 379"/>
              <a:gd name="T12" fmla="*/ 55 w 285"/>
              <a:gd name="T13" fmla="*/ 299 h 379"/>
              <a:gd name="T14" fmla="*/ 65 w 285"/>
              <a:gd name="T15" fmla="*/ 313 h 379"/>
              <a:gd name="T16" fmla="*/ 81 w 285"/>
              <a:gd name="T17" fmla="*/ 323 h 379"/>
              <a:gd name="T18" fmla="*/ 97 w 285"/>
              <a:gd name="T19" fmla="*/ 327 h 379"/>
              <a:gd name="T20" fmla="*/ 115 w 285"/>
              <a:gd name="T21" fmla="*/ 323 h 379"/>
              <a:gd name="T22" fmla="*/ 129 w 285"/>
              <a:gd name="T23" fmla="*/ 313 h 379"/>
              <a:gd name="T24" fmla="*/ 190 w 285"/>
              <a:gd name="T25" fmla="*/ 254 h 379"/>
              <a:gd name="T26" fmla="*/ 254 w 285"/>
              <a:gd name="T27" fmla="*/ 206 h 379"/>
              <a:gd name="T28" fmla="*/ 252 w 285"/>
              <a:gd name="T29" fmla="*/ 246 h 379"/>
              <a:gd name="T30" fmla="*/ 226 w 285"/>
              <a:gd name="T31" fmla="*/ 292 h 379"/>
              <a:gd name="T32" fmla="*/ 147 w 285"/>
              <a:gd name="T33" fmla="*/ 367 h 379"/>
              <a:gd name="T34" fmla="*/ 97 w 285"/>
              <a:gd name="T35" fmla="*/ 379 h 379"/>
              <a:gd name="T36" fmla="*/ 49 w 285"/>
              <a:gd name="T37" fmla="*/ 367 h 379"/>
              <a:gd name="T38" fmla="*/ 14 w 285"/>
              <a:gd name="T39" fmla="*/ 329 h 379"/>
              <a:gd name="T40" fmla="*/ 0 w 285"/>
              <a:gd name="T41" fmla="*/ 282 h 379"/>
              <a:gd name="T42" fmla="*/ 14 w 285"/>
              <a:gd name="T43" fmla="*/ 234 h 379"/>
              <a:gd name="T44" fmla="*/ 89 w 285"/>
              <a:gd name="T45" fmla="*/ 153 h 379"/>
              <a:gd name="T46" fmla="*/ 133 w 285"/>
              <a:gd name="T47" fmla="*/ 129 h 379"/>
              <a:gd name="T48" fmla="*/ 188 w 285"/>
              <a:gd name="T49" fmla="*/ 0 h 379"/>
              <a:gd name="T50" fmla="*/ 236 w 285"/>
              <a:gd name="T51" fmla="*/ 14 h 379"/>
              <a:gd name="T52" fmla="*/ 271 w 285"/>
              <a:gd name="T53" fmla="*/ 50 h 379"/>
              <a:gd name="T54" fmla="*/ 285 w 285"/>
              <a:gd name="T55" fmla="*/ 97 h 379"/>
              <a:gd name="T56" fmla="*/ 271 w 285"/>
              <a:gd name="T57" fmla="*/ 147 h 379"/>
              <a:gd name="T58" fmla="*/ 196 w 285"/>
              <a:gd name="T59" fmla="*/ 226 h 379"/>
              <a:gd name="T60" fmla="*/ 153 w 285"/>
              <a:gd name="T61" fmla="*/ 252 h 379"/>
              <a:gd name="T62" fmla="*/ 107 w 285"/>
              <a:gd name="T63" fmla="*/ 254 h 379"/>
              <a:gd name="T64" fmla="*/ 133 w 285"/>
              <a:gd name="T65" fmla="*/ 202 h 379"/>
              <a:gd name="T66" fmla="*/ 151 w 285"/>
              <a:gd name="T67" fmla="*/ 196 h 379"/>
              <a:gd name="T68" fmla="*/ 220 w 285"/>
              <a:gd name="T69" fmla="*/ 129 h 379"/>
              <a:gd name="T70" fmla="*/ 230 w 285"/>
              <a:gd name="T71" fmla="*/ 115 h 379"/>
              <a:gd name="T72" fmla="*/ 232 w 285"/>
              <a:gd name="T73" fmla="*/ 97 h 379"/>
              <a:gd name="T74" fmla="*/ 230 w 285"/>
              <a:gd name="T75" fmla="*/ 81 h 379"/>
              <a:gd name="T76" fmla="*/ 220 w 285"/>
              <a:gd name="T77" fmla="*/ 65 h 379"/>
              <a:gd name="T78" fmla="*/ 204 w 285"/>
              <a:gd name="T79" fmla="*/ 55 h 379"/>
              <a:gd name="T80" fmla="*/ 188 w 285"/>
              <a:gd name="T81" fmla="*/ 53 h 379"/>
              <a:gd name="T82" fmla="*/ 170 w 285"/>
              <a:gd name="T83" fmla="*/ 55 h 379"/>
              <a:gd name="T84" fmla="*/ 156 w 285"/>
              <a:gd name="T85" fmla="*/ 65 h 379"/>
              <a:gd name="T86" fmla="*/ 91 w 285"/>
              <a:gd name="T87" fmla="*/ 133 h 379"/>
              <a:gd name="T88" fmla="*/ 32 w 285"/>
              <a:gd name="T89" fmla="*/ 172 h 379"/>
              <a:gd name="T90" fmla="*/ 34 w 285"/>
              <a:gd name="T91" fmla="*/ 133 h 379"/>
              <a:gd name="T92" fmla="*/ 59 w 285"/>
              <a:gd name="T93" fmla="*/ 89 h 379"/>
              <a:gd name="T94" fmla="*/ 139 w 285"/>
              <a:gd name="T95" fmla="*/ 14 h 379"/>
              <a:gd name="T96" fmla="*/ 188 w 285"/>
              <a:gd name="T97" fmla="*/ 0 h 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85" h="379">
                <a:moveTo>
                  <a:pt x="158" y="125"/>
                </a:moveTo>
                <a:lnTo>
                  <a:pt x="176" y="127"/>
                </a:lnTo>
                <a:lnTo>
                  <a:pt x="196" y="133"/>
                </a:lnTo>
                <a:lnTo>
                  <a:pt x="151" y="178"/>
                </a:lnTo>
                <a:lnTo>
                  <a:pt x="143" y="180"/>
                </a:lnTo>
                <a:lnTo>
                  <a:pt x="133" y="184"/>
                </a:lnTo>
                <a:lnTo>
                  <a:pt x="127" y="190"/>
                </a:lnTo>
                <a:lnTo>
                  <a:pt x="65" y="250"/>
                </a:lnTo>
                <a:lnTo>
                  <a:pt x="59" y="258"/>
                </a:lnTo>
                <a:lnTo>
                  <a:pt x="55" y="266"/>
                </a:lnTo>
                <a:lnTo>
                  <a:pt x="53" y="274"/>
                </a:lnTo>
                <a:lnTo>
                  <a:pt x="53" y="282"/>
                </a:lnTo>
                <a:lnTo>
                  <a:pt x="53" y="292"/>
                </a:lnTo>
                <a:lnTo>
                  <a:pt x="55" y="299"/>
                </a:lnTo>
                <a:lnTo>
                  <a:pt x="59" y="307"/>
                </a:lnTo>
                <a:lnTo>
                  <a:pt x="65" y="313"/>
                </a:lnTo>
                <a:lnTo>
                  <a:pt x="73" y="319"/>
                </a:lnTo>
                <a:lnTo>
                  <a:pt x="81" y="323"/>
                </a:lnTo>
                <a:lnTo>
                  <a:pt x="89" y="325"/>
                </a:lnTo>
                <a:lnTo>
                  <a:pt x="97" y="327"/>
                </a:lnTo>
                <a:lnTo>
                  <a:pt x="107" y="325"/>
                </a:lnTo>
                <a:lnTo>
                  <a:pt x="115" y="323"/>
                </a:lnTo>
                <a:lnTo>
                  <a:pt x="123" y="319"/>
                </a:lnTo>
                <a:lnTo>
                  <a:pt x="129" y="313"/>
                </a:lnTo>
                <a:lnTo>
                  <a:pt x="143" y="301"/>
                </a:lnTo>
                <a:lnTo>
                  <a:pt x="190" y="254"/>
                </a:lnTo>
                <a:lnTo>
                  <a:pt x="250" y="192"/>
                </a:lnTo>
                <a:lnTo>
                  <a:pt x="254" y="206"/>
                </a:lnTo>
                <a:lnTo>
                  <a:pt x="256" y="222"/>
                </a:lnTo>
                <a:lnTo>
                  <a:pt x="252" y="246"/>
                </a:lnTo>
                <a:lnTo>
                  <a:pt x="242" y="270"/>
                </a:lnTo>
                <a:lnTo>
                  <a:pt x="226" y="292"/>
                </a:lnTo>
                <a:lnTo>
                  <a:pt x="166" y="351"/>
                </a:lnTo>
                <a:lnTo>
                  <a:pt x="147" y="367"/>
                </a:lnTo>
                <a:lnTo>
                  <a:pt x="123" y="377"/>
                </a:lnTo>
                <a:lnTo>
                  <a:pt x="97" y="379"/>
                </a:lnTo>
                <a:lnTo>
                  <a:pt x="73" y="377"/>
                </a:lnTo>
                <a:lnTo>
                  <a:pt x="49" y="367"/>
                </a:lnTo>
                <a:lnTo>
                  <a:pt x="30" y="351"/>
                </a:lnTo>
                <a:lnTo>
                  <a:pt x="14" y="329"/>
                </a:lnTo>
                <a:lnTo>
                  <a:pt x="4" y="307"/>
                </a:lnTo>
                <a:lnTo>
                  <a:pt x="0" y="282"/>
                </a:lnTo>
                <a:lnTo>
                  <a:pt x="4" y="258"/>
                </a:lnTo>
                <a:lnTo>
                  <a:pt x="14" y="234"/>
                </a:lnTo>
                <a:lnTo>
                  <a:pt x="30" y="214"/>
                </a:lnTo>
                <a:lnTo>
                  <a:pt x="89" y="153"/>
                </a:lnTo>
                <a:lnTo>
                  <a:pt x="109" y="137"/>
                </a:lnTo>
                <a:lnTo>
                  <a:pt x="133" y="129"/>
                </a:lnTo>
                <a:lnTo>
                  <a:pt x="158" y="125"/>
                </a:lnTo>
                <a:close/>
                <a:moveTo>
                  <a:pt x="188" y="0"/>
                </a:moveTo>
                <a:lnTo>
                  <a:pt x="212" y="4"/>
                </a:lnTo>
                <a:lnTo>
                  <a:pt x="236" y="14"/>
                </a:lnTo>
                <a:lnTo>
                  <a:pt x="256" y="30"/>
                </a:lnTo>
                <a:lnTo>
                  <a:pt x="271" y="50"/>
                </a:lnTo>
                <a:lnTo>
                  <a:pt x="281" y="73"/>
                </a:lnTo>
                <a:lnTo>
                  <a:pt x="285" y="97"/>
                </a:lnTo>
                <a:lnTo>
                  <a:pt x="281" y="123"/>
                </a:lnTo>
                <a:lnTo>
                  <a:pt x="271" y="147"/>
                </a:lnTo>
                <a:lnTo>
                  <a:pt x="256" y="167"/>
                </a:lnTo>
                <a:lnTo>
                  <a:pt x="196" y="226"/>
                </a:lnTo>
                <a:lnTo>
                  <a:pt x="176" y="242"/>
                </a:lnTo>
                <a:lnTo>
                  <a:pt x="153" y="252"/>
                </a:lnTo>
                <a:lnTo>
                  <a:pt x="127" y="256"/>
                </a:lnTo>
                <a:lnTo>
                  <a:pt x="107" y="254"/>
                </a:lnTo>
                <a:lnTo>
                  <a:pt x="87" y="246"/>
                </a:lnTo>
                <a:lnTo>
                  <a:pt x="133" y="202"/>
                </a:lnTo>
                <a:lnTo>
                  <a:pt x="143" y="200"/>
                </a:lnTo>
                <a:lnTo>
                  <a:pt x="151" y="196"/>
                </a:lnTo>
                <a:lnTo>
                  <a:pt x="158" y="190"/>
                </a:lnTo>
                <a:lnTo>
                  <a:pt x="220" y="129"/>
                </a:lnTo>
                <a:lnTo>
                  <a:pt x="224" y="123"/>
                </a:lnTo>
                <a:lnTo>
                  <a:pt x="230" y="115"/>
                </a:lnTo>
                <a:lnTo>
                  <a:pt x="232" y="107"/>
                </a:lnTo>
                <a:lnTo>
                  <a:pt x="232" y="97"/>
                </a:lnTo>
                <a:lnTo>
                  <a:pt x="232" y="89"/>
                </a:lnTo>
                <a:lnTo>
                  <a:pt x="230" y="81"/>
                </a:lnTo>
                <a:lnTo>
                  <a:pt x="224" y="73"/>
                </a:lnTo>
                <a:lnTo>
                  <a:pt x="220" y="65"/>
                </a:lnTo>
                <a:lnTo>
                  <a:pt x="212" y="61"/>
                </a:lnTo>
                <a:lnTo>
                  <a:pt x="204" y="55"/>
                </a:lnTo>
                <a:lnTo>
                  <a:pt x="196" y="53"/>
                </a:lnTo>
                <a:lnTo>
                  <a:pt x="188" y="53"/>
                </a:lnTo>
                <a:lnTo>
                  <a:pt x="178" y="53"/>
                </a:lnTo>
                <a:lnTo>
                  <a:pt x="170" y="55"/>
                </a:lnTo>
                <a:lnTo>
                  <a:pt x="162" y="61"/>
                </a:lnTo>
                <a:lnTo>
                  <a:pt x="156" y="65"/>
                </a:lnTo>
                <a:lnTo>
                  <a:pt x="95" y="127"/>
                </a:lnTo>
                <a:lnTo>
                  <a:pt x="91" y="133"/>
                </a:lnTo>
                <a:lnTo>
                  <a:pt x="36" y="188"/>
                </a:lnTo>
                <a:lnTo>
                  <a:pt x="32" y="172"/>
                </a:lnTo>
                <a:lnTo>
                  <a:pt x="30" y="159"/>
                </a:lnTo>
                <a:lnTo>
                  <a:pt x="34" y="133"/>
                </a:lnTo>
                <a:lnTo>
                  <a:pt x="44" y="109"/>
                </a:lnTo>
                <a:lnTo>
                  <a:pt x="59" y="89"/>
                </a:lnTo>
                <a:lnTo>
                  <a:pt x="119" y="30"/>
                </a:lnTo>
                <a:lnTo>
                  <a:pt x="139" y="14"/>
                </a:lnTo>
                <a:lnTo>
                  <a:pt x="162" y="4"/>
                </a:lnTo>
                <a:lnTo>
                  <a:pt x="18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23" name="矩形 22"/>
          <p:cNvSpPr/>
          <p:nvPr/>
        </p:nvSpPr>
        <p:spPr>
          <a:xfrm>
            <a:off x="6261735" y="2617994"/>
            <a:ext cx="1901190" cy="484746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在此添加关键字</a:t>
            </a:r>
          </a:p>
          <a:p>
            <a:r>
              <a:rPr lang="en-US" altLang="zh-CN" sz="82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Lorem ipsum dolor sit amet, consectetuer adipiscing elit. </a:t>
            </a:r>
          </a:p>
        </p:txBody>
      </p:sp>
      <p:sp>
        <p:nvSpPr>
          <p:cNvPr id="24" name="矩形 23"/>
          <p:cNvSpPr/>
          <p:nvPr/>
        </p:nvSpPr>
        <p:spPr>
          <a:xfrm>
            <a:off x="6593730" y="3256008"/>
            <a:ext cx="1901190" cy="484746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在此添加关键字</a:t>
            </a:r>
          </a:p>
          <a:p>
            <a:r>
              <a:rPr lang="en-US" altLang="zh-CN" sz="82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Lorem ipsum dolor sit amet, consectetuer adipiscing elit. </a:t>
            </a:r>
          </a:p>
        </p:txBody>
      </p:sp>
      <p:sp>
        <p:nvSpPr>
          <p:cNvPr id="25" name="矩形 24"/>
          <p:cNvSpPr/>
          <p:nvPr/>
        </p:nvSpPr>
        <p:spPr>
          <a:xfrm>
            <a:off x="6811625" y="4020711"/>
            <a:ext cx="1901190" cy="484746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在此添加关键字</a:t>
            </a:r>
          </a:p>
          <a:p>
            <a:r>
              <a:rPr lang="en-US" altLang="zh-CN" sz="82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Lorem ipsum dolor sit amet, consectetuer adipiscing elit. </a:t>
            </a:r>
          </a:p>
        </p:txBody>
      </p:sp>
      <p:sp>
        <p:nvSpPr>
          <p:cNvPr id="26" name="矩形 25"/>
          <p:cNvSpPr/>
          <p:nvPr/>
        </p:nvSpPr>
        <p:spPr>
          <a:xfrm>
            <a:off x="947366" y="2617994"/>
            <a:ext cx="1901190" cy="484746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在此添加关键字</a:t>
            </a:r>
          </a:p>
          <a:p>
            <a:pPr algn="r"/>
            <a:r>
              <a:rPr lang="en-US" altLang="zh-CN" sz="82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Lorem ipsum dolor sit amet, consectetuer adipiscing elit. </a:t>
            </a:r>
          </a:p>
        </p:txBody>
      </p:sp>
      <p:sp>
        <p:nvSpPr>
          <p:cNvPr id="27" name="矩形 26"/>
          <p:cNvSpPr/>
          <p:nvPr/>
        </p:nvSpPr>
        <p:spPr>
          <a:xfrm>
            <a:off x="536411" y="3256008"/>
            <a:ext cx="1901190" cy="484746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在此添加关键字</a:t>
            </a:r>
          </a:p>
          <a:p>
            <a:pPr algn="r"/>
            <a:r>
              <a:rPr lang="en-US" altLang="zh-CN" sz="82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Lorem ipsum dolor sit amet, consectetuer adipiscing elit. </a:t>
            </a:r>
          </a:p>
        </p:txBody>
      </p:sp>
      <p:sp>
        <p:nvSpPr>
          <p:cNvPr id="28" name="矩形 27"/>
          <p:cNvSpPr/>
          <p:nvPr/>
        </p:nvSpPr>
        <p:spPr>
          <a:xfrm>
            <a:off x="430456" y="4020711"/>
            <a:ext cx="1901190" cy="484746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在此添加关键字</a:t>
            </a:r>
          </a:p>
          <a:p>
            <a:pPr algn="r"/>
            <a:r>
              <a:rPr lang="en-US" altLang="zh-CN" sz="82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Lorem ipsum dolor sit amet, consectetuer adipiscing elit.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1423</Words>
  <Application>Microsoft Office PowerPoint</Application>
  <PresentationFormat>全屏显示(4:3)</PresentationFormat>
  <Paragraphs>206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2" baseType="lpstr">
      <vt:lpstr>方正苏新诗柳楷简体</vt:lpstr>
      <vt:lpstr>Arial</vt:lpstr>
      <vt:lpstr>Calibri</vt:lpstr>
      <vt:lpstr>Calibri Light</vt:lpstr>
      <vt:lpstr>Helvetica</vt:lpstr>
      <vt:lpstr>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大侠素材铺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大侠素材铺</dc:title>
  <dc:creator>大侠素材铺</dc:creator>
  <dc:description>大侠素材铺_x000d_
淘宝店：https://dxpu.taobao.com/</dc:description>
  <cp:lastModifiedBy>zhengqiang</cp:lastModifiedBy>
  <cp:revision>117</cp:revision>
  <dcterms:created xsi:type="dcterms:W3CDTF">2015-05-03T12:40:00Z</dcterms:created>
  <dcterms:modified xsi:type="dcterms:W3CDTF">2022-06-10T09:16:43Z</dcterms:modified>
  <cp:category>大侠素材铺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2052-11.1.0.9740</vt:lpwstr>
  </property>
</Properties>
</file>